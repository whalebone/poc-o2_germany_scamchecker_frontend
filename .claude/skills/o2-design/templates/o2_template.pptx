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wmf" ContentType="image/x-wmf"/>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charts/style1.xml" ContentType="application/vnd.ms-office.chartstyle+xml"/>
  <Override PartName="/ppt/charts/colors1.xml" ContentType="application/vnd.ms-office.chartcolorstyle+xml"/>
  <Override PartName="/ppt/charts/chart3.xml" ContentType="application/vnd.openxmlformats-officedocument.drawingml.chart+xml"/>
  <Override PartName="/ppt/charts/style2.xml" ContentType="application/vnd.ms-office.chartstyle+xml"/>
  <Override PartName="/ppt/charts/colors2.xml" ContentType="application/vnd.ms-office.chartcolorstyle+xml"/>
  <Override PartName="/ppt/charts/chart4.xml" ContentType="application/vnd.openxmlformats-officedocument.drawingml.chart+xml"/>
  <Override PartName="/ppt/charts/style3.xml" ContentType="application/vnd.ms-office.chartstyle+xml"/>
  <Override PartName="/ppt/charts/colors3.xml" ContentType="application/vnd.ms-office.chartcolorstyle+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charts/chart16.xml" ContentType="application/vnd.openxmlformats-officedocument.drawingml.chart+xml"/>
  <Override PartName="/ppt/charts/chart17.xml" ContentType="application/vnd.openxmlformats-officedocument.drawingml.chart+xml"/>
  <Override PartName="/ppt/charts/chart18.xml" ContentType="application/vnd.openxmlformats-officedocument.drawingml.chart+xml"/>
  <Override PartName="/ppt/charts/chart19.xml" ContentType="application/vnd.openxmlformats-officedocument.drawingml.chart+xml"/>
  <Override PartName="/ppt/charts/chart20.xml" ContentType="application/vnd.openxmlformats-officedocument.drawingml.chart+xml"/>
  <Override PartName="/ppt/charts/chart21.xml" ContentType="application/vnd.openxmlformats-officedocument.drawingml.char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4"/>
  </p:sldMasterIdLst>
  <p:notesMasterIdLst>
    <p:notesMasterId r:id="rId54"/>
  </p:notesMasterIdLst>
  <p:sldIdLst>
    <p:sldId id="296" r:id="rId5"/>
    <p:sldId id="258" r:id="rId6"/>
    <p:sldId id="260" r:id="rId7"/>
    <p:sldId id="259" r:id="rId8"/>
    <p:sldId id="262" r:id="rId9"/>
    <p:sldId id="263" r:id="rId10"/>
    <p:sldId id="302" r:id="rId11"/>
    <p:sldId id="267" r:id="rId12"/>
    <p:sldId id="268" r:id="rId13"/>
    <p:sldId id="304" r:id="rId14"/>
    <p:sldId id="305" r:id="rId15"/>
    <p:sldId id="264" r:id="rId16"/>
    <p:sldId id="256" r:id="rId17"/>
    <p:sldId id="269" r:id="rId18"/>
    <p:sldId id="271" r:id="rId19"/>
    <p:sldId id="272" r:id="rId20"/>
    <p:sldId id="266" r:id="rId21"/>
    <p:sldId id="265" r:id="rId22"/>
    <p:sldId id="273" r:id="rId23"/>
    <p:sldId id="278" r:id="rId24"/>
    <p:sldId id="279" r:id="rId25"/>
    <p:sldId id="280" r:id="rId26"/>
    <p:sldId id="277" r:id="rId27"/>
    <p:sldId id="308" r:id="rId28"/>
    <p:sldId id="281" r:id="rId29"/>
    <p:sldId id="282" r:id="rId30"/>
    <p:sldId id="283" r:id="rId31"/>
    <p:sldId id="284" r:id="rId32"/>
    <p:sldId id="285" r:id="rId33"/>
    <p:sldId id="286" r:id="rId34"/>
    <p:sldId id="307" r:id="rId35"/>
    <p:sldId id="270" r:id="rId36"/>
    <p:sldId id="275" r:id="rId37"/>
    <p:sldId id="287" r:id="rId38"/>
    <p:sldId id="288" r:id="rId39"/>
    <p:sldId id="303" r:id="rId40"/>
    <p:sldId id="289" r:id="rId41"/>
    <p:sldId id="290" r:id="rId42"/>
    <p:sldId id="291" r:id="rId43"/>
    <p:sldId id="292" r:id="rId44"/>
    <p:sldId id="293" r:id="rId45"/>
    <p:sldId id="294" r:id="rId46"/>
    <p:sldId id="295" r:id="rId47"/>
    <p:sldId id="297" r:id="rId48"/>
    <p:sldId id="306" r:id="rId49"/>
    <p:sldId id="298" r:id="rId50"/>
    <p:sldId id="299" r:id="rId51"/>
    <p:sldId id="300" r:id="rId52"/>
    <p:sldId id="301" r:id="rId53"/>
  </p:sldIdLst>
  <p:sldSz cx="12192000" cy="6858000"/>
  <p:notesSz cx="6858000" cy="9144000"/>
  <p:embeddedFontLst>
    <p:embeddedFont>
      <p:font typeface="On Air" panose="020F0503030404020204" pitchFamily="34" charset="77"/>
      <p:regular r:id="rId55"/>
      <p:bold r:id="rId56"/>
      <p:italic r:id="rId57"/>
      <p:boldItalic r:id="rId58"/>
    </p:embeddedFont>
  </p:embeddedFontLst>
  <p:defaultTextStyle>
    <a:defPPr>
      <a:defRPr lang="de-DE"/>
    </a:defPPr>
    <a:lvl1pPr marL="0" indent="0" algn="l" defTabSz="914400" rtl="0" eaLnBrk="1" latinLnBrk="0" hangingPunct="1">
      <a:lnSpc>
        <a:spcPct val="100000"/>
      </a:lnSpc>
      <a:spcBef>
        <a:spcPts val="0"/>
      </a:spcBef>
      <a:spcAft>
        <a:spcPts val="600"/>
      </a:spcAft>
      <a:buFont typeface="On Air" panose="020F0503030404020204" pitchFamily="34" charset="0"/>
      <a:buNone/>
      <a:defRPr sz="1400"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 typeface="On Air" panose="020F0503030404020204" pitchFamily="34" charset="0"/>
      <a:buNone/>
      <a:defRPr sz="1600" b="1" kern="1200">
        <a:solidFill>
          <a:schemeClr val="tx2"/>
        </a:solidFill>
        <a:latin typeface="+mn-lt"/>
        <a:ea typeface="+mn-ea"/>
        <a:cs typeface="+mn-cs"/>
      </a:defRPr>
    </a:lvl2pPr>
    <a:lvl3pPr marL="180000" indent="-180000" algn="l" defTabSz="914400" rtl="0" eaLnBrk="1" latinLnBrk="0" hangingPunct="1">
      <a:lnSpc>
        <a:spcPct val="100000"/>
      </a:lnSpc>
      <a:spcBef>
        <a:spcPts val="0"/>
      </a:spcBef>
      <a:buFont typeface="On Air" panose="020F0503030404020204" pitchFamily="34" charset="0"/>
      <a:buChar char="•"/>
      <a:defRPr sz="1400" kern="1200">
        <a:solidFill>
          <a:schemeClr val="tx1"/>
        </a:solidFill>
        <a:latin typeface="+mn-lt"/>
        <a:ea typeface="+mn-ea"/>
        <a:cs typeface="+mn-cs"/>
      </a:defRPr>
    </a:lvl3pPr>
    <a:lvl4pPr marL="360000" indent="-180000" algn="l" defTabSz="914400" rtl="0" eaLnBrk="1" latinLnBrk="0" hangingPunct="1">
      <a:lnSpc>
        <a:spcPct val="100000"/>
      </a:lnSpc>
      <a:spcBef>
        <a:spcPts val="0"/>
      </a:spcBef>
      <a:buFont typeface="On Air" panose="020F0503030404020204" pitchFamily="34" charset="0"/>
      <a:buChar char="•"/>
      <a:defRPr sz="1400" kern="1200">
        <a:solidFill>
          <a:schemeClr val="tx1"/>
        </a:solidFill>
        <a:latin typeface="+mn-lt"/>
        <a:ea typeface="+mn-ea"/>
        <a:cs typeface="+mn-cs"/>
      </a:defRPr>
    </a:lvl4pPr>
    <a:lvl5pPr marL="540000" indent="-180000" algn="l" defTabSz="914400" rtl="0" eaLnBrk="1" latinLnBrk="0" hangingPunct="1">
      <a:lnSpc>
        <a:spcPct val="100000"/>
      </a:lnSpc>
      <a:spcBef>
        <a:spcPts val="0"/>
      </a:spcBef>
      <a:buFont typeface="On Air" panose="020F0503030404020204" pitchFamily="34" charset="0"/>
      <a:buChar char="•"/>
      <a:defRPr sz="1400" kern="1200">
        <a:solidFill>
          <a:schemeClr val="tx1"/>
        </a:solidFill>
        <a:latin typeface="+mn-lt"/>
        <a:ea typeface="+mn-ea"/>
        <a:cs typeface="+mn-cs"/>
      </a:defRPr>
    </a:lvl5pPr>
    <a:lvl6pPr marL="0" indent="0" algn="l" defTabSz="914400" rtl="0" eaLnBrk="1" latinLnBrk="0" hangingPunct="1">
      <a:lnSpc>
        <a:spcPct val="100000"/>
      </a:lnSpc>
      <a:spcBef>
        <a:spcPts val="0"/>
      </a:spcBef>
      <a:buFont typeface="On Air" panose="020F0503030404020204" pitchFamily="34" charset="0"/>
      <a:buNone/>
      <a:defRPr sz="1400" kern="1200">
        <a:solidFill>
          <a:schemeClr val="tx1"/>
        </a:solidFill>
        <a:latin typeface="+mn-lt"/>
        <a:ea typeface="+mn-ea"/>
        <a:cs typeface="+mn-cs"/>
      </a:defRPr>
    </a:lvl6pPr>
    <a:lvl7pPr marL="0" indent="0" algn="l" defTabSz="914400" rtl="0" eaLnBrk="1" latinLnBrk="0" hangingPunct="1">
      <a:lnSpc>
        <a:spcPct val="100000"/>
      </a:lnSpc>
      <a:spcBef>
        <a:spcPts val="0"/>
      </a:spcBef>
      <a:buFont typeface="On Air" panose="020F0503030404020204" pitchFamily="34" charset="0"/>
      <a:buNone/>
      <a:defRPr sz="1400" kern="1200">
        <a:solidFill>
          <a:schemeClr val="tx1"/>
        </a:solidFill>
        <a:latin typeface="+mn-lt"/>
        <a:ea typeface="+mn-ea"/>
        <a:cs typeface="+mn-cs"/>
      </a:defRPr>
    </a:lvl7pPr>
    <a:lvl8pPr marL="0" indent="0" algn="l" defTabSz="914400" rtl="0" eaLnBrk="1" latinLnBrk="0" hangingPunct="1">
      <a:lnSpc>
        <a:spcPct val="100000"/>
      </a:lnSpc>
      <a:spcBef>
        <a:spcPts val="0"/>
      </a:spcBef>
      <a:buFont typeface="On Air" panose="020F0503030404020204" pitchFamily="34" charset="0"/>
      <a:buNone/>
      <a:defRPr sz="1400" kern="1200">
        <a:solidFill>
          <a:schemeClr val="tx1"/>
        </a:solidFill>
        <a:latin typeface="+mn-lt"/>
        <a:ea typeface="+mn-ea"/>
        <a:cs typeface="+mn-cs"/>
      </a:defRPr>
    </a:lvl8pPr>
    <a:lvl9pPr marL="0" indent="0" algn="l" defTabSz="914400" rtl="0" eaLnBrk="1" latinLnBrk="0" hangingPunct="1">
      <a:lnSpc>
        <a:spcPct val="100000"/>
      </a:lnSpc>
      <a:spcBef>
        <a:spcPts val="0"/>
      </a:spcBef>
      <a:buFont typeface="On Air" panose="020F0503030404020204" pitchFamily="34" charset="0"/>
      <a:buNone/>
      <a:defRPr sz="1400" kern="1200">
        <a:solidFill>
          <a:schemeClr val="tx1"/>
        </a:solidFill>
        <a:latin typeface="+mn-lt"/>
        <a:ea typeface="+mn-ea"/>
        <a:cs typeface="+mn-cs"/>
      </a:defRPr>
    </a:lvl9pPr>
  </p:defaultTextStyle>
  <p:extLst>
    <p:ext uri="{521415D9-36F7-43E2-AB2F-B90AF26B5E84}">
      <p14:sectionLst xmlns:p14="http://schemas.microsoft.com/office/powerpoint/2010/main">
        <p14:section name="Important – please read before use!" id="{C869218D-10F6-4340-BF2C-DB9CA8E76D72}">
          <p14:sldIdLst>
            <p14:sldId id="296"/>
          </p14:sldIdLst>
        </p14:section>
        <p14:section name="Titles" id="{653866CC-5A78-46C9-95BB-A1A94329511A}">
          <p14:sldIdLst>
            <p14:sldId id="258"/>
            <p14:sldId id="260"/>
            <p14:sldId id="259"/>
            <p14:sldId id="262"/>
            <p14:sldId id="263"/>
            <p14:sldId id="302"/>
          </p14:sldIdLst>
        </p14:section>
        <p14:section name="Section Headers" id="{74A0E8B8-2693-4F2B-91B8-9B088592ED0D}">
          <p14:sldIdLst>
            <p14:sldId id="267"/>
            <p14:sldId id="268"/>
            <p14:sldId id="304"/>
            <p14:sldId id="305"/>
          </p14:sldIdLst>
        </p14:section>
        <p14:section name="Content" id="{C588B6B6-706B-4B5D-8EF4-CF33F83F9E29}">
          <p14:sldIdLst>
            <p14:sldId id="264"/>
            <p14:sldId id="256"/>
            <p14:sldId id="269"/>
            <p14:sldId id="271"/>
            <p14:sldId id="272"/>
            <p14:sldId id="266"/>
            <p14:sldId id="265"/>
          </p14:sldIdLst>
        </p14:section>
        <p14:section name="Quotes" id="{C2B4740D-37EE-4862-A3C8-BF3DFE4C58C4}">
          <p14:sldIdLst>
            <p14:sldId id="273"/>
          </p14:sldIdLst>
        </p14:section>
        <p14:section name="Devices" id="{EBAFEEE4-8B69-4973-B994-8F3639604376}">
          <p14:sldIdLst>
            <p14:sldId id="278"/>
            <p14:sldId id="279"/>
            <p14:sldId id="280"/>
          </p14:sldIdLst>
        </p14:section>
        <p14:section name="Icons" id="{6D287E27-862D-4017-9583-31CB469A9C5F}">
          <p14:sldIdLst>
            <p14:sldId id="277"/>
          </p14:sldIdLst>
        </p14:section>
        <p14:section name="Images" id="{F77499D8-CB36-2742-9DE5-13BACFE4D821}">
          <p14:sldIdLst>
            <p14:sldId id="308"/>
          </p14:sldIdLst>
        </p14:section>
        <p14:section name="Infographics and Tables" id="{2B5C045F-1E6A-4EB5-AD62-429C03CB8E65}">
          <p14:sldIdLst>
            <p14:sldId id="281"/>
            <p14:sldId id="282"/>
            <p14:sldId id="283"/>
            <p14:sldId id="284"/>
            <p14:sldId id="285"/>
            <p14:sldId id="286"/>
            <p14:sldId id="307"/>
            <p14:sldId id="270"/>
            <p14:sldId id="275"/>
            <p14:sldId id="287"/>
            <p14:sldId id="288"/>
          </p14:sldIdLst>
        </p14:section>
        <p14:section name="Closing Slides" id="{3288D250-FA8B-45F2-9614-42EB90B7E0D5}">
          <p14:sldIdLst>
            <p14:sldId id="303"/>
            <p14:sldId id="289"/>
            <p14:sldId id="290"/>
            <p14:sldId id="291"/>
            <p14:sldId id="292"/>
            <p14:sldId id="293"/>
          </p14:sldIdLst>
        </p14:section>
        <p14:section name="Guidance" id="{E9715914-5631-4999-A772-3D33B08A8D7C}">
          <p14:sldIdLst>
            <p14:sldId id="294"/>
            <p14:sldId id="295"/>
            <p14:sldId id="297"/>
            <p14:sldId id="306"/>
            <p14:sldId id="298"/>
            <p14:sldId id="299"/>
            <p14:sldId id="300"/>
            <p14:sldId id="30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3737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75132F0-DD71-2D46-887A-02861835DE45}" v="24" dt="2025-01-22T10:15:13.547"/>
  </p1510:revLst>
</p1510:revInfo>
</file>

<file path=ppt/tableStyles.xml><?xml version="1.0" encoding="utf-8"?>
<a:tblStyleLst xmlns:a="http://schemas.openxmlformats.org/drawingml/2006/main" def="{097EDB7D-9C40-4041-8A46-99F5121B947F}">
  <a:tblStyle styleId="{097EDB7D-9C40-4041-8A46-99F5121B947F}" styleName="O2 Beyond Blue">
    <a:tblBg/>
    <a:wholeTbl>
      <a:tcTxStyle b="off" i="off">
        <a:fontRef idx="minor"/>
        <a:srgbClr val="73737D"/>
      </a:tcTxStyle>
      <a:tcStyle>
        <a:tcBdr>
          <a:left>
            <a:ln>
              <a:noFill/>
            </a:ln>
          </a:left>
          <a:right>
            <a:ln>
              <a:noFill/>
            </a:ln>
          </a:right>
          <a:top>
            <a:ln>
              <a:noFill/>
            </a:ln>
          </a:top>
          <a:bottom>
            <a:ln>
              <a:noFill/>
            </a:ln>
          </a:bottom>
          <a:insideH>
            <a:ln w="9525" cap="flat" cmpd="sng" algn="ctr">
              <a:solidFill>
                <a:schemeClr val="lt2"/>
              </a:solidFill>
              <a:prstDash val="solid"/>
            </a:ln>
          </a:insideH>
          <a:insideV>
            <a:ln w="9525" cap="flat" cmpd="sng" algn="ctr">
              <a:solidFill>
                <a:schemeClr val="lt1"/>
              </a:solidFill>
              <a:prstDash val="solid"/>
            </a:ln>
          </a:insideV>
          <a:tl2br>
            <a:ln>
              <a:noFill/>
            </a:ln>
          </a:tl2br>
          <a:tr2bl>
            <a:ln>
              <a:noFill/>
            </a:ln>
          </a:tr2bl>
        </a:tcBdr>
        <a:fill>
          <a:noFill/>
        </a:fill>
      </a:tcStyle>
    </a:wholeTbl>
    <a:band1H>
      <a:tcStyle>
        <a:tcBdr>
          <a:top>
            <a:ln w="9525" cap="flat" cmpd="sng" algn="ctr">
              <a:solidFill>
                <a:schemeClr val="lt1"/>
              </a:solidFill>
              <a:prstDash val="solid"/>
            </a:ln>
          </a:top>
          <a:bottom>
            <a:ln w="9525" cap="flat" cmpd="sng" algn="ctr">
              <a:solidFill>
                <a:schemeClr val="lt1"/>
              </a:solidFill>
              <a:prstDash val="solid"/>
            </a:ln>
          </a:bottom>
        </a:tcBdr>
      </a:tcStyle>
    </a:band1H>
    <a:band2H>
      <a:tcStyle>
        <a:tcBdr>
          <a:top>
            <a:ln w="9525" cap="flat" cmpd="sng" algn="ctr">
              <a:solidFill>
                <a:schemeClr val="lt1"/>
              </a:solidFill>
              <a:prstDash val="solid"/>
            </a:ln>
          </a:top>
          <a:bottom>
            <a:ln w="9525" cap="flat" cmpd="sng" algn="ctr">
              <a:solidFill>
                <a:schemeClr val="lt1"/>
              </a:solidFill>
              <a:prstDash val="solid"/>
            </a:ln>
          </a:bottom>
        </a:tcBdr>
        <a:fill>
          <a:solidFill>
            <a:schemeClr val="lt2"/>
          </a:solidFill>
        </a:fill>
      </a:tcStyle>
    </a:band2H>
    <a:band1V>
      <a:tcStyle>
        <a:tcBdr>
          <a:top>
            <a:ln w="9525" cap="flat" cmpd="sng" algn="ctr">
              <a:solidFill>
                <a:schemeClr val="lt1"/>
              </a:solidFill>
              <a:prstDash val="solid"/>
            </a:ln>
          </a:top>
          <a:bottom>
            <a:ln w="9525" cap="flat" cmpd="sng" algn="ctr">
              <a:solidFill>
                <a:schemeClr val="lt1"/>
              </a:solidFill>
              <a:prstDash val="solid"/>
            </a:ln>
          </a:bottom>
        </a:tcBdr>
        <a:fill>
          <a:solidFill>
            <a:schemeClr val="lt2"/>
          </a:solidFill>
        </a:fill>
      </a:tcStyle>
    </a:band1V>
    <a:band2V>
      <a:tcStyle>
        <a:tcBdr>
          <a:top>
            <a:ln w="9525" cap="flat" cmpd="sng" algn="ctr">
              <a:solidFill>
                <a:schemeClr val="lt1"/>
              </a:solidFill>
              <a:prstDash val="solid"/>
            </a:ln>
          </a:top>
          <a:bottom>
            <a:ln w="9525" cap="flat" cmpd="sng" algn="ctr">
              <a:solidFill>
                <a:schemeClr val="lt1"/>
              </a:solidFill>
              <a:prstDash val="solid"/>
            </a:ln>
          </a:bottom>
        </a:tcBdr>
      </a:tcStyle>
    </a:band2V>
    <a:lastCol>
      <a:tcTxStyle b="off" i="off">
        <a:fontRef idx="major"/>
        <a:schemeClr val="tx2"/>
      </a:tcTxStyle>
      <a:tcStyle>
        <a:tcBdr/>
      </a:tcStyle>
    </a:lastCol>
    <a:firstCol>
      <a:tcTxStyle b="off" i="off">
        <a:fontRef idx="major"/>
        <a:schemeClr val="tx2"/>
      </a:tcTxStyle>
      <a:tcStyle>
        <a:tcBdr/>
      </a:tcStyle>
    </a:firstCol>
    <a:lastRow>
      <a:tcTxStyle b="off" i="off">
        <a:fontRef idx="major"/>
        <a:schemeClr val="tx2"/>
      </a:tcTxStyle>
      <a:tcStyle>
        <a:tcBdr>
          <a:top>
            <a:ln w="9525" cap="flat" cmpd="sng" algn="ctr">
              <a:solidFill>
                <a:schemeClr val="dk2"/>
              </a:solidFill>
              <a:prstDash val="solid"/>
            </a:ln>
          </a:top>
        </a:tcBdr>
      </a:tcStyle>
    </a:lastRow>
    <a:seCell>
      <a:tcStyle>
        <a:tcBdr/>
      </a:tcStyle>
    </a:seCell>
    <a:swCell>
      <a:tcStyle>
        <a:tcBdr/>
      </a:tcStyle>
    </a:swCell>
    <a:firstRow>
      <a:tcTxStyle b="off" i="off">
        <a:fontRef idx="major"/>
        <a:schemeClr val="lt1"/>
      </a:tcTxStyle>
      <a:tcStyle>
        <a:tcBdr>
          <a:bottom>
            <a:ln w="9525" cap="flat" cmpd="sng" algn="ctr">
              <a:solidFill>
                <a:schemeClr val="lt1"/>
              </a:solidFill>
              <a:prstDash val="solid"/>
            </a:ln>
          </a:bottom>
          <a:insideH>
            <a:ln w="9525" cap="flat" cmpd="sng" algn="ctr">
              <a:solidFill>
                <a:schemeClr val="lt1"/>
              </a:solidFill>
              <a:prstDash val="solid"/>
            </a:ln>
          </a:insideH>
        </a:tcBdr>
        <a:fill>
          <a:solidFill>
            <a:schemeClr val="dk2"/>
          </a:solidFill>
        </a:fill>
      </a:tcStyle>
    </a:firstRow>
    <a:neCell>
      <a:tcStyle>
        <a:tcBdr/>
      </a:tcStyle>
    </a:neCell>
    <a:nwCell>
      <a:tcTxStyle b="off" i="off">
        <a:fontRef idx="major"/>
        <a:schemeClr val="tx2"/>
      </a:tcTxStyle>
      <a:tcStyle>
        <a:tcBdr/>
        <a:fill>
          <a:noFill/>
        </a:fill>
      </a:tcStyle>
    </a:nwCell>
    <a:extLst/>
  </a:tblStyle>
  <a:tblStyle styleId="{CD87A762-B2FC-4E8F-B87C-4C9618D402FE}" styleName="O2 Light Blue">
    <a:tblBg/>
    <a:wholeTbl>
      <a:tcTxStyle b="off" i="off">
        <a:fontRef idx="minor"/>
        <a:srgbClr val="73737D"/>
      </a:tcTxStyle>
      <a:tcStyle>
        <a:tcBdr>
          <a:left>
            <a:ln>
              <a:noFill/>
            </a:ln>
          </a:left>
          <a:right>
            <a:ln>
              <a:noFill/>
            </a:ln>
          </a:right>
          <a:top>
            <a:ln>
              <a:noFill/>
            </a:ln>
          </a:top>
          <a:bottom>
            <a:ln>
              <a:noFill/>
            </a:ln>
          </a:bottom>
          <a:insideH>
            <a:ln w="9525" cap="flat" cmpd="sng" algn="ctr">
              <a:solidFill>
                <a:schemeClr val="lt2"/>
              </a:solidFill>
              <a:prstDash val="solid"/>
            </a:ln>
          </a:insideH>
          <a:insideV>
            <a:ln w="9525" cap="flat" cmpd="sng" algn="ctr">
              <a:solidFill>
                <a:schemeClr val="lt1"/>
              </a:solidFill>
              <a:prstDash val="solid"/>
            </a:ln>
          </a:insideV>
          <a:tl2br>
            <a:ln>
              <a:noFill/>
            </a:ln>
          </a:tl2br>
          <a:tr2bl>
            <a:ln>
              <a:noFill/>
            </a:ln>
          </a:tr2bl>
        </a:tcBdr>
        <a:fill>
          <a:noFill/>
        </a:fill>
      </a:tcStyle>
    </a:wholeTbl>
    <a:band1H>
      <a:tcStyle>
        <a:tcBdr>
          <a:top>
            <a:ln w="9525" cap="flat" cmpd="sng" algn="ctr">
              <a:solidFill>
                <a:schemeClr val="lt1"/>
              </a:solidFill>
              <a:prstDash val="solid"/>
            </a:ln>
          </a:top>
          <a:bottom>
            <a:ln w="9525" cap="flat" cmpd="sng" algn="ctr">
              <a:solidFill>
                <a:schemeClr val="lt1"/>
              </a:solidFill>
              <a:prstDash val="solid"/>
            </a:ln>
          </a:bottom>
        </a:tcBdr>
      </a:tcStyle>
    </a:band1H>
    <a:band2H>
      <a:tcStyle>
        <a:tcBdr>
          <a:top>
            <a:ln w="9525" cap="flat" cmpd="sng" algn="ctr">
              <a:solidFill>
                <a:schemeClr val="lt1"/>
              </a:solidFill>
              <a:prstDash val="solid"/>
            </a:ln>
          </a:top>
          <a:bottom>
            <a:ln w="9525" cap="flat" cmpd="sng" algn="ctr">
              <a:solidFill>
                <a:schemeClr val="lt1"/>
              </a:solidFill>
              <a:prstDash val="solid"/>
            </a:ln>
          </a:bottom>
        </a:tcBdr>
        <a:fill>
          <a:solidFill>
            <a:schemeClr val="lt2"/>
          </a:solidFill>
        </a:fill>
      </a:tcStyle>
    </a:band2H>
    <a:band1V>
      <a:tcStyle>
        <a:tcBdr>
          <a:top>
            <a:ln w="9525" cap="flat" cmpd="sng" algn="ctr">
              <a:solidFill>
                <a:schemeClr val="lt1"/>
              </a:solidFill>
              <a:prstDash val="solid"/>
            </a:ln>
          </a:top>
          <a:bottom>
            <a:ln w="9525" cap="flat" cmpd="sng" algn="ctr">
              <a:solidFill>
                <a:schemeClr val="lt1"/>
              </a:solidFill>
              <a:prstDash val="solid"/>
            </a:ln>
          </a:bottom>
        </a:tcBdr>
        <a:fill>
          <a:solidFill>
            <a:schemeClr val="lt2"/>
          </a:solidFill>
        </a:fill>
      </a:tcStyle>
    </a:band1V>
    <a:band2V>
      <a:tcStyle>
        <a:tcBdr>
          <a:top>
            <a:ln w="9525" cap="flat" cmpd="sng" algn="ctr">
              <a:solidFill>
                <a:schemeClr val="lt1"/>
              </a:solidFill>
              <a:prstDash val="solid"/>
            </a:ln>
          </a:top>
          <a:bottom>
            <a:ln w="9525" cap="flat" cmpd="sng" algn="ctr">
              <a:solidFill>
                <a:schemeClr val="lt1"/>
              </a:solidFill>
              <a:prstDash val="solid"/>
            </a:ln>
          </a:bottom>
        </a:tcBdr>
      </a:tcStyle>
    </a:band2V>
    <a:lastCol>
      <a:tcTxStyle b="off" i="off">
        <a:fontRef idx="major"/>
        <a:schemeClr val="tx2"/>
      </a:tcTxStyle>
      <a:tcStyle>
        <a:tcBdr/>
      </a:tcStyle>
    </a:lastCol>
    <a:firstCol>
      <a:tcTxStyle b="off" i="off">
        <a:fontRef idx="major"/>
        <a:schemeClr val="tx2"/>
      </a:tcTxStyle>
      <a:tcStyle>
        <a:tcBdr/>
      </a:tcStyle>
    </a:firstCol>
    <a:lastRow>
      <a:tcTxStyle b="off" i="off">
        <a:fontRef idx="major"/>
        <a:schemeClr val="tx2"/>
      </a:tcTxStyle>
      <a:tcStyle>
        <a:tcBdr>
          <a:top>
            <a:ln w="9525" cap="flat" cmpd="sng" algn="ctr">
              <a:solidFill>
                <a:schemeClr val="dk2"/>
              </a:solidFill>
              <a:prstDash val="solid"/>
            </a:ln>
          </a:top>
        </a:tcBdr>
      </a:tcStyle>
    </a:lastRow>
    <a:seCell>
      <a:tcStyle>
        <a:tcBdr/>
      </a:tcStyle>
    </a:seCell>
    <a:swCell>
      <a:tcStyle>
        <a:tcBdr/>
      </a:tcStyle>
    </a:swCell>
    <a:firstRow>
      <a:tcTxStyle b="off" i="off">
        <a:fontRef idx="major"/>
        <a:schemeClr val="tx2"/>
      </a:tcTxStyle>
      <a:tcStyle>
        <a:tcBdr>
          <a:bottom>
            <a:ln w="9525" cap="flat" cmpd="sng" algn="ctr">
              <a:solidFill>
                <a:schemeClr val="lt1"/>
              </a:solidFill>
              <a:prstDash val="solid"/>
            </a:ln>
          </a:bottom>
          <a:insideH>
            <a:ln w="9525" cap="flat" cmpd="sng" algn="ctr">
              <a:solidFill>
                <a:schemeClr val="lt1"/>
              </a:solidFill>
              <a:prstDash val="solid"/>
            </a:ln>
          </a:insideH>
        </a:tcBdr>
        <a:fill>
          <a:solidFill>
            <a:schemeClr val="accent2"/>
          </a:solidFill>
        </a:fill>
      </a:tcStyle>
    </a:firstRow>
    <a:neCell>
      <a:tcStyle>
        <a:tcBdr/>
      </a:tcStyle>
    </a:neCell>
    <a:nwCell>
      <a:tcStyle>
        <a:tcBdr/>
        <a:fill>
          <a:noFill/>
        </a:fill>
      </a:tcStyle>
    </a:nwCell>
    <a:extLst/>
  </a:tblStyle>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0"/>
    <p:restoredTop sz="94662"/>
  </p:normalViewPr>
  <p:slideViewPr>
    <p:cSldViewPr snapToGrid="0" showGuides="1">
      <p:cViewPr varScale="1">
        <p:scale>
          <a:sx n="104" d="100"/>
          <a:sy n="104" d="100"/>
        </p:scale>
        <p:origin x="896" y="192"/>
      </p:cViewPr>
      <p:guideLst/>
    </p:cSldViewPr>
  </p:slideViewPr>
  <p:notesTextViewPr>
    <p:cViewPr>
      <p:scale>
        <a:sx n="1" d="1"/>
        <a:sy n="1" d="1"/>
      </p:scale>
      <p:origin x="0" y="0"/>
    </p:cViewPr>
  </p:notesTextViewPr>
  <p:gridSpacing cx="36004" cy="36004"/>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font" Target="fonts/font1.fntdata"/><Relationship Id="rId63" Type="http://schemas.microsoft.com/office/2016/11/relationships/changesInfo" Target="changesInfos/changesInfo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font" Target="fonts/font4.fntdata"/><Relationship Id="rId5" Type="http://schemas.openxmlformats.org/officeDocument/2006/relationships/slide" Target="slides/slide1.xml"/><Relationship Id="rId61" Type="http://schemas.openxmlformats.org/officeDocument/2006/relationships/theme" Target="theme/theme1.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font" Target="fonts/font2.fntdata"/><Relationship Id="rId64" Type="http://schemas.microsoft.com/office/2015/10/relationships/revisionInfo" Target="revisionInfo.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presProps" Target="presProp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notesMaster" Target="notesMasters/notesMaster1.xml"/><Relationship Id="rId62"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font" Target="fonts/font3.fntdata"/><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ina Reiser" userId="b8dddda3-cebe-47b0-90da-e268780d0867" providerId="ADAL" clId="{375132F0-DD71-2D46-887A-02861835DE45}"/>
    <pc:docChg chg="undo custSel modSld modMainMaster">
      <pc:chgData name="Lina Reiser" userId="b8dddda3-cebe-47b0-90da-e268780d0867" providerId="ADAL" clId="{375132F0-DD71-2D46-887A-02861835DE45}" dt="2025-01-22T10:15:13.546" v="82" actId="14826"/>
      <pc:docMkLst>
        <pc:docMk/>
      </pc:docMkLst>
      <pc:sldChg chg="addSp delSp modSp mod">
        <pc:chgData name="Lina Reiser" userId="b8dddda3-cebe-47b0-90da-e268780d0867" providerId="ADAL" clId="{375132F0-DD71-2D46-887A-02861835DE45}" dt="2025-01-22T10:14:58.113" v="81" actId="20577"/>
        <pc:sldMkLst>
          <pc:docMk/>
          <pc:sldMk cId="510505872" sldId="265"/>
        </pc:sldMkLst>
        <pc:spChg chg="add del mod">
          <ac:chgData name="Lina Reiser" userId="b8dddda3-cebe-47b0-90da-e268780d0867" providerId="ADAL" clId="{375132F0-DD71-2D46-887A-02861835DE45}" dt="2025-01-22T10:13:39.415" v="40" actId="478"/>
          <ac:spMkLst>
            <pc:docMk/>
            <pc:sldMk cId="510505872" sldId="265"/>
            <ac:spMk id="7" creationId="{2F4D9497-0DEC-C8E5-CEC1-054D436BBBB2}"/>
          </ac:spMkLst>
        </pc:spChg>
        <pc:spChg chg="mod">
          <ac:chgData name="Lina Reiser" userId="b8dddda3-cebe-47b0-90da-e268780d0867" providerId="ADAL" clId="{375132F0-DD71-2D46-887A-02861835DE45}" dt="2025-01-22T10:14:58.113" v="81" actId="20577"/>
          <ac:spMkLst>
            <pc:docMk/>
            <pc:sldMk cId="510505872" sldId="265"/>
            <ac:spMk id="10" creationId="{138A152F-3F40-D451-8B31-48FC38BA9CBC}"/>
          </ac:spMkLst>
        </pc:spChg>
        <pc:spChg chg="add del">
          <ac:chgData name="Lina Reiser" userId="b8dddda3-cebe-47b0-90da-e268780d0867" providerId="ADAL" clId="{375132F0-DD71-2D46-887A-02861835DE45}" dt="2025-01-22T10:14:57.361" v="80" actId="931"/>
          <ac:spMkLst>
            <pc:docMk/>
            <pc:sldMk cId="510505872" sldId="265"/>
            <ac:spMk id="14" creationId="{514512F9-C8EA-933E-F92D-C81F937CDCD9}"/>
          </ac:spMkLst>
        </pc:spChg>
        <pc:picChg chg="add del mod">
          <ac:chgData name="Lina Reiser" userId="b8dddda3-cebe-47b0-90da-e268780d0867" providerId="ADAL" clId="{375132F0-DD71-2D46-887A-02861835DE45}" dt="2025-01-22T10:13:40.138" v="42" actId="931"/>
          <ac:picMkLst>
            <pc:docMk/>
            <pc:sldMk cId="510505872" sldId="265"/>
            <ac:picMk id="4" creationId="{420D2033-308A-A368-BF60-5867DEF901CC}"/>
          </ac:picMkLst>
        </pc:picChg>
        <pc:picChg chg="add mod">
          <ac:chgData name="Lina Reiser" userId="b8dddda3-cebe-47b0-90da-e268780d0867" providerId="ADAL" clId="{375132F0-DD71-2D46-887A-02861835DE45}" dt="2025-01-22T10:14:57.361" v="80" actId="931"/>
          <ac:picMkLst>
            <pc:docMk/>
            <pc:sldMk cId="510505872" sldId="265"/>
            <ac:picMk id="9" creationId="{242B07F0-B135-8A5B-A831-B758DBDE1E92}"/>
          </ac:picMkLst>
        </pc:picChg>
      </pc:sldChg>
      <pc:sldChg chg="modSp">
        <pc:chgData name="Lina Reiser" userId="b8dddda3-cebe-47b0-90da-e268780d0867" providerId="ADAL" clId="{375132F0-DD71-2D46-887A-02861835DE45}" dt="2025-01-22T10:15:13.546" v="82" actId="14826"/>
        <pc:sldMkLst>
          <pc:docMk/>
          <pc:sldMk cId="2705994510" sldId="300"/>
        </pc:sldMkLst>
        <pc:picChg chg="mod">
          <ac:chgData name="Lina Reiser" userId="b8dddda3-cebe-47b0-90da-e268780d0867" providerId="ADAL" clId="{375132F0-DD71-2D46-887A-02861835DE45}" dt="2025-01-22T10:13:59.706" v="49" actId="14826"/>
          <ac:picMkLst>
            <pc:docMk/>
            <pc:sldMk cId="2705994510" sldId="300"/>
            <ac:picMk id="87" creationId="{D7252035-4D9A-BD6D-E533-F74FBE3F140C}"/>
          </ac:picMkLst>
        </pc:picChg>
        <pc:picChg chg="mod">
          <ac:chgData name="Lina Reiser" userId="b8dddda3-cebe-47b0-90da-e268780d0867" providerId="ADAL" clId="{375132F0-DD71-2D46-887A-02861835DE45}" dt="2025-01-22T10:15:13.546" v="82" actId="14826"/>
          <ac:picMkLst>
            <pc:docMk/>
            <pc:sldMk cId="2705994510" sldId="300"/>
            <ac:picMk id="90" creationId="{DB7E5FF3-7A3F-3A6C-FB43-07A614F2B239}"/>
          </ac:picMkLst>
        </pc:picChg>
        <pc:picChg chg="mod">
          <ac:chgData name="Lina Reiser" userId="b8dddda3-cebe-47b0-90da-e268780d0867" providerId="ADAL" clId="{375132F0-DD71-2D46-887A-02861835DE45}" dt="2025-01-22T10:12:19.378" v="13" actId="14826"/>
          <ac:picMkLst>
            <pc:docMk/>
            <pc:sldMk cId="2705994510" sldId="300"/>
            <ac:picMk id="93" creationId="{A200B0AF-8BB7-609E-BEF1-1CF9EAE5C466}"/>
          </ac:picMkLst>
        </pc:picChg>
      </pc:sldChg>
      <pc:sldMasterChg chg="modSldLayout">
        <pc:chgData name="Lina Reiser" userId="b8dddda3-cebe-47b0-90da-e268780d0867" providerId="ADAL" clId="{375132F0-DD71-2D46-887A-02861835DE45}" dt="2025-01-22T10:10:52.485" v="12" actId="14826"/>
        <pc:sldMasterMkLst>
          <pc:docMk/>
          <pc:sldMasterMk cId="2723563844" sldId="2147483648"/>
        </pc:sldMasterMkLst>
        <pc:sldLayoutChg chg="modSp">
          <pc:chgData name="Lina Reiser" userId="b8dddda3-cebe-47b0-90da-e268780d0867" providerId="ADAL" clId="{375132F0-DD71-2D46-887A-02861835DE45}" dt="2025-01-22T10:07:47.028" v="0" actId="14826"/>
          <pc:sldLayoutMkLst>
            <pc:docMk/>
            <pc:sldMasterMk cId="2723563844" sldId="2147483648"/>
            <pc:sldLayoutMk cId="1374592327" sldId="2147483662"/>
          </pc:sldLayoutMkLst>
          <pc:picChg chg="mod">
            <ac:chgData name="Lina Reiser" userId="b8dddda3-cebe-47b0-90da-e268780d0867" providerId="ADAL" clId="{375132F0-DD71-2D46-887A-02861835DE45}" dt="2025-01-22T10:07:47.028" v="0" actId="14826"/>
            <ac:picMkLst>
              <pc:docMk/>
              <pc:sldMasterMk cId="2723563844" sldId="2147483648"/>
              <pc:sldLayoutMk cId="1374592327" sldId="2147483662"/>
              <ac:picMk id="9" creationId="{43C25F4B-9F58-F60D-A5B9-D58B30FA2AB8}"/>
            </ac:picMkLst>
          </pc:picChg>
        </pc:sldLayoutChg>
        <pc:sldLayoutChg chg="modSp">
          <pc:chgData name="Lina Reiser" userId="b8dddda3-cebe-47b0-90da-e268780d0867" providerId="ADAL" clId="{375132F0-DD71-2D46-887A-02861835DE45}" dt="2025-01-22T10:08:01.238" v="1" actId="14826"/>
          <pc:sldLayoutMkLst>
            <pc:docMk/>
            <pc:sldMasterMk cId="2723563844" sldId="2147483648"/>
            <pc:sldLayoutMk cId="651540685" sldId="2147483663"/>
          </pc:sldLayoutMkLst>
          <pc:picChg chg="mod">
            <ac:chgData name="Lina Reiser" userId="b8dddda3-cebe-47b0-90da-e268780d0867" providerId="ADAL" clId="{375132F0-DD71-2D46-887A-02861835DE45}" dt="2025-01-22T10:08:01.238" v="1" actId="14826"/>
            <ac:picMkLst>
              <pc:docMk/>
              <pc:sldMasterMk cId="2723563844" sldId="2147483648"/>
              <pc:sldLayoutMk cId="651540685" sldId="2147483663"/>
              <ac:picMk id="9" creationId="{0157A80F-1C9D-297B-0F72-338B5AA777A6}"/>
            </ac:picMkLst>
          </pc:picChg>
        </pc:sldLayoutChg>
        <pc:sldLayoutChg chg="modSp">
          <pc:chgData name="Lina Reiser" userId="b8dddda3-cebe-47b0-90da-e268780d0867" providerId="ADAL" clId="{375132F0-DD71-2D46-887A-02861835DE45}" dt="2025-01-22T10:09:04.698" v="9" actId="14826"/>
          <pc:sldLayoutMkLst>
            <pc:docMk/>
            <pc:sldMasterMk cId="2723563844" sldId="2147483648"/>
            <pc:sldLayoutMk cId="2820232353" sldId="2147483677"/>
          </pc:sldLayoutMkLst>
          <pc:picChg chg="mod">
            <ac:chgData name="Lina Reiser" userId="b8dddda3-cebe-47b0-90da-e268780d0867" providerId="ADAL" clId="{375132F0-DD71-2D46-887A-02861835DE45}" dt="2025-01-22T10:09:04.698" v="9" actId="14826"/>
            <ac:picMkLst>
              <pc:docMk/>
              <pc:sldMasterMk cId="2723563844" sldId="2147483648"/>
              <pc:sldLayoutMk cId="2820232353" sldId="2147483677"/>
              <ac:picMk id="4" creationId="{BCFA35D1-532A-91F7-39CA-3862D629177D}"/>
            </ac:picMkLst>
          </pc:picChg>
        </pc:sldLayoutChg>
        <pc:sldLayoutChg chg="modSp">
          <pc:chgData name="Lina Reiser" userId="b8dddda3-cebe-47b0-90da-e268780d0867" providerId="ADAL" clId="{375132F0-DD71-2D46-887A-02861835DE45}" dt="2025-01-22T10:10:52.485" v="12" actId="14826"/>
          <pc:sldLayoutMkLst>
            <pc:docMk/>
            <pc:sldMasterMk cId="2723563844" sldId="2147483648"/>
            <pc:sldLayoutMk cId="1422248792" sldId="2147483678"/>
          </pc:sldLayoutMkLst>
          <pc:picChg chg="mod">
            <ac:chgData name="Lina Reiser" userId="b8dddda3-cebe-47b0-90da-e268780d0867" providerId="ADAL" clId="{375132F0-DD71-2D46-887A-02861835DE45}" dt="2025-01-22T10:10:52.485" v="12" actId="14826"/>
            <ac:picMkLst>
              <pc:docMk/>
              <pc:sldMasterMk cId="2723563844" sldId="2147483648"/>
              <pc:sldLayoutMk cId="1422248792" sldId="2147483678"/>
              <ac:picMk id="4" creationId="{37EED713-F19E-CB21-4D29-F1E6A920D237}"/>
            </ac:picMkLst>
          </pc:picChg>
        </pc:sldLayoutChg>
        <pc:sldLayoutChg chg="modSp">
          <pc:chgData name="Lina Reiser" userId="b8dddda3-cebe-47b0-90da-e268780d0867" providerId="ADAL" clId="{375132F0-DD71-2D46-887A-02861835DE45}" dt="2025-01-22T10:08:10.817" v="2" actId="14826"/>
          <pc:sldLayoutMkLst>
            <pc:docMk/>
            <pc:sldMasterMk cId="2723563844" sldId="2147483648"/>
            <pc:sldLayoutMk cId="2167304884" sldId="2147483679"/>
          </pc:sldLayoutMkLst>
          <pc:picChg chg="mod">
            <ac:chgData name="Lina Reiser" userId="b8dddda3-cebe-47b0-90da-e268780d0867" providerId="ADAL" clId="{375132F0-DD71-2D46-887A-02861835DE45}" dt="2025-01-22T10:08:10.817" v="2" actId="14826"/>
            <ac:picMkLst>
              <pc:docMk/>
              <pc:sldMasterMk cId="2723563844" sldId="2147483648"/>
              <pc:sldLayoutMk cId="2167304884" sldId="2147483679"/>
              <ac:picMk id="10" creationId="{588EE957-2F84-0716-7FD2-60DDD0A6ACCB}"/>
            </ac:picMkLst>
          </pc:picChg>
        </pc:sldLayoutChg>
      </pc:sldMaster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1.xml"/><Relationship Id="rId1" Type="http://schemas.microsoft.com/office/2011/relationships/chartStyle" Target="style1.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2.xml"/><Relationship Id="rId1" Type="http://schemas.microsoft.com/office/2011/relationships/chartStyle" Target="style2.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3.xml"/><Relationship Id="rId1" Type="http://schemas.microsoft.com/office/2011/relationships/chartStyle" Target="style3.xml"/></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Worksheet10.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Worksheet11.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Worksheet12.xlsx"/></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Worksheet13.xlsx"/></Relationships>
</file>

<file path=ppt/charts/_rels/chart15.xml.rels><?xml version="1.0" encoding="UTF-8" standalone="yes"?>
<Relationships xmlns="http://schemas.openxmlformats.org/package/2006/relationships"><Relationship Id="rId1" Type="http://schemas.openxmlformats.org/officeDocument/2006/relationships/package" Target="../embeddings/Microsoft_Excel_Worksheet14.xlsx"/></Relationships>
</file>

<file path=ppt/charts/_rels/chart16.xml.rels><?xml version="1.0" encoding="UTF-8" standalone="yes"?>
<Relationships xmlns="http://schemas.openxmlformats.org/package/2006/relationships"><Relationship Id="rId1" Type="http://schemas.openxmlformats.org/officeDocument/2006/relationships/package" Target="../embeddings/Microsoft_Excel_Worksheet15.xlsx"/></Relationships>
</file>

<file path=ppt/charts/_rels/chart17.xml.rels><?xml version="1.0" encoding="UTF-8" standalone="yes"?>
<Relationships xmlns="http://schemas.openxmlformats.org/package/2006/relationships"><Relationship Id="rId1" Type="http://schemas.openxmlformats.org/officeDocument/2006/relationships/package" Target="../embeddings/Microsoft_Excel_Worksheet16.xlsx"/></Relationships>
</file>

<file path=ppt/charts/_rels/chart18.xml.rels><?xml version="1.0" encoding="UTF-8" standalone="yes"?>
<Relationships xmlns="http://schemas.openxmlformats.org/package/2006/relationships"><Relationship Id="rId1" Type="http://schemas.openxmlformats.org/officeDocument/2006/relationships/package" Target="../embeddings/Microsoft_Excel_Worksheet17.xlsx"/></Relationships>
</file>

<file path=ppt/charts/_rels/chart19.xml.rels><?xml version="1.0" encoding="UTF-8" standalone="yes"?>
<Relationships xmlns="http://schemas.openxmlformats.org/package/2006/relationships"><Relationship Id="rId1" Type="http://schemas.openxmlformats.org/officeDocument/2006/relationships/package" Target="../embeddings/Microsoft_Excel_Worksheet18.xlsx"/></Relationships>
</file>

<file path=ppt/charts/_rels/chart20.xml.rels><?xml version="1.0" encoding="UTF-8" standalone="yes"?>
<Relationships xmlns="http://schemas.openxmlformats.org/package/2006/relationships"><Relationship Id="rId1" Type="http://schemas.openxmlformats.org/officeDocument/2006/relationships/package" Target="../embeddings/Microsoft_Excel_Worksheet19.xlsx"/></Relationships>
</file>

<file path=ppt/charts/_rels/chart21.xml.rels><?xml version="1.0" encoding="UTF-8" standalone="yes"?>
<Relationships xmlns="http://schemas.openxmlformats.org/package/2006/relationships"><Relationship Id="rId1" Type="http://schemas.openxmlformats.org/officeDocument/2006/relationships/package" Target="../embeddings/Microsoft_Excel_Worksheet20.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barChart>
        <c:barDir val="col"/>
        <c:grouping val="clustered"/>
        <c:varyColors val="0"/>
        <c:ser>
          <c:idx val="0"/>
          <c:order val="0"/>
          <c:tx>
            <c:strRef>
              <c:f>Sheet1!$B$1</c:f>
              <c:strCache>
                <c:ptCount val="1"/>
                <c:pt idx="0">
                  <c:v>Series 1</c:v>
                </c:pt>
              </c:strCache>
            </c:strRef>
          </c:tx>
          <c:spPr>
            <a:solidFill>
              <a:srgbClr val="0050FF"/>
            </a:solidFill>
          </c:spPr>
          <c:invertIfNegative val="0"/>
          <c:dLbls>
            <c:spPr>
              <a:noFill/>
              <a:ln>
                <a:noFill/>
              </a:ln>
              <a:effectLst/>
            </c:spPr>
            <c:txPr>
              <a:bodyPr/>
              <a:lstStyle/>
              <a:p>
                <a:pPr>
                  <a:defRPr sz="800" b="1" i="0">
                    <a:latin typeface="+mn-lt"/>
                    <a:cs typeface="On Air" panose="020F0503030404020204" pitchFamily="34" charset="77"/>
                  </a:defRPr>
                </a:pPr>
                <a:endParaRPr lang="en-DE"/>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Sheet1!$A$2:$A$5</c:f>
              <c:strCache>
                <c:ptCount val="4"/>
                <c:pt idx="0">
                  <c:v>April</c:v>
                </c:pt>
                <c:pt idx="1">
                  <c:v>May</c:v>
                </c:pt>
                <c:pt idx="2">
                  <c:v>June</c:v>
                </c:pt>
                <c:pt idx="3">
                  <c:v>July</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7EF2-4236-9C84-2C715E12A039}"/>
            </c:ext>
          </c:extLst>
        </c:ser>
        <c:ser>
          <c:idx val="1"/>
          <c:order val="1"/>
          <c:tx>
            <c:strRef>
              <c:f>Sheet1!$C$1</c:f>
              <c:strCache>
                <c:ptCount val="1"/>
                <c:pt idx="0">
                  <c:v>Series 2</c:v>
                </c:pt>
              </c:strCache>
            </c:strRef>
          </c:tx>
          <c:spPr>
            <a:solidFill>
              <a:srgbClr val="00008C"/>
            </a:solidFill>
          </c:spPr>
          <c:invertIfNegative val="0"/>
          <c:dLbls>
            <c:spPr>
              <a:noFill/>
              <a:ln>
                <a:noFill/>
              </a:ln>
              <a:effectLst/>
            </c:spPr>
            <c:txPr>
              <a:bodyPr/>
              <a:lstStyle/>
              <a:p>
                <a:pPr>
                  <a:defRPr sz="800" b="1" i="0">
                    <a:latin typeface="+mn-lt"/>
                    <a:cs typeface="On Air" panose="020F0503030404020204" pitchFamily="34" charset="77"/>
                  </a:defRPr>
                </a:pPr>
                <a:endParaRPr lang="en-DE"/>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Sheet1!$A$2:$A$5</c:f>
              <c:strCache>
                <c:ptCount val="4"/>
                <c:pt idx="0">
                  <c:v>April</c:v>
                </c:pt>
                <c:pt idx="1">
                  <c:v>May</c:v>
                </c:pt>
                <c:pt idx="2">
                  <c:v>June</c:v>
                </c:pt>
                <c:pt idx="3">
                  <c:v>July</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7EF2-4236-9C84-2C715E12A039}"/>
            </c:ext>
          </c:extLst>
        </c:ser>
        <c:ser>
          <c:idx val="2"/>
          <c:order val="2"/>
          <c:tx>
            <c:strRef>
              <c:f>Sheet1!$D$1</c:f>
              <c:strCache>
                <c:ptCount val="1"/>
                <c:pt idx="0">
                  <c:v>Series 3</c:v>
                </c:pt>
              </c:strCache>
            </c:strRef>
          </c:tx>
          <c:spPr>
            <a:solidFill>
              <a:srgbClr val="82DCFA"/>
            </a:solidFill>
          </c:spPr>
          <c:invertIfNegative val="0"/>
          <c:dLbls>
            <c:spPr>
              <a:noFill/>
              <a:ln>
                <a:noFill/>
              </a:ln>
              <a:effectLst/>
            </c:spPr>
            <c:txPr>
              <a:bodyPr/>
              <a:lstStyle/>
              <a:p>
                <a:pPr>
                  <a:defRPr sz="800" b="1" i="0">
                    <a:latin typeface="+mn-lt"/>
                    <a:cs typeface="On Air" panose="020F0503030404020204" pitchFamily="34" charset="77"/>
                  </a:defRPr>
                </a:pPr>
                <a:endParaRPr lang="en-DE"/>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Sheet1!$A$2:$A$5</c:f>
              <c:strCache>
                <c:ptCount val="4"/>
                <c:pt idx="0">
                  <c:v>April</c:v>
                </c:pt>
                <c:pt idx="1">
                  <c:v>May</c:v>
                </c:pt>
                <c:pt idx="2">
                  <c:v>June</c:v>
                </c:pt>
                <c:pt idx="3">
                  <c:v>July</c:v>
                </c:pt>
              </c:strCache>
            </c:strRef>
          </c:cat>
          <c:val>
            <c:numRef>
              <c:f>Sheet1!$D$2:$D$5</c:f>
              <c:numCache>
                <c:formatCode>General</c:formatCode>
                <c:ptCount val="4"/>
                <c:pt idx="0">
                  <c:v>2</c:v>
                </c:pt>
                <c:pt idx="1">
                  <c:v>2</c:v>
                </c:pt>
                <c:pt idx="2">
                  <c:v>3</c:v>
                </c:pt>
                <c:pt idx="3">
                  <c:v>5.2</c:v>
                </c:pt>
              </c:numCache>
            </c:numRef>
          </c:val>
          <c:extLst>
            <c:ext xmlns:c16="http://schemas.microsoft.com/office/drawing/2014/chart" uri="{C3380CC4-5D6E-409C-BE32-E72D297353CC}">
              <c16:uniqueId val="{00000002-7EF2-4236-9C84-2C715E12A039}"/>
            </c:ext>
          </c:extLst>
        </c:ser>
        <c:dLbls>
          <c:dLblPos val="inEnd"/>
          <c:showLegendKey val="0"/>
          <c:showVal val="1"/>
          <c:showCatName val="0"/>
          <c:showSerName val="0"/>
          <c:showPercent val="0"/>
          <c:showBubbleSize val="0"/>
        </c:dLbls>
        <c:gapWidth val="175"/>
        <c:overlap val="-11"/>
        <c:axId val="373050120"/>
        <c:axId val="547418072"/>
      </c:barChart>
      <c:catAx>
        <c:axId val="373050120"/>
        <c:scaling>
          <c:orientation val="minMax"/>
        </c:scaling>
        <c:delete val="0"/>
        <c:axPos val="b"/>
        <c:numFmt formatCode="General" sourceLinked="0"/>
        <c:majorTickMark val="out"/>
        <c:minorTickMark val="none"/>
        <c:tickLblPos val="nextTo"/>
        <c:spPr>
          <a:ln>
            <a:solidFill>
              <a:schemeClr val="bg2"/>
            </a:solidFill>
          </a:ln>
        </c:spPr>
        <c:txPr>
          <a:bodyPr/>
          <a:lstStyle/>
          <a:p>
            <a:pPr>
              <a:defRPr>
                <a:solidFill>
                  <a:srgbClr val="73737D"/>
                </a:solidFill>
              </a:defRPr>
            </a:pPr>
            <a:endParaRPr lang="en-DE"/>
          </a:p>
        </c:txPr>
        <c:crossAx val="547418072"/>
        <c:crosses val="autoZero"/>
        <c:auto val="1"/>
        <c:lblAlgn val="ctr"/>
        <c:lblOffset val="100"/>
        <c:noMultiLvlLbl val="0"/>
      </c:catAx>
      <c:valAx>
        <c:axId val="547418072"/>
        <c:scaling>
          <c:orientation val="minMax"/>
        </c:scaling>
        <c:delete val="0"/>
        <c:axPos val="l"/>
        <c:numFmt formatCode="General" sourceLinked="1"/>
        <c:majorTickMark val="none"/>
        <c:minorTickMark val="none"/>
        <c:tickLblPos val="nextTo"/>
        <c:spPr>
          <a:ln>
            <a:solidFill>
              <a:schemeClr val="bg1">
                <a:lumMod val="85000"/>
              </a:schemeClr>
            </a:solidFill>
          </a:ln>
        </c:spPr>
        <c:txPr>
          <a:bodyPr/>
          <a:lstStyle/>
          <a:p>
            <a:pPr>
              <a:defRPr sz="1000" b="0" i="0">
                <a:solidFill>
                  <a:srgbClr val="73737D"/>
                </a:solidFill>
                <a:latin typeface="+mn-lt"/>
                <a:cs typeface="On Air" panose="020F0503030404020204" pitchFamily="34" charset="77"/>
              </a:defRPr>
            </a:pPr>
            <a:endParaRPr lang="en-DE"/>
          </a:p>
        </c:txPr>
        <c:crossAx val="373050120"/>
        <c:crosses val="autoZero"/>
        <c:crossBetween val="between"/>
      </c:valAx>
    </c:plotArea>
    <c:legend>
      <c:legendPos val="b"/>
      <c:layout>
        <c:manualLayout>
          <c:xMode val="edge"/>
          <c:yMode val="edge"/>
          <c:x val="4.2149721821665549E-2"/>
          <c:y val="0.9215411774595792"/>
          <c:w val="0.90142895983548044"/>
          <c:h val="5.6540925266903914E-2"/>
        </c:manualLayout>
      </c:layout>
      <c:overlay val="0"/>
      <c:txPr>
        <a:bodyPr/>
        <a:lstStyle/>
        <a:p>
          <a:pPr>
            <a:defRPr sz="1200" b="0" i="0">
              <a:solidFill>
                <a:srgbClr val="73737D"/>
              </a:solidFill>
              <a:latin typeface="+mn-lt"/>
              <a:cs typeface="On Air" panose="020F0503030404020204" pitchFamily="34" charset="77"/>
            </a:defRPr>
          </a:pPr>
          <a:endParaRPr lang="en-DE"/>
        </a:p>
      </c:txPr>
    </c:legend>
    <c:plotVisOnly val="1"/>
    <c:dispBlanksAs val="gap"/>
    <c:showDLblsOverMax val="0"/>
  </c:chart>
  <c:txPr>
    <a:bodyPr/>
    <a:lstStyle/>
    <a:p>
      <a:pPr>
        <a:defRPr sz="800">
          <a:solidFill>
            <a:schemeClr val="bg1"/>
          </a:solidFill>
        </a:defRPr>
      </a:pPr>
      <a:endParaRPr lang="en-DE"/>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de-DE" sz="1800" b="1" i="0" u="none" strike="noStrike" kern="1200" spc="0" baseline="0" dirty="0" err="1">
                <a:solidFill>
                  <a:schemeClr val="tx2"/>
                </a:solidFill>
              </a:rPr>
              <a:t>Example</a:t>
            </a:r>
            <a:r>
              <a:rPr lang="de-DE" sz="1800" b="1" i="0" u="none" strike="noStrike" kern="1200" spc="0" baseline="0" dirty="0">
                <a:solidFill>
                  <a:schemeClr val="tx2"/>
                </a:solidFill>
              </a:rPr>
              <a:t> </a:t>
            </a:r>
            <a:r>
              <a:rPr lang="de-DE" sz="1800" b="1" i="0" u="none" strike="noStrike" kern="1200" spc="0" baseline="0" dirty="0" err="1">
                <a:solidFill>
                  <a:schemeClr val="tx2"/>
                </a:solidFill>
              </a:rPr>
              <a:t>chart</a:t>
            </a:r>
            <a:endParaRPr lang="de-DE" sz="1800" b="1" i="0" u="none" strike="noStrike" kern="1200" spc="0" baseline="0" dirty="0">
              <a:solidFill>
                <a:schemeClr val="tx2"/>
              </a:solidFill>
            </a:endParaRP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de-DE"/>
        </a:p>
      </c:txPr>
    </c:title>
    <c:autoTitleDeleted val="0"/>
    <c:plotArea>
      <c:layout>
        <c:manualLayout>
          <c:layoutTarget val="inner"/>
          <c:xMode val="edge"/>
          <c:yMode val="edge"/>
          <c:x val="0.1073372778267622"/>
          <c:y val="0.14287576750116976"/>
          <c:w val="0.86540969229641851"/>
          <c:h val="0.64868436024858034"/>
        </c:manualLayout>
      </c:layout>
      <c:barChart>
        <c:barDir val="bar"/>
        <c:grouping val="stacked"/>
        <c:varyColors val="0"/>
        <c:ser>
          <c:idx val="0"/>
          <c:order val="0"/>
          <c:tx>
            <c:strRef>
              <c:f>Sheet1!$B$1</c:f>
              <c:strCache>
                <c:ptCount val="1"/>
                <c:pt idx="0">
                  <c:v>Serie 1</c:v>
                </c:pt>
              </c:strCache>
            </c:strRef>
          </c:tx>
          <c:spPr>
            <a:solidFill>
              <a:srgbClr val="0050FF"/>
            </a:solidFill>
            <a:ln>
              <a:noFill/>
            </a:ln>
            <a:effectLst/>
          </c:spPr>
          <c:invertIfNegative val="0"/>
          <c:cat>
            <c:strRef>
              <c:f>Sheet1!$A$2:$A$4</c:f>
              <c:strCache>
                <c:ptCount val="3"/>
                <c:pt idx="0">
                  <c:v>Type 3</c:v>
                </c:pt>
                <c:pt idx="1">
                  <c:v>Type 2</c:v>
                </c:pt>
                <c:pt idx="2">
                  <c:v>Type 1</c:v>
                </c:pt>
              </c:strCache>
            </c:strRef>
          </c:cat>
          <c:val>
            <c:numRef>
              <c:f>Sheet1!$B$2:$B$4</c:f>
              <c:numCache>
                <c:formatCode>General</c:formatCode>
                <c:ptCount val="3"/>
                <c:pt idx="0">
                  <c:v>8</c:v>
                </c:pt>
                <c:pt idx="1">
                  <c:v>9</c:v>
                </c:pt>
                <c:pt idx="2">
                  <c:v>10</c:v>
                </c:pt>
              </c:numCache>
            </c:numRef>
          </c:val>
          <c:extLst>
            <c:ext xmlns:c16="http://schemas.microsoft.com/office/drawing/2014/chart" uri="{C3380CC4-5D6E-409C-BE32-E72D297353CC}">
              <c16:uniqueId val="{00000000-73BB-4087-9A49-EA233C40D569}"/>
            </c:ext>
          </c:extLst>
        </c:ser>
        <c:ser>
          <c:idx val="1"/>
          <c:order val="1"/>
          <c:tx>
            <c:strRef>
              <c:f>Sheet1!$C$1</c:f>
              <c:strCache>
                <c:ptCount val="1"/>
                <c:pt idx="0">
                  <c:v>Serie 2</c:v>
                </c:pt>
              </c:strCache>
            </c:strRef>
          </c:tx>
          <c:spPr>
            <a:solidFill>
              <a:srgbClr val="00008C"/>
            </a:solidFill>
            <a:ln>
              <a:noFill/>
            </a:ln>
            <a:effectLst/>
          </c:spPr>
          <c:invertIfNegative val="0"/>
          <c:cat>
            <c:strRef>
              <c:f>Sheet1!$A$2:$A$4</c:f>
              <c:strCache>
                <c:ptCount val="3"/>
                <c:pt idx="0">
                  <c:v>Type 3</c:v>
                </c:pt>
                <c:pt idx="1">
                  <c:v>Type 2</c:v>
                </c:pt>
                <c:pt idx="2">
                  <c:v>Type 1</c:v>
                </c:pt>
              </c:strCache>
            </c:strRef>
          </c:cat>
          <c:val>
            <c:numRef>
              <c:f>Sheet1!$C$2:$C$4</c:f>
              <c:numCache>
                <c:formatCode>General</c:formatCode>
                <c:ptCount val="3"/>
                <c:pt idx="0">
                  <c:v>4.5</c:v>
                </c:pt>
                <c:pt idx="1">
                  <c:v>5</c:v>
                </c:pt>
                <c:pt idx="2">
                  <c:v>5</c:v>
                </c:pt>
              </c:numCache>
            </c:numRef>
          </c:val>
          <c:extLst>
            <c:ext xmlns:c16="http://schemas.microsoft.com/office/drawing/2014/chart" uri="{C3380CC4-5D6E-409C-BE32-E72D297353CC}">
              <c16:uniqueId val="{00000001-73BB-4087-9A49-EA233C40D569}"/>
            </c:ext>
          </c:extLst>
        </c:ser>
        <c:ser>
          <c:idx val="2"/>
          <c:order val="2"/>
          <c:tx>
            <c:strRef>
              <c:f>Sheet1!$D$1</c:f>
              <c:strCache>
                <c:ptCount val="1"/>
                <c:pt idx="0">
                  <c:v>Serie 3</c:v>
                </c:pt>
              </c:strCache>
            </c:strRef>
          </c:tx>
          <c:spPr>
            <a:solidFill>
              <a:srgbClr val="82DCFA"/>
            </a:solidFill>
            <a:ln>
              <a:noFill/>
            </a:ln>
            <a:effectLst/>
          </c:spPr>
          <c:invertIfNegative val="0"/>
          <c:dPt>
            <c:idx val="0"/>
            <c:invertIfNegative val="0"/>
            <c:bubble3D val="0"/>
            <c:extLst>
              <c:ext xmlns:c16="http://schemas.microsoft.com/office/drawing/2014/chart" uri="{C3380CC4-5D6E-409C-BE32-E72D297353CC}">
                <c16:uniqueId val="{00000002-73BB-4087-9A49-EA233C40D569}"/>
              </c:ext>
            </c:extLst>
          </c:dPt>
          <c:dPt>
            <c:idx val="1"/>
            <c:invertIfNegative val="0"/>
            <c:bubble3D val="0"/>
            <c:extLst>
              <c:ext xmlns:c16="http://schemas.microsoft.com/office/drawing/2014/chart" uri="{C3380CC4-5D6E-409C-BE32-E72D297353CC}">
                <c16:uniqueId val="{00000003-73BB-4087-9A49-EA233C40D569}"/>
              </c:ext>
            </c:extLst>
          </c:dPt>
          <c:dPt>
            <c:idx val="2"/>
            <c:invertIfNegative val="0"/>
            <c:bubble3D val="0"/>
            <c:extLst>
              <c:ext xmlns:c16="http://schemas.microsoft.com/office/drawing/2014/chart" uri="{C3380CC4-5D6E-409C-BE32-E72D297353CC}">
                <c16:uniqueId val="{00000004-73BB-4087-9A49-EA233C40D569}"/>
              </c:ext>
            </c:extLst>
          </c:dPt>
          <c:cat>
            <c:strRef>
              <c:f>Sheet1!$A$2:$A$4</c:f>
              <c:strCache>
                <c:ptCount val="3"/>
                <c:pt idx="0">
                  <c:v>Type 3</c:v>
                </c:pt>
                <c:pt idx="1">
                  <c:v>Type 2</c:v>
                </c:pt>
                <c:pt idx="2">
                  <c:v>Type 1</c:v>
                </c:pt>
              </c:strCache>
            </c:strRef>
          </c:cat>
          <c:val>
            <c:numRef>
              <c:f>Sheet1!$D$2:$D$4</c:f>
              <c:numCache>
                <c:formatCode>General</c:formatCode>
                <c:ptCount val="3"/>
                <c:pt idx="0">
                  <c:v>2.2999999999999998</c:v>
                </c:pt>
                <c:pt idx="1">
                  <c:v>2.6</c:v>
                </c:pt>
                <c:pt idx="2">
                  <c:v>3</c:v>
                </c:pt>
              </c:numCache>
            </c:numRef>
          </c:val>
          <c:extLst>
            <c:ext xmlns:c16="http://schemas.microsoft.com/office/drawing/2014/chart" uri="{C3380CC4-5D6E-409C-BE32-E72D297353CC}">
              <c16:uniqueId val="{00000005-73BB-4087-9A49-EA233C40D569}"/>
            </c:ext>
          </c:extLst>
        </c:ser>
        <c:ser>
          <c:idx val="3"/>
          <c:order val="3"/>
          <c:tx>
            <c:strRef>
              <c:f>Sheet1!$E$1</c:f>
              <c:strCache>
                <c:ptCount val="1"/>
                <c:pt idx="0">
                  <c:v>Serie 4</c:v>
                </c:pt>
              </c:strCache>
            </c:strRef>
          </c:tx>
          <c:spPr>
            <a:solidFill>
              <a:schemeClr val="accent3"/>
            </a:solidFill>
            <a:ln>
              <a:noFill/>
            </a:ln>
            <a:effectLst/>
          </c:spPr>
          <c:invertIfNegative val="0"/>
          <c:cat>
            <c:strRef>
              <c:f>Sheet1!$A$2:$A$4</c:f>
              <c:strCache>
                <c:ptCount val="3"/>
                <c:pt idx="0">
                  <c:v>Type 3</c:v>
                </c:pt>
                <c:pt idx="1">
                  <c:v>Type 2</c:v>
                </c:pt>
                <c:pt idx="2">
                  <c:v>Type 1</c:v>
                </c:pt>
              </c:strCache>
            </c:strRef>
          </c:cat>
          <c:val>
            <c:numRef>
              <c:f>Sheet1!$E$2:$E$4</c:f>
              <c:numCache>
                <c:formatCode>General</c:formatCode>
                <c:ptCount val="3"/>
                <c:pt idx="0">
                  <c:v>2</c:v>
                </c:pt>
                <c:pt idx="1">
                  <c:v>1.6</c:v>
                </c:pt>
                <c:pt idx="2">
                  <c:v>2</c:v>
                </c:pt>
              </c:numCache>
            </c:numRef>
          </c:val>
          <c:extLst>
            <c:ext xmlns:c16="http://schemas.microsoft.com/office/drawing/2014/chart" uri="{C3380CC4-5D6E-409C-BE32-E72D297353CC}">
              <c16:uniqueId val="{00000006-73BB-4087-9A49-EA233C40D569}"/>
            </c:ext>
          </c:extLst>
        </c:ser>
        <c:ser>
          <c:idx val="4"/>
          <c:order val="4"/>
          <c:tx>
            <c:strRef>
              <c:f>Sheet1!$F$1</c:f>
              <c:strCache>
                <c:ptCount val="1"/>
                <c:pt idx="0">
                  <c:v>Serie 5</c:v>
                </c:pt>
              </c:strCache>
            </c:strRef>
          </c:tx>
          <c:spPr>
            <a:solidFill>
              <a:schemeClr val="accent6"/>
            </a:solidFill>
            <a:ln>
              <a:noFill/>
            </a:ln>
            <a:effectLst/>
          </c:spPr>
          <c:invertIfNegative val="0"/>
          <c:cat>
            <c:strRef>
              <c:f>Sheet1!$A$2:$A$4</c:f>
              <c:strCache>
                <c:ptCount val="3"/>
                <c:pt idx="0">
                  <c:v>Type 3</c:v>
                </c:pt>
                <c:pt idx="1">
                  <c:v>Type 2</c:v>
                </c:pt>
                <c:pt idx="2">
                  <c:v>Type 1</c:v>
                </c:pt>
              </c:strCache>
            </c:strRef>
          </c:cat>
          <c:val>
            <c:numRef>
              <c:f>Sheet1!$F$2:$F$4</c:f>
              <c:numCache>
                <c:formatCode>General</c:formatCode>
                <c:ptCount val="3"/>
                <c:pt idx="0">
                  <c:v>1.8</c:v>
                </c:pt>
                <c:pt idx="1">
                  <c:v>0.75</c:v>
                </c:pt>
                <c:pt idx="2">
                  <c:v>1</c:v>
                </c:pt>
              </c:numCache>
            </c:numRef>
          </c:val>
          <c:extLst>
            <c:ext xmlns:c16="http://schemas.microsoft.com/office/drawing/2014/chart" uri="{C3380CC4-5D6E-409C-BE32-E72D297353CC}">
              <c16:uniqueId val="{00000007-73BB-4087-9A49-EA233C40D569}"/>
            </c:ext>
          </c:extLst>
        </c:ser>
        <c:ser>
          <c:idx val="5"/>
          <c:order val="5"/>
          <c:tx>
            <c:strRef>
              <c:f>Sheet1!$G$1</c:f>
              <c:strCache>
                <c:ptCount val="1"/>
                <c:pt idx="0">
                  <c:v>Serie 6</c:v>
                </c:pt>
              </c:strCache>
            </c:strRef>
          </c:tx>
          <c:spPr>
            <a:solidFill>
              <a:schemeClr val="accent5"/>
            </a:solidFill>
            <a:ln>
              <a:noFill/>
            </a:ln>
            <a:effectLst/>
          </c:spPr>
          <c:invertIfNegative val="0"/>
          <c:cat>
            <c:strRef>
              <c:f>Sheet1!$A$2:$A$4</c:f>
              <c:strCache>
                <c:ptCount val="3"/>
                <c:pt idx="0">
                  <c:v>Type 3</c:v>
                </c:pt>
                <c:pt idx="1">
                  <c:v>Type 2</c:v>
                </c:pt>
                <c:pt idx="2">
                  <c:v>Type 1</c:v>
                </c:pt>
              </c:strCache>
            </c:strRef>
          </c:cat>
          <c:val>
            <c:numRef>
              <c:f>Sheet1!$G$2:$G$4</c:f>
              <c:numCache>
                <c:formatCode>General</c:formatCode>
                <c:ptCount val="3"/>
                <c:pt idx="0">
                  <c:v>1.3</c:v>
                </c:pt>
                <c:pt idx="1">
                  <c:v>0.75</c:v>
                </c:pt>
                <c:pt idx="2">
                  <c:v>0.5</c:v>
                </c:pt>
              </c:numCache>
            </c:numRef>
          </c:val>
          <c:extLst>
            <c:ext xmlns:c16="http://schemas.microsoft.com/office/drawing/2014/chart" uri="{C3380CC4-5D6E-409C-BE32-E72D297353CC}">
              <c16:uniqueId val="{00000008-73BB-4087-9A49-EA233C40D569}"/>
            </c:ext>
          </c:extLst>
        </c:ser>
        <c:dLbls>
          <c:showLegendKey val="0"/>
          <c:showVal val="0"/>
          <c:showCatName val="0"/>
          <c:showSerName val="0"/>
          <c:showPercent val="0"/>
          <c:showBubbleSize val="0"/>
        </c:dLbls>
        <c:gapWidth val="150"/>
        <c:overlap val="100"/>
        <c:axId val="775880144"/>
        <c:axId val="775886416"/>
      </c:barChart>
      <c:catAx>
        <c:axId val="775880144"/>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rgbClr val="73737D"/>
                </a:solidFill>
                <a:latin typeface="+mn-lt"/>
                <a:ea typeface="+mn-ea"/>
                <a:cs typeface="+mn-cs"/>
              </a:defRPr>
            </a:pPr>
            <a:endParaRPr lang="en-DE"/>
          </a:p>
        </c:txPr>
        <c:crossAx val="775886416"/>
        <c:crosses val="autoZero"/>
        <c:auto val="1"/>
        <c:lblAlgn val="ctr"/>
        <c:lblOffset val="100"/>
        <c:noMultiLvlLbl val="0"/>
      </c:catAx>
      <c:valAx>
        <c:axId val="775886416"/>
        <c:scaling>
          <c:orientation val="minMax"/>
        </c:scaling>
        <c:delete val="0"/>
        <c:axPos val="b"/>
        <c:majorGridlines>
          <c:spPr>
            <a:ln w="9525" cap="flat" cmpd="sng" algn="ctr">
              <a:solidFill>
                <a:srgbClr val="73737D"/>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rgbClr val="73737D"/>
                </a:solidFill>
                <a:latin typeface="+mn-lt"/>
                <a:ea typeface="+mn-ea"/>
                <a:cs typeface="+mn-cs"/>
              </a:defRPr>
            </a:pPr>
            <a:endParaRPr lang="en-DE"/>
          </a:p>
        </c:txPr>
        <c:crossAx val="775880144"/>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rgbClr val="73737D"/>
              </a:solidFill>
              <a:latin typeface="+mn-lt"/>
              <a:ea typeface="+mn-ea"/>
              <a:cs typeface="+mn-cs"/>
            </a:defRPr>
          </a:pPr>
          <a:endParaRPr lang="en-DE"/>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DE"/>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spc="0" baseline="0">
                <a:solidFill>
                  <a:schemeClr val="tx2"/>
                </a:solidFill>
                <a:latin typeface="+mn-lt"/>
                <a:ea typeface="+mn-ea"/>
                <a:cs typeface="VM Circular Chat Book Italic" panose="020B0604020101020102" pitchFamily="34" charset="77"/>
              </a:defRPr>
            </a:pPr>
            <a:r>
              <a:rPr lang="de-DE" sz="1600" b="1" i="0" u="none" strike="noStrike" kern="1200" spc="0" baseline="0" dirty="0" err="1">
                <a:solidFill>
                  <a:schemeClr val="tx2"/>
                </a:solidFill>
                <a:cs typeface="On Air" panose="020F0503030404020204" pitchFamily="34" charset="77"/>
              </a:rPr>
              <a:t>Example</a:t>
            </a:r>
            <a:r>
              <a:rPr lang="de-DE" sz="1600" b="1" i="0" u="none" strike="noStrike" kern="1200" spc="0" baseline="0" dirty="0">
                <a:solidFill>
                  <a:schemeClr val="tx2"/>
                </a:solidFill>
                <a:cs typeface="On Air" panose="020F0503030404020204" pitchFamily="34" charset="77"/>
              </a:rPr>
              <a:t> </a:t>
            </a:r>
            <a:r>
              <a:rPr lang="de-DE" sz="1600" b="1" i="0" u="none" strike="noStrike" kern="1200" spc="0" baseline="0" dirty="0" err="1">
                <a:solidFill>
                  <a:schemeClr val="tx2"/>
                </a:solidFill>
                <a:cs typeface="On Air" panose="020F0503030404020204" pitchFamily="34" charset="77"/>
              </a:rPr>
              <a:t>chart</a:t>
            </a:r>
            <a:endParaRPr lang="de-DE" sz="1600" b="1" i="0" u="none" strike="noStrike" kern="1200" spc="0" baseline="0" dirty="0">
              <a:solidFill>
                <a:schemeClr val="tx2"/>
              </a:solidFill>
              <a:cs typeface="On Air" panose="020F0503030404020204" pitchFamily="34" charset="77"/>
            </a:endParaRPr>
          </a:p>
        </c:rich>
      </c:tx>
      <c:overlay val="0"/>
      <c:spPr>
        <a:noFill/>
        <a:ln>
          <a:noFill/>
        </a:ln>
        <a:effectLst/>
      </c:spPr>
      <c:txPr>
        <a:bodyPr rot="0" spcFirstLastPara="1" vertOverflow="ellipsis" vert="horz" wrap="square" anchor="ctr" anchorCtr="1"/>
        <a:lstStyle/>
        <a:p>
          <a:pPr>
            <a:defRPr sz="1600" b="1" i="0" u="none" strike="noStrike" kern="1200" spc="0" baseline="0">
              <a:solidFill>
                <a:schemeClr val="tx2"/>
              </a:solidFill>
              <a:latin typeface="+mn-lt"/>
              <a:ea typeface="+mn-ea"/>
              <a:cs typeface="VM Circular Chat Book Italic" panose="020B0604020101020102" pitchFamily="34" charset="77"/>
            </a:defRPr>
          </a:pPr>
          <a:endParaRPr lang="de-DE"/>
        </a:p>
      </c:txPr>
    </c:title>
    <c:autoTitleDeleted val="0"/>
    <c:plotArea>
      <c:layout>
        <c:manualLayout>
          <c:layoutTarget val="inner"/>
          <c:xMode val="edge"/>
          <c:yMode val="edge"/>
          <c:x val="5.8102779983835465E-2"/>
          <c:y val="0.14287576750116976"/>
          <c:w val="0.91464419784718687"/>
          <c:h val="0.64868436024858034"/>
        </c:manualLayout>
      </c:layout>
      <c:pieChart>
        <c:varyColors val="1"/>
        <c:ser>
          <c:idx val="0"/>
          <c:order val="0"/>
          <c:tx>
            <c:strRef>
              <c:f>Sheet1!$B$1</c:f>
              <c:strCache>
                <c:ptCount val="1"/>
                <c:pt idx="0">
                  <c:v>Sales</c:v>
                </c:pt>
              </c:strCache>
            </c:strRef>
          </c:tx>
          <c:dPt>
            <c:idx val="0"/>
            <c:bubble3D val="0"/>
            <c:spPr>
              <a:solidFill>
                <a:schemeClr val="tx2"/>
              </a:solidFill>
              <a:ln>
                <a:noFill/>
              </a:ln>
              <a:effectLst/>
            </c:spPr>
            <c:extLst>
              <c:ext xmlns:c16="http://schemas.microsoft.com/office/drawing/2014/chart" uri="{C3380CC4-5D6E-409C-BE32-E72D297353CC}">
                <c16:uniqueId val="{00000001-CB76-40C0-86CC-0CAB904235C4}"/>
              </c:ext>
            </c:extLst>
          </c:dPt>
          <c:dPt>
            <c:idx val="1"/>
            <c:bubble3D val="0"/>
            <c:spPr>
              <a:solidFill>
                <a:srgbClr val="00008C"/>
              </a:solidFill>
              <a:ln>
                <a:noFill/>
              </a:ln>
              <a:effectLst/>
            </c:spPr>
            <c:extLst>
              <c:ext xmlns:c16="http://schemas.microsoft.com/office/drawing/2014/chart" uri="{C3380CC4-5D6E-409C-BE32-E72D297353CC}">
                <c16:uniqueId val="{00000003-CB76-40C0-86CC-0CAB904235C4}"/>
              </c:ext>
            </c:extLst>
          </c:dPt>
          <c:dPt>
            <c:idx val="2"/>
            <c:bubble3D val="0"/>
            <c:spPr>
              <a:solidFill>
                <a:schemeClr val="accent3"/>
              </a:solidFill>
              <a:ln>
                <a:noFill/>
              </a:ln>
              <a:effectLst/>
            </c:spPr>
            <c:extLst>
              <c:ext xmlns:c16="http://schemas.microsoft.com/office/drawing/2014/chart" uri="{C3380CC4-5D6E-409C-BE32-E72D297353CC}">
                <c16:uniqueId val="{00000005-CB76-40C0-86CC-0CAB904235C4}"/>
              </c:ext>
            </c:extLst>
          </c:dPt>
          <c:cat>
            <c:strRef>
              <c:f>Sheet1!$A$2:$A$4</c:f>
              <c:strCache>
                <c:ptCount val="3"/>
                <c:pt idx="0">
                  <c:v>Series 1</c:v>
                </c:pt>
                <c:pt idx="1">
                  <c:v>Series 2</c:v>
                </c:pt>
                <c:pt idx="2">
                  <c:v>Series 3</c:v>
                </c:pt>
              </c:strCache>
            </c:strRef>
          </c:cat>
          <c:val>
            <c:numRef>
              <c:f>Sheet1!$B$2:$B$4</c:f>
              <c:numCache>
                <c:formatCode>0%</c:formatCode>
                <c:ptCount val="3"/>
                <c:pt idx="0">
                  <c:v>0.75</c:v>
                </c:pt>
                <c:pt idx="1">
                  <c:v>0.23</c:v>
                </c:pt>
                <c:pt idx="2">
                  <c:v>0.1</c:v>
                </c:pt>
              </c:numCache>
            </c:numRef>
          </c:val>
          <c:extLst>
            <c:ext xmlns:c16="http://schemas.microsoft.com/office/drawing/2014/chart" uri="{C3380CC4-5D6E-409C-BE32-E72D297353CC}">
              <c16:uniqueId val="{00000006-CB76-40C0-86CC-0CAB904235C4}"/>
            </c:ext>
          </c:extLst>
        </c:ser>
        <c:dLbls>
          <c:showLegendKey val="0"/>
          <c:showVal val="0"/>
          <c:showCatName val="0"/>
          <c:showSerName val="0"/>
          <c:showPercent val="0"/>
          <c:showBubbleSize val="0"/>
          <c:showLeaderLines val="1"/>
        </c:dLbls>
        <c:firstSliceAng val="0"/>
      </c:pieChart>
      <c:spPr>
        <a:noFill/>
        <a:ln>
          <a:noFill/>
        </a:ln>
        <a:effectLst/>
      </c:spPr>
    </c:plotArea>
    <c:legend>
      <c:legendPos val="b"/>
      <c:legendEntry>
        <c:idx val="0"/>
        <c:txPr>
          <a:bodyPr rot="0" spcFirstLastPara="1" vertOverflow="ellipsis" vert="horz" wrap="square" anchor="ctr" anchorCtr="1"/>
          <a:lstStyle/>
          <a:p>
            <a:pPr>
              <a:defRPr sz="1200" b="0" i="0" u="none" strike="noStrike" kern="1200" baseline="0">
                <a:solidFill>
                  <a:srgbClr val="73737D"/>
                </a:solidFill>
                <a:latin typeface="+mn-lt"/>
                <a:ea typeface="+mn-ea"/>
                <a:cs typeface="VM Circular Chat Book Italic" panose="020B0604020101020102" pitchFamily="34" charset="77"/>
              </a:defRPr>
            </a:pPr>
            <a:endParaRPr lang="en-DE"/>
          </a:p>
        </c:txPr>
      </c:legendEntry>
      <c:legendEntry>
        <c:idx val="1"/>
        <c:txPr>
          <a:bodyPr rot="0" spcFirstLastPara="1" vertOverflow="ellipsis" vert="horz" wrap="square" anchor="ctr" anchorCtr="1"/>
          <a:lstStyle/>
          <a:p>
            <a:pPr>
              <a:defRPr sz="1200" b="0" i="0" u="none" strike="noStrike" kern="1200" baseline="0">
                <a:solidFill>
                  <a:srgbClr val="73737D"/>
                </a:solidFill>
                <a:latin typeface="+mn-lt"/>
                <a:ea typeface="+mn-ea"/>
                <a:cs typeface="VM Circular Chat Book Italic" panose="020B0604020101020102" pitchFamily="34" charset="77"/>
              </a:defRPr>
            </a:pPr>
            <a:endParaRPr lang="en-DE"/>
          </a:p>
        </c:txPr>
      </c:legendEntry>
      <c:legendEntry>
        <c:idx val="2"/>
        <c:txPr>
          <a:bodyPr rot="0" spcFirstLastPara="1" vertOverflow="ellipsis" vert="horz" wrap="square" anchor="ctr" anchorCtr="1"/>
          <a:lstStyle/>
          <a:p>
            <a:pPr>
              <a:defRPr sz="1200" b="0" i="0" u="none" strike="noStrike" kern="1200" baseline="0">
                <a:solidFill>
                  <a:srgbClr val="73737D"/>
                </a:solidFill>
                <a:latin typeface="+mn-lt"/>
                <a:ea typeface="+mn-ea"/>
                <a:cs typeface="VM Circular Chat Book Italic" panose="020B0604020101020102" pitchFamily="34" charset="77"/>
              </a:defRPr>
            </a:pPr>
            <a:endParaRPr lang="en-DE"/>
          </a:p>
        </c:txPr>
      </c:legendEntry>
      <c:overlay val="0"/>
      <c:spPr>
        <a:noFill/>
        <a:ln>
          <a:noFill/>
        </a:ln>
        <a:effectLst/>
      </c:spPr>
      <c:txPr>
        <a:bodyPr rot="0" spcFirstLastPara="1" vertOverflow="ellipsis" vert="horz" wrap="square" anchor="ctr" anchorCtr="1"/>
        <a:lstStyle/>
        <a:p>
          <a:pPr>
            <a:defRPr sz="1200" b="0" i="0" u="none" strike="noStrike" kern="1200" baseline="0">
              <a:solidFill>
                <a:srgbClr val="322332"/>
              </a:solidFill>
              <a:latin typeface="+mn-lt"/>
              <a:ea typeface="+mn-ea"/>
              <a:cs typeface="VM Circular Chat Book Italic" panose="020B0604020101020102" pitchFamily="34" charset="77"/>
            </a:defRPr>
          </a:pPr>
          <a:endParaRPr lang="en-DE"/>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400">
          <a:solidFill>
            <a:srgbClr val="322332"/>
          </a:solidFill>
          <a:latin typeface="+mn-lt"/>
          <a:cs typeface="VM Circular Chat Book Italic" panose="020B0604020101020102" pitchFamily="34" charset="77"/>
        </a:defRPr>
      </a:pPr>
      <a:endParaRPr lang="en-DE"/>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128" b="1" i="0" u="none" strike="noStrike" kern="1200" baseline="0">
                <a:solidFill>
                  <a:schemeClr val="tx2"/>
                </a:solidFill>
                <a:latin typeface="+mn-lt"/>
                <a:ea typeface="+mn-ea"/>
                <a:cs typeface="+mn-cs"/>
              </a:defRPr>
            </a:pPr>
            <a:r>
              <a:rPr lang="de-DE" sz="1600" b="1" i="0" u="none" strike="noStrike" kern="1200" baseline="0" dirty="0" err="1">
                <a:solidFill>
                  <a:schemeClr val="tx2"/>
                </a:solidFill>
              </a:rPr>
              <a:t>Example</a:t>
            </a:r>
            <a:r>
              <a:rPr lang="de-DE" sz="1600" b="1" i="0" u="none" strike="noStrike" kern="1200" baseline="0" dirty="0">
                <a:solidFill>
                  <a:schemeClr val="tx2"/>
                </a:solidFill>
              </a:rPr>
              <a:t> </a:t>
            </a:r>
            <a:r>
              <a:rPr lang="de-DE" sz="1600" b="1" i="0" u="none" strike="noStrike" kern="1200" baseline="0" dirty="0" err="1">
                <a:solidFill>
                  <a:schemeClr val="tx2"/>
                </a:solidFill>
              </a:rPr>
              <a:t>chart</a:t>
            </a:r>
            <a:endParaRPr lang="de-DE" sz="1600" b="1" i="0" u="none" strike="noStrike" kern="1200" baseline="0" dirty="0">
              <a:solidFill>
                <a:schemeClr val="tx2"/>
              </a:solidFill>
            </a:endParaRPr>
          </a:p>
        </c:rich>
      </c:tx>
      <c:overlay val="0"/>
      <c:spPr>
        <a:noFill/>
        <a:ln>
          <a:noFill/>
        </a:ln>
        <a:effectLst/>
      </c:spPr>
      <c:txPr>
        <a:bodyPr rot="0" spcFirstLastPara="1" vertOverflow="ellipsis" vert="horz" wrap="square" anchor="ctr" anchorCtr="1"/>
        <a:lstStyle/>
        <a:p>
          <a:pPr>
            <a:defRPr sz="2128" b="1" i="0" u="none" strike="noStrike" kern="1200" baseline="0">
              <a:solidFill>
                <a:schemeClr val="tx2"/>
              </a:solidFill>
              <a:latin typeface="+mn-lt"/>
              <a:ea typeface="+mn-ea"/>
              <a:cs typeface="+mn-cs"/>
            </a:defRPr>
          </a:pPr>
          <a:endParaRPr lang="de-DE"/>
        </a:p>
      </c:txPr>
    </c:title>
    <c:autoTitleDeleted val="0"/>
    <c:plotArea>
      <c:layout>
        <c:manualLayout>
          <c:layoutTarget val="inner"/>
          <c:xMode val="edge"/>
          <c:yMode val="edge"/>
          <c:x val="5.8102779983835465E-2"/>
          <c:y val="0.14287576750116976"/>
          <c:w val="0.91464419784718687"/>
          <c:h val="0.64868436024858034"/>
        </c:manualLayout>
      </c:layout>
      <c:lineChart>
        <c:grouping val="standard"/>
        <c:varyColors val="0"/>
        <c:ser>
          <c:idx val="0"/>
          <c:order val="0"/>
          <c:tx>
            <c:strRef>
              <c:f>Sheet1!$B$1</c:f>
              <c:strCache>
                <c:ptCount val="1"/>
                <c:pt idx="0">
                  <c:v> Series 1</c:v>
                </c:pt>
              </c:strCache>
            </c:strRef>
          </c:tx>
          <c:spPr>
            <a:ln w="31750" cap="rnd">
              <a:solidFill>
                <a:srgbClr val="0050FF"/>
              </a:solidFill>
              <a:round/>
            </a:ln>
            <a:effectLst/>
          </c:spPr>
          <c:marker>
            <c:symbol val="none"/>
          </c:marker>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2.5</c:v>
                </c:pt>
                <c:pt idx="2">
                  <c:v>3.5</c:v>
                </c:pt>
                <c:pt idx="3">
                  <c:v>4.5</c:v>
                </c:pt>
              </c:numCache>
            </c:numRef>
          </c:val>
          <c:smooth val="0"/>
          <c:extLst>
            <c:ext xmlns:c16="http://schemas.microsoft.com/office/drawing/2014/chart" uri="{C3380CC4-5D6E-409C-BE32-E72D297353CC}">
              <c16:uniqueId val="{00000000-7468-4F8F-A69F-0D9A65E8DB5C}"/>
            </c:ext>
          </c:extLst>
        </c:ser>
        <c:ser>
          <c:idx val="1"/>
          <c:order val="1"/>
          <c:tx>
            <c:strRef>
              <c:f>Sheet1!$C$1</c:f>
              <c:strCache>
                <c:ptCount val="1"/>
                <c:pt idx="0">
                  <c:v> Series 2</c:v>
                </c:pt>
              </c:strCache>
            </c:strRef>
          </c:tx>
          <c:spPr>
            <a:ln w="31750" cap="rnd">
              <a:solidFill>
                <a:srgbClr val="00008C"/>
              </a:solidFill>
              <a:round/>
            </a:ln>
            <a:effectLst/>
          </c:spPr>
          <c:marker>
            <c:symbol val="none"/>
          </c:marker>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2.4</c:v>
                </c:pt>
                <c:pt idx="1">
                  <c:v>4.4000000000000004</c:v>
                </c:pt>
                <c:pt idx="2">
                  <c:v>1.8</c:v>
                </c:pt>
                <c:pt idx="3">
                  <c:v>2.8</c:v>
                </c:pt>
              </c:numCache>
            </c:numRef>
          </c:val>
          <c:smooth val="0"/>
          <c:extLst>
            <c:ext xmlns:c16="http://schemas.microsoft.com/office/drawing/2014/chart" uri="{C3380CC4-5D6E-409C-BE32-E72D297353CC}">
              <c16:uniqueId val="{00000001-7468-4F8F-A69F-0D9A65E8DB5C}"/>
            </c:ext>
          </c:extLst>
        </c:ser>
        <c:ser>
          <c:idx val="2"/>
          <c:order val="2"/>
          <c:tx>
            <c:strRef>
              <c:f>Sheet1!$D$1</c:f>
              <c:strCache>
                <c:ptCount val="1"/>
                <c:pt idx="0">
                  <c:v> Series 3</c:v>
                </c:pt>
              </c:strCache>
            </c:strRef>
          </c:tx>
          <c:spPr>
            <a:ln w="31750" cap="rnd">
              <a:solidFill>
                <a:srgbClr val="82DCFA"/>
              </a:solidFill>
              <a:round/>
            </a:ln>
            <a:effectLst/>
          </c:spPr>
          <c:marker>
            <c:symbol val="none"/>
          </c:marker>
          <c:cat>
            <c:strRef>
              <c:f>Sheet1!$A$2:$A$5</c:f>
              <c:strCache>
                <c:ptCount val="4"/>
                <c:pt idx="0">
                  <c:v>Category 1</c:v>
                </c:pt>
                <c:pt idx="1">
                  <c:v>Category 2</c:v>
                </c:pt>
                <c:pt idx="2">
                  <c:v>Category 3</c:v>
                </c:pt>
                <c:pt idx="3">
                  <c:v>Category 4</c:v>
                </c:pt>
              </c:strCache>
            </c:strRef>
          </c:cat>
          <c:val>
            <c:numRef>
              <c:f>Sheet1!$D$2:$D$5</c:f>
              <c:numCache>
                <c:formatCode>General</c:formatCode>
                <c:ptCount val="4"/>
                <c:pt idx="0">
                  <c:v>2</c:v>
                </c:pt>
                <c:pt idx="1">
                  <c:v>2</c:v>
                </c:pt>
                <c:pt idx="2">
                  <c:v>3</c:v>
                </c:pt>
                <c:pt idx="3">
                  <c:v>5</c:v>
                </c:pt>
              </c:numCache>
            </c:numRef>
          </c:val>
          <c:smooth val="0"/>
          <c:extLst>
            <c:ext xmlns:c16="http://schemas.microsoft.com/office/drawing/2014/chart" uri="{C3380CC4-5D6E-409C-BE32-E72D297353CC}">
              <c16:uniqueId val="{00000002-7468-4F8F-A69F-0D9A65E8DB5C}"/>
            </c:ext>
          </c:extLst>
        </c:ser>
        <c:dLbls>
          <c:showLegendKey val="0"/>
          <c:showVal val="0"/>
          <c:showCatName val="0"/>
          <c:showSerName val="0"/>
          <c:showPercent val="0"/>
          <c:showBubbleSize val="0"/>
        </c:dLbls>
        <c:smooth val="0"/>
        <c:axId val="775880144"/>
        <c:axId val="775886416"/>
      </c:lineChart>
      <c:catAx>
        <c:axId val="775880144"/>
        <c:scaling>
          <c:orientation val="minMax"/>
        </c:scaling>
        <c:delete val="0"/>
        <c:axPos val="b"/>
        <c:numFmt formatCode="General" sourceLinked="1"/>
        <c:majorTickMark val="out"/>
        <c:minorTickMark val="none"/>
        <c:tickLblPos val="nextTo"/>
        <c:spPr>
          <a:noFill/>
          <a:ln w="9525" cap="flat" cmpd="sng" algn="ctr">
            <a:solidFill>
              <a:schemeClr val="tx2">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rgbClr val="73737D"/>
                </a:solidFill>
                <a:latin typeface="+mn-lt"/>
                <a:ea typeface="+mn-ea"/>
                <a:cs typeface="+mn-cs"/>
              </a:defRPr>
            </a:pPr>
            <a:endParaRPr lang="en-DE"/>
          </a:p>
        </c:txPr>
        <c:crossAx val="775886416"/>
        <c:crosses val="autoZero"/>
        <c:auto val="1"/>
        <c:lblAlgn val="ctr"/>
        <c:lblOffset val="100"/>
        <c:noMultiLvlLbl val="0"/>
      </c:catAx>
      <c:valAx>
        <c:axId val="775886416"/>
        <c:scaling>
          <c:orientation val="minMax"/>
        </c:scaling>
        <c:delete val="0"/>
        <c:axPos val="l"/>
        <c:majorGridlines>
          <c:spPr>
            <a:ln w="9525" cap="flat" cmpd="sng" algn="ctr">
              <a:solidFill>
                <a:schemeClr val="bg1">
                  <a:lumMod val="9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rgbClr val="73737D"/>
                </a:solidFill>
                <a:latin typeface="+mn-lt"/>
                <a:ea typeface="+mn-ea"/>
                <a:cs typeface="+mn-cs"/>
              </a:defRPr>
            </a:pPr>
            <a:endParaRPr lang="en-DE"/>
          </a:p>
        </c:txPr>
        <c:crossAx val="775880144"/>
        <c:crosses val="autoZero"/>
        <c:crossBetween val="between"/>
        <c:minorUnit val="0.2"/>
      </c:valAx>
      <c:spPr>
        <a:noFill/>
        <a:ln>
          <a:noFill/>
        </a:ln>
        <a:effectLst/>
      </c:spPr>
    </c:plotArea>
    <c:legend>
      <c:legendPos val="b"/>
      <c:layout>
        <c:manualLayout>
          <c:xMode val="edge"/>
          <c:yMode val="edge"/>
          <c:x val="0.12482237958593499"/>
          <c:y val="0.91822964849428679"/>
          <c:w val="0.75035524082812999"/>
          <c:h val="6.232928472692445E-2"/>
        </c:manualLayout>
      </c:layout>
      <c:overlay val="0"/>
      <c:spPr>
        <a:noFill/>
        <a:ln>
          <a:noFill/>
        </a:ln>
        <a:effectLst/>
      </c:spPr>
      <c:txPr>
        <a:bodyPr rot="0" spcFirstLastPara="1" vertOverflow="ellipsis" vert="horz" wrap="square" anchor="ctr" anchorCtr="1"/>
        <a:lstStyle/>
        <a:p>
          <a:pPr>
            <a:defRPr sz="1197" b="0" i="0" u="none" strike="noStrike" kern="1200" baseline="0">
              <a:solidFill>
                <a:srgbClr val="73737D"/>
              </a:solidFill>
              <a:latin typeface="+mn-lt"/>
              <a:ea typeface="+mn-ea"/>
              <a:cs typeface="+mn-cs"/>
            </a:defRPr>
          </a:pPr>
          <a:endParaRPr lang="en-DE"/>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DE"/>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sz="1200" b="1" i="0">
                <a:solidFill>
                  <a:schemeClr val="tx2"/>
                </a:solidFill>
                <a:latin typeface="+mn-lt"/>
                <a:cs typeface="Arial" panose="020B0604020202020204" pitchFamily="34" charset="0"/>
              </a:defRPr>
            </a:pPr>
            <a:r>
              <a:rPr lang="de-DE" sz="1600" b="1" i="0" u="none" strike="noStrike" kern="1200" baseline="0" dirty="0">
                <a:solidFill>
                  <a:srgbClr val="0050FF"/>
                </a:solidFill>
                <a:latin typeface="+mn-lt"/>
                <a:cs typeface="Arial" panose="020B0604020202020204" pitchFamily="34" charset="0"/>
              </a:rPr>
              <a:t>Unique </a:t>
            </a:r>
            <a:r>
              <a:rPr lang="de-DE" sz="1600" b="1" i="0" u="none" strike="noStrike" kern="1200" baseline="0" dirty="0" err="1">
                <a:solidFill>
                  <a:srgbClr val="0050FF"/>
                </a:solidFill>
                <a:latin typeface="+mn-lt"/>
                <a:cs typeface="Arial" panose="020B0604020202020204" pitchFamily="34" charset="0"/>
              </a:rPr>
              <a:t>views</a:t>
            </a:r>
            <a:r>
              <a:rPr lang="de-DE" sz="1600" b="1" i="0" u="none" strike="noStrike" kern="1200" baseline="0" dirty="0">
                <a:solidFill>
                  <a:srgbClr val="0050FF"/>
                </a:solidFill>
                <a:latin typeface="+mn-lt"/>
                <a:cs typeface="Arial" panose="020B0604020202020204" pitchFamily="34" charset="0"/>
              </a:rPr>
              <a:t> </a:t>
            </a:r>
            <a:r>
              <a:rPr lang="de-DE" sz="1600" b="1" i="0" u="none" strike="noStrike" kern="1200" baseline="0" dirty="0" err="1">
                <a:solidFill>
                  <a:srgbClr val="0050FF"/>
                </a:solidFill>
                <a:latin typeface="+mn-lt"/>
                <a:cs typeface="Arial" panose="020B0604020202020204" pitchFamily="34" charset="0"/>
              </a:rPr>
              <a:t>this</a:t>
            </a:r>
            <a:r>
              <a:rPr lang="de-DE" sz="1600" b="1" i="0" u="none" strike="noStrike" kern="1200" baseline="0" dirty="0">
                <a:solidFill>
                  <a:srgbClr val="0050FF"/>
                </a:solidFill>
                <a:latin typeface="+mn-lt"/>
                <a:cs typeface="Arial" panose="020B0604020202020204" pitchFamily="34" charset="0"/>
              </a:rPr>
              <a:t> </a:t>
            </a:r>
            <a:r>
              <a:rPr lang="de-DE" sz="1600" b="1" i="0" u="none" strike="noStrike" kern="1200" baseline="0" dirty="0" err="1">
                <a:solidFill>
                  <a:srgbClr val="0050FF"/>
                </a:solidFill>
                <a:latin typeface="+mn-lt"/>
                <a:cs typeface="Arial" panose="020B0604020202020204" pitchFamily="34" charset="0"/>
              </a:rPr>
              <a:t>year</a:t>
            </a:r>
            <a:endParaRPr lang="de-DE" sz="1600" b="1" i="0" u="none" strike="noStrike" kern="1200" baseline="0" dirty="0">
              <a:solidFill>
                <a:srgbClr val="0050FF"/>
              </a:solidFill>
              <a:latin typeface="+mn-lt"/>
              <a:cs typeface="Arial" panose="020B0604020202020204" pitchFamily="34" charset="0"/>
            </a:endParaRPr>
          </a:p>
        </c:rich>
      </c:tx>
      <c:layout>
        <c:manualLayout>
          <c:xMode val="edge"/>
          <c:yMode val="edge"/>
          <c:x val="6.1731859259378845E-2"/>
          <c:y val="4.3740970101157281E-2"/>
        </c:manualLayout>
      </c:layout>
      <c:overlay val="0"/>
    </c:title>
    <c:autoTitleDeleted val="0"/>
    <c:plotArea>
      <c:layout/>
      <c:barChart>
        <c:barDir val="bar"/>
        <c:grouping val="clustered"/>
        <c:varyColors val="0"/>
        <c:ser>
          <c:idx val="0"/>
          <c:order val="0"/>
          <c:tx>
            <c:strRef>
              <c:f>Sheet1!$B$1</c:f>
              <c:strCache>
                <c:ptCount val="1"/>
                <c:pt idx="0">
                  <c:v>Serie 1</c:v>
                </c:pt>
              </c:strCache>
            </c:strRef>
          </c:tx>
          <c:spPr>
            <a:solidFill>
              <a:srgbClr val="0050FF"/>
            </a:solidFill>
          </c:spPr>
          <c:invertIfNegative val="0"/>
          <c:dPt>
            <c:idx val="0"/>
            <c:invertIfNegative val="0"/>
            <c:bubble3D val="0"/>
            <c:spPr>
              <a:solidFill>
                <a:srgbClr val="82DCFA"/>
              </a:solidFill>
            </c:spPr>
            <c:extLst>
              <c:ext xmlns:c16="http://schemas.microsoft.com/office/drawing/2014/chart" uri="{C3380CC4-5D6E-409C-BE32-E72D297353CC}">
                <c16:uniqueId val="{00000001-6777-489C-9A65-464C05D736C6}"/>
              </c:ext>
            </c:extLst>
          </c:dPt>
          <c:dPt>
            <c:idx val="1"/>
            <c:invertIfNegative val="0"/>
            <c:bubble3D val="0"/>
            <c:extLst>
              <c:ext xmlns:c16="http://schemas.microsoft.com/office/drawing/2014/chart" uri="{C3380CC4-5D6E-409C-BE32-E72D297353CC}">
                <c16:uniqueId val="{00000002-6777-489C-9A65-464C05D736C6}"/>
              </c:ext>
            </c:extLst>
          </c:dPt>
          <c:dPt>
            <c:idx val="2"/>
            <c:invertIfNegative val="0"/>
            <c:bubble3D val="0"/>
            <c:spPr>
              <a:solidFill>
                <a:srgbClr val="82DCFA"/>
              </a:solidFill>
            </c:spPr>
            <c:extLst>
              <c:ext xmlns:c16="http://schemas.microsoft.com/office/drawing/2014/chart" uri="{C3380CC4-5D6E-409C-BE32-E72D297353CC}">
                <c16:uniqueId val="{00000004-6777-489C-9A65-464C05D736C6}"/>
              </c:ext>
            </c:extLst>
          </c:dPt>
          <c:dPt>
            <c:idx val="3"/>
            <c:invertIfNegative val="0"/>
            <c:bubble3D val="0"/>
            <c:spPr>
              <a:solidFill>
                <a:srgbClr val="82DCFA"/>
              </a:solidFill>
            </c:spPr>
            <c:extLst>
              <c:ext xmlns:c16="http://schemas.microsoft.com/office/drawing/2014/chart" uri="{C3380CC4-5D6E-409C-BE32-E72D297353CC}">
                <c16:uniqueId val="{00000006-6777-489C-9A65-464C05D736C6}"/>
              </c:ext>
            </c:extLst>
          </c:dPt>
          <c:dLbls>
            <c:spPr>
              <a:noFill/>
              <a:ln>
                <a:noFill/>
              </a:ln>
              <a:effectLst/>
            </c:spPr>
            <c:txPr>
              <a:bodyPr/>
              <a:lstStyle/>
              <a:p>
                <a:pPr>
                  <a:defRPr sz="1400" b="0" i="0">
                    <a:solidFill>
                      <a:schemeClr val="tx2"/>
                    </a:solidFill>
                    <a:latin typeface="+mn-lt"/>
                    <a:cs typeface="On Air" panose="020F0503030404020204" pitchFamily="34" charset="77"/>
                  </a:defRPr>
                </a:pPr>
                <a:endParaRPr lang="en-DE"/>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April</c:v>
                </c:pt>
                <c:pt idx="1">
                  <c:v>Mai</c:v>
                </c:pt>
                <c:pt idx="2">
                  <c:v>Juni</c:v>
                </c:pt>
                <c:pt idx="3">
                  <c:v>Juli</c:v>
                </c:pt>
              </c:strCache>
            </c:strRef>
          </c:cat>
          <c:val>
            <c:numRef>
              <c:f>Sheet1!$B$2:$B$5</c:f>
              <c:numCache>
                <c:formatCode>General</c:formatCode>
                <c:ptCount val="4"/>
                <c:pt idx="0">
                  <c:v>470</c:v>
                </c:pt>
                <c:pt idx="1">
                  <c:v>530</c:v>
                </c:pt>
                <c:pt idx="2">
                  <c:v>350</c:v>
                </c:pt>
                <c:pt idx="3">
                  <c:v>450</c:v>
                </c:pt>
              </c:numCache>
            </c:numRef>
          </c:val>
          <c:extLst>
            <c:ext xmlns:c16="http://schemas.microsoft.com/office/drawing/2014/chart" uri="{C3380CC4-5D6E-409C-BE32-E72D297353CC}">
              <c16:uniqueId val="{00000007-6777-489C-9A65-464C05D736C6}"/>
            </c:ext>
          </c:extLst>
        </c:ser>
        <c:dLbls>
          <c:showLegendKey val="0"/>
          <c:showVal val="0"/>
          <c:showCatName val="0"/>
          <c:showSerName val="0"/>
          <c:showPercent val="0"/>
          <c:showBubbleSize val="0"/>
        </c:dLbls>
        <c:gapWidth val="280"/>
        <c:axId val="547418856"/>
        <c:axId val="547419248"/>
      </c:barChart>
      <c:catAx>
        <c:axId val="547418856"/>
        <c:scaling>
          <c:orientation val="minMax"/>
        </c:scaling>
        <c:delete val="0"/>
        <c:axPos val="l"/>
        <c:numFmt formatCode="General" sourceLinked="0"/>
        <c:majorTickMark val="none"/>
        <c:minorTickMark val="none"/>
        <c:tickLblPos val="nextTo"/>
        <c:spPr>
          <a:ln>
            <a:solidFill>
              <a:schemeClr val="bg1">
                <a:lumMod val="85000"/>
              </a:schemeClr>
            </a:solidFill>
          </a:ln>
        </c:spPr>
        <c:txPr>
          <a:bodyPr/>
          <a:lstStyle/>
          <a:p>
            <a:pPr>
              <a:defRPr sz="1000" b="0" i="0" cap="none" baseline="0">
                <a:solidFill>
                  <a:srgbClr val="00001E"/>
                </a:solidFill>
                <a:latin typeface="+mn-lt"/>
                <a:cs typeface="On Air" panose="020F0503030404020204" pitchFamily="34" charset="77"/>
              </a:defRPr>
            </a:pPr>
            <a:endParaRPr lang="en-DE"/>
          </a:p>
        </c:txPr>
        <c:crossAx val="547419248"/>
        <c:crosses val="autoZero"/>
        <c:auto val="1"/>
        <c:lblAlgn val="ctr"/>
        <c:lblOffset val="100"/>
        <c:noMultiLvlLbl val="0"/>
      </c:catAx>
      <c:valAx>
        <c:axId val="547419248"/>
        <c:scaling>
          <c:orientation val="minMax"/>
        </c:scaling>
        <c:delete val="1"/>
        <c:axPos val="b"/>
        <c:numFmt formatCode="General" sourceLinked="1"/>
        <c:majorTickMark val="none"/>
        <c:minorTickMark val="none"/>
        <c:tickLblPos val="nextTo"/>
        <c:crossAx val="547418856"/>
        <c:crosses val="autoZero"/>
        <c:crossBetween val="between"/>
      </c:valAx>
    </c:plotArea>
    <c:plotVisOnly val="1"/>
    <c:dispBlanksAs val="gap"/>
    <c:showDLblsOverMax val="0"/>
  </c:chart>
  <c:txPr>
    <a:bodyPr/>
    <a:lstStyle/>
    <a:p>
      <a:pPr>
        <a:defRPr sz="800"/>
      </a:pPr>
      <a:endParaRPr lang="en-DE"/>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Today</c:v>
                </c:pt>
              </c:strCache>
            </c:strRef>
          </c:tx>
          <c:spPr>
            <a:solidFill>
              <a:schemeClr val="bg1"/>
            </a:solidFill>
          </c:spPr>
          <c:dPt>
            <c:idx val="0"/>
            <c:bubble3D val="0"/>
            <c:spPr>
              <a:solidFill>
                <a:schemeClr val="tx2"/>
              </a:solidFill>
            </c:spPr>
            <c:extLst>
              <c:ext xmlns:c16="http://schemas.microsoft.com/office/drawing/2014/chart" uri="{C3380CC4-5D6E-409C-BE32-E72D297353CC}">
                <c16:uniqueId val="{00000001-64F6-49CA-A2A8-5C859D0C6D57}"/>
              </c:ext>
            </c:extLst>
          </c:dPt>
          <c:dPt>
            <c:idx val="1"/>
            <c:bubble3D val="0"/>
            <c:spPr>
              <a:solidFill>
                <a:schemeClr val="bg2"/>
              </a:solidFill>
            </c:spPr>
            <c:extLst>
              <c:ext xmlns:c16="http://schemas.microsoft.com/office/drawing/2014/chart" uri="{C3380CC4-5D6E-409C-BE32-E72D297353CC}">
                <c16:uniqueId val="{00000003-64F6-49CA-A2A8-5C859D0C6D57}"/>
              </c:ext>
            </c:extLst>
          </c:dPt>
          <c:cat>
            <c:strRef>
              <c:f>Sheet1!$A$2:$A$5</c:f>
              <c:strCache>
                <c:ptCount val="2"/>
                <c:pt idx="0">
                  <c:v>1st Qtr</c:v>
                </c:pt>
                <c:pt idx="1">
                  <c:v>2nd Qtr</c:v>
                </c:pt>
              </c:strCache>
            </c:strRef>
          </c:cat>
          <c:val>
            <c:numRef>
              <c:f>Sheet1!$B$2:$B$5</c:f>
              <c:numCache>
                <c:formatCode>General</c:formatCode>
                <c:ptCount val="4"/>
                <c:pt idx="0">
                  <c:v>0.8</c:v>
                </c:pt>
                <c:pt idx="1">
                  <c:v>0.2</c:v>
                </c:pt>
              </c:numCache>
            </c:numRef>
          </c:val>
          <c:extLst>
            <c:ext xmlns:c16="http://schemas.microsoft.com/office/drawing/2014/chart" uri="{C3380CC4-5D6E-409C-BE32-E72D297353CC}">
              <c16:uniqueId val="{00000004-64F6-49CA-A2A8-5C859D0C6D57}"/>
            </c:ext>
          </c:extLst>
        </c:ser>
        <c:dLbls>
          <c:showLegendKey val="0"/>
          <c:showVal val="0"/>
          <c:showCatName val="0"/>
          <c:showSerName val="0"/>
          <c:showPercent val="0"/>
          <c:showBubbleSize val="0"/>
          <c:showLeaderLines val="1"/>
        </c:dLbls>
        <c:firstSliceAng val="0"/>
        <c:holeSize val="90"/>
      </c:doughnutChart>
    </c:plotArea>
    <c:plotVisOnly val="1"/>
    <c:dispBlanksAs val="gap"/>
    <c:showDLblsOverMax val="0"/>
  </c:chart>
  <c:txPr>
    <a:bodyPr/>
    <a:lstStyle/>
    <a:p>
      <a:pPr>
        <a:defRPr sz="1800"/>
      </a:pPr>
      <a:endParaRPr lang="en-DE"/>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Today</c:v>
                </c:pt>
              </c:strCache>
            </c:strRef>
          </c:tx>
          <c:spPr>
            <a:solidFill>
              <a:schemeClr val="bg1"/>
            </a:solidFill>
          </c:spPr>
          <c:dPt>
            <c:idx val="0"/>
            <c:bubble3D val="0"/>
            <c:spPr>
              <a:solidFill>
                <a:schemeClr val="tx2"/>
              </a:solidFill>
            </c:spPr>
            <c:extLst>
              <c:ext xmlns:c16="http://schemas.microsoft.com/office/drawing/2014/chart" uri="{C3380CC4-5D6E-409C-BE32-E72D297353CC}">
                <c16:uniqueId val="{00000001-C080-4731-B767-608DE2B76378}"/>
              </c:ext>
            </c:extLst>
          </c:dPt>
          <c:dPt>
            <c:idx val="1"/>
            <c:bubble3D val="0"/>
            <c:spPr>
              <a:solidFill>
                <a:schemeClr val="bg2"/>
              </a:solidFill>
            </c:spPr>
            <c:extLst>
              <c:ext xmlns:c16="http://schemas.microsoft.com/office/drawing/2014/chart" uri="{C3380CC4-5D6E-409C-BE32-E72D297353CC}">
                <c16:uniqueId val="{00000003-C080-4731-B767-608DE2B76378}"/>
              </c:ext>
            </c:extLst>
          </c:dPt>
          <c:cat>
            <c:strRef>
              <c:f>Sheet1!$A$2:$A$5</c:f>
              <c:strCache>
                <c:ptCount val="2"/>
                <c:pt idx="0">
                  <c:v>1st Qtr</c:v>
                </c:pt>
                <c:pt idx="1">
                  <c:v>2nd Qtr</c:v>
                </c:pt>
              </c:strCache>
            </c:strRef>
          </c:cat>
          <c:val>
            <c:numRef>
              <c:f>Sheet1!$B$2:$B$5</c:f>
              <c:numCache>
                <c:formatCode>General</c:formatCode>
                <c:ptCount val="4"/>
                <c:pt idx="0">
                  <c:v>0.25</c:v>
                </c:pt>
                <c:pt idx="1">
                  <c:v>0.75</c:v>
                </c:pt>
              </c:numCache>
            </c:numRef>
          </c:val>
          <c:extLst>
            <c:ext xmlns:c16="http://schemas.microsoft.com/office/drawing/2014/chart" uri="{C3380CC4-5D6E-409C-BE32-E72D297353CC}">
              <c16:uniqueId val="{00000004-C080-4731-B767-608DE2B76378}"/>
            </c:ext>
          </c:extLst>
        </c:ser>
        <c:dLbls>
          <c:showLegendKey val="0"/>
          <c:showVal val="0"/>
          <c:showCatName val="0"/>
          <c:showSerName val="0"/>
          <c:showPercent val="0"/>
          <c:showBubbleSize val="0"/>
          <c:showLeaderLines val="1"/>
        </c:dLbls>
        <c:firstSliceAng val="0"/>
        <c:holeSize val="90"/>
      </c:doughnutChart>
    </c:plotArea>
    <c:plotVisOnly val="1"/>
    <c:dispBlanksAs val="gap"/>
    <c:showDLblsOverMax val="0"/>
  </c:chart>
  <c:txPr>
    <a:bodyPr/>
    <a:lstStyle/>
    <a:p>
      <a:pPr>
        <a:defRPr sz="1800"/>
      </a:pPr>
      <a:endParaRPr lang="en-DE"/>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Today</c:v>
                </c:pt>
              </c:strCache>
            </c:strRef>
          </c:tx>
          <c:spPr>
            <a:solidFill>
              <a:schemeClr val="bg1"/>
            </a:solidFill>
          </c:spPr>
          <c:dPt>
            <c:idx val="0"/>
            <c:bubble3D val="0"/>
            <c:spPr>
              <a:solidFill>
                <a:schemeClr val="tx2"/>
              </a:solidFill>
            </c:spPr>
            <c:extLst>
              <c:ext xmlns:c16="http://schemas.microsoft.com/office/drawing/2014/chart" uri="{C3380CC4-5D6E-409C-BE32-E72D297353CC}">
                <c16:uniqueId val="{00000001-E252-4897-9B8D-C9851769D4C3}"/>
              </c:ext>
            </c:extLst>
          </c:dPt>
          <c:dPt>
            <c:idx val="1"/>
            <c:bubble3D val="0"/>
            <c:spPr>
              <a:solidFill>
                <a:schemeClr val="bg2"/>
              </a:solidFill>
            </c:spPr>
            <c:extLst>
              <c:ext xmlns:c16="http://schemas.microsoft.com/office/drawing/2014/chart" uri="{C3380CC4-5D6E-409C-BE32-E72D297353CC}">
                <c16:uniqueId val="{00000003-E252-4897-9B8D-C9851769D4C3}"/>
              </c:ext>
            </c:extLst>
          </c:dPt>
          <c:cat>
            <c:strRef>
              <c:f>Sheet1!$A$2:$A$5</c:f>
              <c:strCache>
                <c:ptCount val="2"/>
                <c:pt idx="0">
                  <c:v>1st Qtr</c:v>
                </c:pt>
                <c:pt idx="1">
                  <c:v>2nd Qtr</c:v>
                </c:pt>
              </c:strCache>
            </c:strRef>
          </c:cat>
          <c:val>
            <c:numRef>
              <c:f>Sheet1!$B$2:$B$5</c:f>
              <c:numCache>
                <c:formatCode>General</c:formatCode>
                <c:ptCount val="4"/>
                <c:pt idx="0">
                  <c:v>0.5</c:v>
                </c:pt>
                <c:pt idx="1">
                  <c:v>0.5</c:v>
                </c:pt>
              </c:numCache>
            </c:numRef>
          </c:val>
          <c:extLst>
            <c:ext xmlns:c16="http://schemas.microsoft.com/office/drawing/2014/chart" uri="{C3380CC4-5D6E-409C-BE32-E72D297353CC}">
              <c16:uniqueId val="{00000004-E252-4897-9B8D-C9851769D4C3}"/>
            </c:ext>
          </c:extLst>
        </c:ser>
        <c:dLbls>
          <c:showLegendKey val="0"/>
          <c:showVal val="0"/>
          <c:showCatName val="0"/>
          <c:showSerName val="0"/>
          <c:showPercent val="0"/>
          <c:showBubbleSize val="0"/>
          <c:showLeaderLines val="1"/>
        </c:dLbls>
        <c:firstSliceAng val="0"/>
        <c:holeSize val="90"/>
      </c:doughnutChart>
    </c:plotArea>
    <c:plotVisOnly val="1"/>
    <c:dispBlanksAs val="gap"/>
    <c:showDLblsOverMax val="0"/>
  </c:chart>
  <c:txPr>
    <a:bodyPr/>
    <a:lstStyle/>
    <a:p>
      <a:pPr>
        <a:defRPr sz="1800"/>
      </a:pPr>
      <a:endParaRPr lang="en-DE"/>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Today</c:v>
                </c:pt>
              </c:strCache>
            </c:strRef>
          </c:tx>
          <c:spPr>
            <a:solidFill>
              <a:schemeClr val="bg2"/>
            </a:solidFill>
          </c:spPr>
          <c:dPt>
            <c:idx val="0"/>
            <c:bubble3D val="0"/>
            <c:spPr>
              <a:solidFill>
                <a:schemeClr val="tx2"/>
              </a:solidFill>
            </c:spPr>
            <c:extLst>
              <c:ext xmlns:c16="http://schemas.microsoft.com/office/drawing/2014/chart" uri="{C3380CC4-5D6E-409C-BE32-E72D297353CC}">
                <c16:uniqueId val="{00000001-44EF-49F7-8CDA-4D4FAE790042}"/>
              </c:ext>
            </c:extLst>
          </c:dPt>
          <c:dPt>
            <c:idx val="1"/>
            <c:bubble3D val="0"/>
            <c:extLst>
              <c:ext xmlns:c16="http://schemas.microsoft.com/office/drawing/2014/chart" uri="{C3380CC4-5D6E-409C-BE32-E72D297353CC}">
                <c16:uniqueId val="{00000002-44EF-49F7-8CDA-4D4FAE790042}"/>
              </c:ext>
            </c:extLst>
          </c:dPt>
          <c:cat>
            <c:strRef>
              <c:f>Sheet1!$A$2:$A$5</c:f>
              <c:strCache>
                <c:ptCount val="2"/>
                <c:pt idx="0">
                  <c:v>1st Qtr</c:v>
                </c:pt>
                <c:pt idx="1">
                  <c:v>2nd Qtr</c:v>
                </c:pt>
              </c:strCache>
            </c:strRef>
          </c:cat>
          <c:val>
            <c:numRef>
              <c:f>Sheet1!$B$2:$B$5</c:f>
              <c:numCache>
                <c:formatCode>General</c:formatCode>
                <c:ptCount val="4"/>
                <c:pt idx="0">
                  <c:v>0.75</c:v>
                </c:pt>
                <c:pt idx="1">
                  <c:v>0.25</c:v>
                </c:pt>
              </c:numCache>
            </c:numRef>
          </c:val>
          <c:extLst>
            <c:ext xmlns:c16="http://schemas.microsoft.com/office/drawing/2014/chart" uri="{C3380CC4-5D6E-409C-BE32-E72D297353CC}">
              <c16:uniqueId val="{00000003-44EF-49F7-8CDA-4D4FAE790042}"/>
            </c:ext>
          </c:extLst>
        </c:ser>
        <c:dLbls>
          <c:showLegendKey val="0"/>
          <c:showVal val="0"/>
          <c:showCatName val="0"/>
          <c:showSerName val="0"/>
          <c:showPercent val="0"/>
          <c:showBubbleSize val="0"/>
          <c:showLeaderLines val="1"/>
        </c:dLbls>
        <c:firstSliceAng val="0"/>
        <c:holeSize val="90"/>
      </c:doughnutChart>
      <c:spPr>
        <a:noFill/>
      </c:spPr>
    </c:plotArea>
    <c:plotVisOnly val="1"/>
    <c:dispBlanksAs val="gap"/>
    <c:showDLblsOverMax val="0"/>
  </c:chart>
  <c:txPr>
    <a:bodyPr/>
    <a:lstStyle/>
    <a:p>
      <a:pPr>
        <a:defRPr sz="1800"/>
      </a:pPr>
      <a:endParaRPr lang="en-DE"/>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Today</c:v>
                </c:pt>
              </c:strCache>
            </c:strRef>
          </c:tx>
          <c:spPr>
            <a:solidFill>
              <a:schemeClr val="bg1"/>
            </a:solidFill>
          </c:spPr>
          <c:dPt>
            <c:idx val="0"/>
            <c:bubble3D val="0"/>
            <c:spPr>
              <a:solidFill>
                <a:schemeClr val="accent2"/>
              </a:solidFill>
            </c:spPr>
            <c:extLst>
              <c:ext xmlns:c16="http://schemas.microsoft.com/office/drawing/2014/chart" uri="{C3380CC4-5D6E-409C-BE32-E72D297353CC}">
                <c16:uniqueId val="{00000001-87C1-46BD-BB72-5CA7FDF1AB98}"/>
              </c:ext>
            </c:extLst>
          </c:dPt>
          <c:dPt>
            <c:idx val="1"/>
            <c:bubble3D val="0"/>
            <c:spPr>
              <a:solidFill>
                <a:schemeClr val="bg2"/>
              </a:solidFill>
            </c:spPr>
            <c:extLst>
              <c:ext xmlns:c16="http://schemas.microsoft.com/office/drawing/2014/chart" uri="{C3380CC4-5D6E-409C-BE32-E72D297353CC}">
                <c16:uniqueId val="{00000003-87C1-46BD-BB72-5CA7FDF1AB98}"/>
              </c:ext>
            </c:extLst>
          </c:dPt>
          <c:cat>
            <c:strRef>
              <c:f>Sheet1!$A$2:$A$5</c:f>
              <c:strCache>
                <c:ptCount val="2"/>
                <c:pt idx="0">
                  <c:v>1st Qtr</c:v>
                </c:pt>
                <c:pt idx="1">
                  <c:v>2nd Qtr</c:v>
                </c:pt>
              </c:strCache>
            </c:strRef>
          </c:cat>
          <c:val>
            <c:numRef>
              <c:f>Sheet1!$B$2:$B$5</c:f>
              <c:numCache>
                <c:formatCode>General</c:formatCode>
                <c:ptCount val="4"/>
                <c:pt idx="0">
                  <c:v>0.8</c:v>
                </c:pt>
                <c:pt idx="1">
                  <c:v>0.2</c:v>
                </c:pt>
              </c:numCache>
            </c:numRef>
          </c:val>
          <c:extLst>
            <c:ext xmlns:c16="http://schemas.microsoft.com/office/drawing/2014/chart" uri="{C3380CC4-5D6E-409C-BE32-E72D297353CC}">
              <c16:uniqueId val="{00000004-87C1-46BD-BB72-5CA7FDF1AB98}"/>
            </c:ext>
          </c:extLst>
        </c:ser>
        <c:dLbls>
          <c:showLegendKey val="0"/>
          <c:showVal val="0"/>
          <c:showCatName val="0"/>
          <c:showSerName val="0"/>
          <c:showPercent val="0"/>
          <c:showBubbleSize val="0"/>
          <c:showLeaderLines val="1"/>
        </c:dLbls>
        <c:firstSliceAng val="0"/>
        <c:holeSize val="90"/>
      </c:doughnutChart>
    </c:plotArea>
    <c:plotVisOnly val="1"/>
    <c:dispBlanksAs val="gap"/>
    <c:showDLblsOverMax val="0"/>
  </c:chart>
  <c:txPr>
    <a:bodyPr/>
    <a:lstStyle/>
    <a:p>
      <a:pPr>
        <a:defRPr sz="1800"/>
      </a:pPr>
      <a:endParaRPr lang="en-DE"/>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Today</c:v>
                </c:pt>
              </c:strCache>
            </c:strRef>
          </c:tx>
          <c:spPr>
            <a:solidFill>
              <a:schemeClr val="bg1"/>
            </a:solidFill>
          </c:spPr>
          <c:dPt>
            <c:idx val="0"/>
            <c:bubble3D val="0"/>
            <c:spPr>
              <a:solidFill>
                <a:schemeClr val="accent2"/>
              </a:solidFill>
            </c:spPr>
            <c:extLst>
              <c:ext xmlns:c16="http://schemas.microsoft.com/office/drawing/2014/chart" uri="{C3380CC4-5D6E-409C-BE32-E72D297353CC}">
                <c16:uniqueId val="{00000001-4DCA-456E-BEFF-4F09030C2C62}"/>
              </c:ext>
            </c:extLst>
          </c:dPt>
          <c:dPt>
            <c:idx val="1"/>
            <c:bubble3D val="0"/>
            <c:spPr>
              <a:solidFill>
                <a:schemeClr val="bg2"/>
              </a:solidFill>
            </c:spPr>
            <c:extLst>
              <c:ext xmlns:c16="http://schemas.microsoft.com/office/drawing/2014/chart" uri="{C3380CC4-5D6E-409C-BE32-E72D297353CC}">
                <c16:uniqueId val="{00000003-4DCA-456E-BEFF-4F09030C2C62}"/>
              </c:ext>
            </c:extLst>
          </c:dPt>
          <c:cat>
            <c:strRef>
              <c:f>Sheet1!$A$2:$A$5</c:f>
              <c:strCache>
                <c:ptCount val="2"/>
                <c:pt idx="0">
                  <c:v>1st Qtr</c:v>
                </c:pt>
                <c:pt idx="1">
                  <c:v>2nd Qtr</c:v>
                </c:pt>
              </c:strCache>
            </c:strRef>
          </c:cat>
          <c:val>
            <c:numRef>
              <c:f>Sheet1!$B$2:$B$5</c:f>
              <c:numCache>
                <c:formatCode>General</c:formatCode>
                <c:ptCount val="4"/>
                <c:pt idx="0">
                  <c:v>0.25</c:v>
                </c:pt>
                <c:pt idx="1">
                  <c:v>0.75</c:v>
                </c:pt>
              </c:numCache>
            </c:numRef>
          </c:val>
          <c:extLst>
            <c:ext xmlns:c16="http://schemas.microsoft.com/office/drawing/2014/chart" uri="{C3380CC4-5D6E-409C-BE32-E72D297353CC}">
              <c16:uniqueId val="{00000004-4DCA-456E-BEFF-4F09030C2C62}"/>
            </c:ext>
          </c:extLst>
        </c:ser>
        <c:dLbls>
          <c:showLegendKey val="0"/>
          <c:showVal val="0"/>
          <c:showCatName val="0"/>
          <c:showSerName val="0"/>
          <c:showPercent val="0"/>
          <c:showBubbleSize val="0"/>
          <c:showLeaderLines val="1"/>
        </c:dLbls>
        <c:firstSliceAng val="0"/>
        <c:holeSize val="90"/>
      </c:doughnutChart>
    </c:plotArea>
    <c:plotVisOnly val="1"/>
    <c:dispBlanksAs val="gap"/>
    <c:showDLblsOverMax val="0"/>
  </c:chart>
  <c:txPr>
    <a:bodyPr/>
    <a:lstStyle/>
    <a:p>
      <a:pPr>
        <a:defRPr sz="1800"/>
      </a:pPr>
      <a:endParaRPr lang="en-DE"/>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Today</c:v>
                </c:pt>
              </c:strCache>
            </c:strRef>
          </c:tx>
          <c:spPr>
            <a:solidFill>
              <a:schemeClr val="bg1"/>
            </a:solidFill>
          </c:spPr>
          <c:dPt>
            <c:idx val="0"/>
            <c:bubble3D val="0"/>
            <c:spPr>
              <a:solidFill>
                <a:schemeClr val="accent2"/>
              </a:solidFill>
            </c:spPr>
            <c:extLst>
              <c:ext xmlns:c16="http://schemas.microsoft.com/office/drawing/2014/chart" uri="{C3380CC4-5D6E-409C-BE32-E72D297353CC}">
                <c16:uniqueId val="{00000001-35F5-4A62-A22F-CA1CF6A600BF}"/>
              </c:ext>
            </c:extLst>
          </c:dPt>
          <c:dPt>
            <c:idx val="1"/>
            <c:bubble3D val="0"/>
            <c:spPr>
              <a:solidFill>
                <a:schemeClr val="bg2"/>
              </a:solidFill>
            </c:spPr>
            <c:extLst>
              <c:ext xmlns:c16="http://schemas.microsoft.com/office/drawing/2014/chart" uri="{C3380CC4-5D6E-409C-BE32-E72D297353CC}">
                <c16:uniqueId val="{00000003-35F5-4A62-A22F-CA1CF6A600BF}"/>
              </c:ext>
            </c:extLst>
          </c:dPt>
          <c:cat>
            <c:strRef>
              <c:f>Sheet1!$A$2:$A$5</c:f>
              <c:strCache>
                <c:ptCount val="2"/>
                <c:pt idx="0">
                  <c:v>1st Qtr</c:v>
                </c:pt>
                <c:pt idx="1">
                  <c:v>2nd Qtr</c:v>
                </c:pt>
              </c:strCache>
            </c:strRef>
          </c:cat>
          <c:val>
            <c:numRef>
              <c:f>Sheet1!$B$2:$B$5</c:f>
              <c:numCache>
                <c:formatCode>General</c:formatCode>
                <c:ptCount val="4"/>
                <c:pt idx="0">
                  <c:v>0.5</c:v>
                </c:pt>
                <c:pt idx="1">
                  <c:v>0.5</c:v>
                </c:pt>
              </c:numCache>
            </c:numRef>
          </c:val>
          <c:extLst>
            <c:ext xmlns:c16="http://schemas.microsoft.com/office/drawing/2014/chart" uri="{C3380CC4-5D6E-409C-BE32-E72D297353CC}">
              <c16:uniqueId val="{00000004-35F5-4A62-A22F-CA1CF6A600BF}"/>
            </c:ext>
          </c:extLst>
        </c:ser>
        <c:dLbls>
          <c:showLegendKey val="0"/>
          <c:showVal val="0"/>
          <c:showCatName val="0"/>
          <c:showSerName val="0"/>
          <c:showPercent val="0"/>
          <c:showBubbleSize val="0"/>
          <c:showLeaderLines val="1"/>
        </c:dLbls>
        <c:firstSliceAng val="0"/>
        <c:holeSize val="90"/>
      </c:doughnutChart>
    </c:plotArea>
    <c:plotVisOnly val="1"/>
    <c:dispBlanksAs val="gap"/>
    <c:showDLblsOverMax val="0"/>
  </c:chart>
  <c:txPr>
    <a:bodyPr/>
    <a:lstStyle/>
    <a:p>
      <a:pPr>
        <a:defRPr sz="1800"/>
      </a:pPr>
      <a:endParaRPr lang="en-DE"/>
    </a:p>
  </c:tx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Today</c:v>
                </c:pt>
              </c:strCache>
            </c:strRef>
          </c:tx>
          <c:spPr>
            <a:solidFill>
              <a:schemeClr val="bg1"/>
            </a:solidFill>
          </c:spPr>
          <c:dPt>
            <c:idx val="0"/>
            <c:bubble3D val="0"/>
            <c:spPr>
              <a:solidFill>
                <a:schemeClr val="accent2"/>
              </a:solidFill>
            </c:spPr>
            <c:extLst>
              <c:ext xmlns:c16="http://schemas.microsoft.com/office/drawing/2014/chart" uri="{C3380CC4-5D6E-409C-BE32-E72D297353CC}">
                <c16:uniqueId val="{00000001-9908-4832-A9FA-531986A5B97B}"/>
              </c:ext>
            </c:extLst>
          </c:dPt>
          <c:dPt>
            <c:idx val="1"/>
            <c:bubble3D val="0"/>
            <c:spPr>
              <a:solidFill>
                <a:schemeClr val="bg2"/>
              </a:solidFill>
            </c:spPr>
            <c:extLst>
              <c:ext xmlns:c16="http://schemas.microsoft.com/office/drawing/2014/chart" uri="{C3380CC4-5D6E-409C-BE32-E72D297353CC}">
                <c16:uniqueId val="{00000003-9908-4832-A9FA-531986A5B97B}"/>
              </c:ext>
            </c:extLst>
          </c:dPt>
          <c:cat>
            <c:strRef>
              <c:f>Sheet1!$A$2:$A$5</c:f>
              <c:strCache>
                <c:ptCount val="2"/>
                <c:pt idx="0">
                  <c:v>1st Qtr</c:v>
                </c:pt>
                <c:pt idx="1">
                  <c:v>2nd Qtr</c:v>
                </c:pt>
              </c:strCache>
            </c:strRef>
          </c:cat>
          <c:val>
            <c:numRef>
              <c:f>Sheet1!$B$2:$B$5</c:f>
              <c:numCache>
                <c:formatCode>General</c:formatCode>
                <c:ptCount val="4"/>
                <c:pt idx="0">
                  <c:v>0.75</c:v>
                </c:pt>
                <c:pt idx="1">
                  <c:v>0.25</c:v>
                </c:pt>
              </c:numCache>
            </c:numRef>
          </c:val>
          <c:extLst>
            <c:ext xmlns:c16="http://schemas.microsoft.com/office/drawing/2014/chart" uri="{C3380CC4-5D6E-409C-BE32-E72D297353CC}">
              <c16:uniqueId val="{00000004-9908-4832-A9FA-531986A5B97B}"/>
            </c:ext>
          </c:extLst>
        </c:ser>
        <c:dLbls>
          <c:showLegendKey val="0"/>
          <c:showVal val="0"/>
          <c:showCatName val="0"/>
          <c:showSerName val="0"/>
          <c:showPercent val="0"/>
          <c:showBubbleSize val="0"/>
          <c:showLeaderLines val="1"/>
        </c:dLbls>
        <c:firstSliceAng val="0"/>
        <c:holeSize val="90"/>
      </c:doughnutChart>
      <c:spPr>
        <a:noFill/>
      </c:spPr>
    </c:plotArea>
    <c:plotVisOnly val="1"/>
    <c:dispBlanksAs val="gap"/>
    <c:showDLblsOverMax val="0"/>
  </c:chart>
  <c:txPr>
    <a:bodyPr/>
    <a:lstStyle/>
    <a:p>
      <a:pPr>
        <a:defRPr sz="1800"/>
      </a:pPr>
      <a:endParaRPr lang="en-DE"/>
    </a:p>
  </c:tx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Today</c:v>
                </c:pt>
              </c:strCache>
            </c:strRef>
          </c:tx>
          <c:spPr>
            <a:solidFill>
              <a:schemeClr val="bg1"/>
            </a:solidFill>
          </c:spPr>
          <c:dPt>
            <c:idx val="0"/>
            <c:bubble3D val="0"/>
            <c:spPr>
              <a:solidFill>
                <a:schemeClr val="tx2"/>
              </a:solidFill>
            </c:spPr>
            <c:extLst>
              <c:ext xmlns:c16="http://schemas.microsoft.com/office/drawing/2014/chart" uri="{C3380CC4-5D6E-409C-BE32-E72D297353CC}">
                <c16:uniqueId val="{00000001-64F6-49CA-A2A8-5C859D0C6D57}"/>
              </c:ext>
            </c:extLst>
          </c:dPt>
          <c:dPt>
            <c:idx val="1"/>
            <c:bubble3D val="0"/>
            <c:spPr>
              <a:solidFill>
                <a:schemeClr val="bg2"/>
              </a:solidFill>
            </c:spPr>
            <c:extLst>
              <c:ext xmlns:c16="http://schemas.microsoft.com/office/drawing/2014/chart" uri="{C3380CC4-5D6E-409C-BE32-E72D297353CC}">
                <c16:uniqueId val="{00000003-64F6-49CA-A2A8-5C859D0C6D57}"/>
              </c:ext>
            </c:extLst>
          </c:dPt>
          <c:cat>
            <c:strRef>
              <c:f>Sheet1!$A$2:$A$5</c:f>
              <c:strCache>
                <c:ptCount val="2"/>
                <c:pt idx="0">
                  <c:v>1st Qtr</c:v>
                </c:pt>
                <c:pt idx="1">
                  <c:v>2nd Qtr</c:v>
                </c:pt>
              </c:strCache>
            </c:strRef>
          </c:cat>
          <c:val>
            <c:numRef>
              <c:f>Sheet1!$B$2:$B$5</c:f>
              <c:numCache>
                <c:formatCode>General</c:formatCode>
                <c:ptCount val="4"/>
                <c:pt idx="0">
                  <c:v>0.8</c:v>
                </c:pt>
                <c:pt idx="1">
                  <c:v>0.2</c:v>
                </c:pt>
              </c:numCache>
            </c:numRef>
          </c:val>
          <c:extLst>
            <c:ext xmlns:c16="http://schemas.microsoft.com/office/drawing/2014/chart" uri="{C3380CC4-5D6E-409C-BE32-E72D297353CC}">
              <c16:uniqueId val="{00000004-64F6-49CA-A2A8-5C859D0C6D57}"/>
            </c:ext>
          </c:extLst>
        </c:ser>
        <c:dLbls>
          <c:showLegendKey val="0"/>
          <c:showVal val="0"/>
          <c:showCatName val="0"/>
          <c:showSerName val="0"/>
          <c:showPercent val="0"/>
          <c:showBubbleSize val="0"/>
          <c:showLeaderLines val="1"/>
        </c:dLbls>
        <c:firstSliceAng val="0"/>
        <c:holeSize val="90"/>
      </c:doughnutChart>
    </c:plotArea>
    <c:plotVisOnly val="1"/>
    <c:dispBlanksAs val="gap"/>
    <c:showDLblsOverMax val="0"/>
  </c:chart>
  <c:txPr>
    <a:bodyPr/>
    <a:lstStyle/>
    <a:p>
      <a:pPr>
        <a:defRPr sz="1800"/>
      </a:pPr>
      <a:endParaRPr lang="en-DE"/>
    </a:p>
  </c:tx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Today</c:v>
                </c:pt>
              </c:strCache>
            </c:strRef>
          </c:tx>
          <c:spPr>
            <a:solidFill>
              <a:schemeClr val="bg1"/>
            </a:solidFill>
          </c:spPr>
          <c:dPt>
            <c:idx val="0"/>
            <c:bubble3D val="0"/>
            <c:spPr>
              <a:solidFill>
                <a:schemeClr val="tx2"/>
              </a:solidFill>
            </c:spPr>
            <c:extLst>
              <c:ext xmlns:c16="http://schemas.microsoft.com/office/drawing/2014/chart" uri="{C3380CC4-5D6E-409C-BE32-E72D297353CC}">
                <c16:uniqueId val="{00000001-C080-4731-B767-608DE2B76378}"/>
              </c:ext>
            </c:extLst>
          </c:dPt>
          <c:dPt>
            <c:idx val="1"/>
            <c:bubble3D val="0"/>
            <c:spPr>
              <a:solidFill>
                <a:schemeClr val="bg2"/>
              </a:solidFill>
            </c:spPr>
            <c:extLst>
              <c:ext xmlns:c16="http://schemas.microsoft.com/office/drawing/2014/chart" uri="{C3380CC4-5D6E-409C-BE32-E72D297353CC}">
                <c16:uniqueId val="{00000003-C080-4731-B767-608DE2B76378}"/>
              </c:ext>
            </c:extLst>
          </c:dPt>
          <c:cat>
            <c:strRef>
              <c:f>Sheet1!$A$2:$A$5</c:f>
              <c:strCache>
                <c:ptCount val="2"/>
                <c:pt idx="0">
                  <c:v>1st Qtr</c:v>
                </c:pt>
                <c:pt idx="1">
                  <c:v>2nd Qtr</c:v>
                </c:pt>
              </c:strCache>
            </c:strRef>
          </c:cat>
          <c:val>
            <c:numRef>
              <c:f>Sheet1!$B$2:$B$5</c:f>
              <c:numCache>
                <c:formatCode>General</c:formatCode>
                <c:ptCount val="4"/>
                <c:pt idx="0">
                  <c:v>0.25</c:v>
                </c:pt>
                <c:pt idx="1">
                  <c:v>0.75</c:v>
                </c:pt>
              </c:numCache>
            </c:numRef>
          </c:val>
          <c:extLst>
            <c:ext xmlns:c16="http://schemas.microsoft.com/office/drawing/2014/chart" uri="{C3380CC4-5D6E-409C-BE32-E72D297353CC}">
              <c16:uniqueId val="{00000004-C080-4731-B767-608DE2B76378}"/>
            </c:ext>
          </c:extLst>
        </c:ser>
        <c:dLbls>
          <c:showLegendKey val="0"/>
          <c:showVal val="0"/>
          <c:showCatName val="0"/>
          <c:showSerName val="0"/>
          <c:showPercent val="0"/>
          <c:showBubbleSize val="0"/>
          <c:showLeaderLines val="1"/>
        </c:dLbls>
        <c:firstSliceAng val="0"/>
        <c:holeSize val="90"/>
      </c:doughnutChart>
    </c:plotArea>
    <c:plotVisOnly val="1"/>
    <c:dispBlanksAs val="gap"/>
    <c:showDLblsOverMax val="0"/>
  </c:chart>
  <c:txPr>
    <a:bodyPr/>
    <a:lstStyle/>
    <a:p>
      <a:pPr>
        <a:defRPr sz="1800"/>
      </a:pPr>
      <a:endParaRPr lang="en-DE"/>
    </a:p>
  </c:tx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Today</c:v>
                </c:pt>
              </c:strCache>
            </c:strRef>
          </c:tx>
          <c:spPr>
            <a:solidFill>
              <a:schemeClr val="bg1"/>
            </a:solidFill>
          </c:spPr>
          <c:dPt>
            <c:idx val="0"/>
            <c:bubble3D val="0"/>
            <c:spPr>
              <a:solidFill>
                <a:schemeClr val="tx2"/>
              </a:solidFill>
            </c:spPr>
            <c:extLst>
              <c:ext xmlns:c16="http://schemas.microsoft.com/office/drawing/2014/chart" uri="{C3380CC4-5D6E-409C-BE32-E72D297353CC}">
                <c16:uniqueId val="{00000001-E252-4897-9B8D-C9851769D4C3}"/>
              </c:ext>
            </c:extLst>
          </c:dPt>
          <c:dPt>
            <c:idx val="1"/>
            <c:bubble3D val="0"/>
            <c:spPr>
              <a:solidFill>
                <a:schemeClr val="bg2"/>
              </a:solidFill>
            </c:spPr>
            <c:extLst>
              <c:ext xmlns:c16="http://schemas.microsoft.com/office/drawing/2014/chart" uri="{C3380CC4-5D6E-409C-BE32-E72D297353CC}">
                <c16:uniqueId val="{00000003-E252-4897-9B8D-C9851769D4C3}"/>
              </c:ext>
            </c:extLst>
          </c:dPt>
          <c:cat>
            <c:strRef>
              <c:f>Sheet1!$A$2:$A$5</c:f>
              <c:strCache>
                <c:ptCount val="2"/>
                <c:pt idx="0">
                  <c:v>1st Qtr</c:v>
                </c:pt>
                <c:pt idx="1">
                  <c:v>2nd Qtr</c:v>
                </c:pt>
              </c:strCache>
            </c:strRef>
          </c:cat>
          <c:val>
            <c:numRef>
              <c:f>Sheet1!$B$2:$B$5</c:f>
              <c:numCache>
                <c:formatCode>General</c:formatCode>
                <c:ptCount val="4"/>
                <c:pt idx="0">
                  <c:v>0.5</c:v>
                </c:pt>
                <c:pt idx="1">
                  <c:v>0.5</c:v>
                </c:pt>
              </c:numCache>
            </c:numRef>
          </c:val>
          <c:extLst>
            <c:ext xmlns:c16="http://schemas.microsoft.com/office/drawing/2014/chart" uri="{C3380CC4-5D6E-409C-BE32-E72D297353CC}">
              <c16:uniqueId val="{00000004-E252-4897-9B8D-C9851769D4C3}"/>
            </c:ext>
          </c:extLst>
        </c:ser>
        <c:dLbls>
          <c:showLegendKey val="0"/>
          <c:showVal val="0"/>
          <c:showCatName val="0"/>
          <c:showSerName val="0"/>
          <c:showPercent val="0"/>
          <c:showBubbleSize val="0"/>
          <c:showLeaderLines val="1"/>
        </c:dLbls>
        <c:firstSliceAng val="0"/>
        <c:holeSize val="90"/>
      </c:doughnutChart>
    </c:plotArea>
    <c:plotVisOnly val="1"/>
    <c:dispBlanksAs val="gap"/>
    <c:showDLblsOverMax val="0"/>
  </c:chart>
  <c:txPr>
    <a:bodyPr/>
    <a:lstStyle/>
    <a:p>
      <a:pPr>
        <a:defRPr sz="1800"/>
      </a:pPr>
      <a:endParaRPr lang="en-DE"/>
    </a:p>
  </c:tx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Today</c:v>
                </c:pt>
              </c:strCache>
            </c:strRef>
          </c:tx>
          <c:spPr>
            <a:solidFill>
              <a:schemeClr val="bg2"/>
            </a:solidFill>
          </c:spPr>
          <c:dPt>
            <c:idx val="0"/>
            <c:bubble3D val="0"/>
            <c:spPr>
              <a:solidFill>
                <a:schemeClr val="tx2"/>
              </a:solidFill>
            </c:spPr>
            <c:extLst>
              <c:ext xmlns:c16="http://schemas.microsoft.com/office/drawing/2014/chart" uri="{C3380CC4-5D6E-409C-BE32-E72D297353CC}">
                <c16:uniqueId val="{00000001-44EF-49F7-8CDA-4D4FAE790042}"/>
              </c:ext>
            </c:extLst>
          </c:dPt>
          <c:dPt>
            <c:idx val="1"/>
            <c:bubble3D val="0"/>
            <c:extLst>
              <c:ext xmlns:c16="http://schemas.microsoft.com/office/drawing/2014/chart" uri="{C3380CC4-5D6E-409C-BE32-E72D297353CC}">
                <c16:uniqueId val="{00000002-44EF-49F7-8CDA-4D4FAE790042}"/>
              </c:ext>
            </c:extLst>
          </c:dPt>
          <c:cat>
            <c:strRef>
              <c:f>Sheet1!$A$2:$A$5</c:f>
              <c:strCache>
                <c:ptCount val="2"/>
                <c:pt idx="0">
                  <c:v>1st Qtr</c:v>
                </c:pt>
                <c:pt idx="1">
                  <c:v>2nd Qtr</c:v>
                </c:pt>
              </c:strCache>
            </c:strRef>
          </c:cat>
          <c:val>
            <c:numRef>
              <c:f>Sheet1!$B$2:$B$5</c:f>
              <c:numCache>
                <c:formatCode>General</c:formatCode>
                <c:ptCount val="4"/>
                <c:pt idx="0">
                  <c:v>0.75</c:v>
                </c:pt>
                <c:pt idx="1">
                  <c:v>0.25</c:v>
                </c:pt>
              </c:numCache>
            </c:numRef>
          </c:val>
          <c:extLst>
            <c:ext xmlns:c16="http://schemas.microsoft.com/office/drawing/2014/chart" uri="{C3380CC4-5D6E-409C-BE32-E72D297353CC}">
              <c16:uniqueId val="{00000003-44EF-49F7-8CDA-4D4FAE790042}"/>
            </c:ext>
          </c:extLst>
        </c:ser>
        <c:dLbls>
          <c:showLegendKey val="0"/>
          <c:showVal val="0"/>
          <c:showCatName val="0"/>
          <c:showSerName val="0"/>
          <c:showPercent val="0"/>
          <c:showBubbleSize val="0"/>
          <c:showLeaderLines val="1"/>
        </c:dLbls>
        <c:firstSliceAng val="0"/>
        <c:holeSize val="90"/>
      </c:doughnutChart>
      <c:spPr>
        <a:noFill/>
      </c:spPr>
    </c:plotArea>
    <c:plotVisOnly val="1"/>
    <c:dispBlanksAs val="gap"/>
    <c:showDLblsOverMax val="0"/>
  </c:chart>
  <c:txPr>
    <a:bodyPr/>
    <a:lstStyle/>
    <a:p>
      <a:pPr>
        <a:defRPr sz="1800"/>
      </a:pPr>
      <a:endParaRPr lang="en-DE"/>
    </a:p>
  </c:txPr>
  <c:externalData r:id="rId1">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Today</c:v>
                </c:pt>
              </c:strCache>
            </c:strRef>
          </c:tx>
          <c:spPr>
            <a:solidFill>
              <a:schemeClr val="bg1"/>
            </a:solidFill>
          </c:spPr>
          <c:dPt>
            <c:idx val="0"/>
            <c:bubble3D val="0"/>
            <c:spPr>
              <a:solidFill>
                <a:schemeClr val="accent2"/>
              </a:solidFill>
            </c:spPr>
            <c:extLst>
              <c:ext xmlns:c16="http://schemas.microsoft.com/office/drawing/2014/chart" uri="{C3380CC4-5D6E-409C-BE32-E72D297353CC}">
                <c16:uniqueId val="{00000001-87C1-46BD-BB72-5CA7FDF1AB98}"/>
              </c:ext>
            </c:extLst>
          </c:dPt>
          <c:dPt>
            <c:idx val="1"/>
            <c:bubble3D val="0"/>
            <c:spPr>
              <a:solidFill>
                <a:schemeClr val="bg2"/>
              </a:solidFill>
            </c:spPr>
            <c:extLst>
              <c:ext xmlns:c16="http://schemas.microsoft.com/office/drawing/2014/chart" uri="{C3380CC4-5D6E-409C-BE32-E72D297353CC}">
                <c16:uniqueId val="{00000003-87C1-46BD-BB72-5CA7FDF1AB98}"/>
              </c:ext>
            </c:extLst>
          </c:dPt>
          <c:cat>
            <c:strRef>
              <c:f>Sheet1!$A$2:$A$5</c:f>
              <c:strCache>
                <c:ptCount val="2"/>
                <c:pt idx="0">
                  <c:v>1st Qtr</c:v>
                </c:pt>
                <c:pt idx="1">
                  <c:v>2nd Qtr</c:v>
                </c:pt>
              </c:strCache>
            </c:strRef>
          </c:cat>
          <c:val>
            <c:numRef>
              <c:f>Sheet1!$B$2:$B$5</c:f>
              <c:numCache>
                <c:formatCode>General</c:formatCode>
                <c:ptCount val="4"/>
                <c:pt idx="0">
                  <c:v>0.8</c:v>
                </c:pt>
                <c:pt idx="1">
                  <c:v>0.2</c:v>
                </c:pt>
              </c:numCache>
            </c:numRef>
          </c:val>
          <c:extLst>
            <c:ext xmlns:c16="http://schemas.microsoft.com/office/drawing/2014/chart" uri="{C3380CC4-5D6E-409C-BE32-E72D297353CC}">
              <c16:uniqueId val="{00000004-87C1-46BD-BB72-5CA7FDF1AB98}"/>
            </c:ext>
          </c:extLst>
        </c:ser>
        <c:dLbls>
          <c:showLegendKey val="0"/>
          <c:showVal val="0"/>
          <c:showCatName val="0"/>
          <c:showSerName val="0"/>
          <c:showPercent val="0"/>
          <c:showBubbleSize val="0"/>
          <c:showLeaderLines val="1"/>
        </c:dLbls>
        <c:firstSliceAng val="0"/>
        <c:holeSize val="90"/>
      </c:doughnutChart>
    </c:plotArea>
    <c:plotVisOnly val="1"/>
    <c:dispBlanksAs val="gap"/>
    <c:showDLblsOverMax val="0"/>
  </c:chart>
  <c:txPr>
    <a:bodyPr/>
    <a:lstStyle/>
    <a:p>
      <a:pPr>
        <a:defRPr sz="1800"/>
      </a:pPr>
      <a:endParaRPr lang="en-DE"/>
    </a:p>
  </c:txPr>
  <c:externalData r:id="rId1">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Today</c:v>
                </c:pt>
              </c:strCache>
            </c:strRef>
          </c:tx>
          <c:spPr>
            <a:solidFill>
              <a:schemeClr val="bg1"/>
            </a:solidFill>
          </c:spPr>
          <c:dPt>
            <c:idx val="0"/>
            <c:bubble3D val="0"/>
            <c:spPr>
              <a:solidFill>
                <a:schemeClr val="accent2"/>
              </a:solidFill>
            </c:spPr>
            <c:extLst>
              <c:ext xmlns:c16="http://schemas.microsoft.com/office/drawing/2014/chart" uri="{C3380CC4-5D6E-409C-BE32-E72D297353CC}">
                <c16:uniqueId val="{00000001-4DCA-456E-BEFF-4F09030C2C62}"/>
              </c:ext>
            </c:extLst>
          </c:dPt>
          <c:dPt>
            <c:idx val="1"/>
            <c:bubble3D val="0"/>
            <c:spPr>
              <a:solidFill>
                <a:schemeClr val="bg2"/>
              </a:solidFill>
            </c:spPr>
            <c:extLst>
              <c:ext xmlns:c16="http://schemas.microsoft.com/office/drawing/2014/chart" uri="{C3380CC4-5D6E-409C-BE32-E72D297353CC}">
                <c16:uniqueId val="{00000003-4DCA-456E-BEFF-4F09030C2C62}"/>
              </c:ext>
            </c:extLst>
          </c:dPt>
          <c:cat>
            <c:strRef>
              <c:f>Sheet1!$A$2:$A$5</c:f>
              <c:strCache>
                <c:ptCount val="2"/>
                <c:pt idx="0">
                  <c:v>1st Qtr</c:v>
                </c:pt>
                <c:pt idx="1">
                  <c:v>2nd Qtr</c:v>
                </c:pt>
              </c:strCache>
            </c:strRef>
          </c:cat>
          <c:val>
            <c:numRef>
              <c:f>Sheet1!$B$2:$B$5</c:f>
              <c:numCache>
                <c:formatCode>General</c:formatCode>
                <c:ptCount val="4"/>
                <c:pt idx="0">
                  <c:v>0.25</c:v>
                </c:pt>
                <c:pt idx="1">
                  <c:v>0.75</c:v>
                </c:pt>
              </c:numCache>
            </c:numRef>
          </c:val>
          <c:extLst>
            <c:ext xmlns:c16="http://schemas.microsoft.com/office/drawing/2014/chart" uri="{C3380CC4-5D6E-409C-BE32-E72D297353CC}">
              <c16:uniqueId val="{00000004-4DCA-456E-BEFF-4F09030C2C62}"/>
            </c:ext>
          </c:extLst>
        </c:ser>
        <c:dLbls>
          <c:showLegendKey val="0"/>
          <c:showVal val="0"/>
          <c:showCatName val="0"/>
          <c:showSerName val="0"/>
          <c:showPercent val="0"/>
          <c:showBubbleSize val="0"/>
          <c:showLeaderLines val="1"/>
        </c:dLbls>
        <c:firstSliceAng val="0"/>
        <c:holeSize val="90"/>
      </c:doughnutChart>
    </c:plotArea>
    <c:plotVisOnly val="1"/>
    <c:dispBlanksAs val="gap"/>
    <c:showDLblsOverMax val="0"/>
  </c:chart>
  <c:txPr>
    <a:bodyPr/>
    <a:lstStyle/>
    <a:p>
      <a:pPr>
        <a:defRPr sz="1800"/>
      </a:pPr>
      <a:endParaRPr lang="en-DE"/>
    </a:p>
  </c:txPr>
  <c:externalData r:id="rId1">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Today</c:v>
                </c:pt>
              </c:strCache>
            </c:strRef>
          </c:tx>
          <c:spPr>
            <a:solidFill>
              <a:schemeClr val="bg1"/>
            </a:solidFill>
          </c:spPr>
          <c:dPt>
            <c:idx val="0"/>
            <c:bubble3D val="0"/>
            <c:spPr>
              <a:solidFill>
                <a:schemeClr val="accent2"/>
              </a:solidFill>
            </c:spPr>
            <c:extLst>
              <c:ext xmlns:c16="http://schemas.microsoft.com/office/drawing/2014/chart" uri="{C3380CC4-5D6E-409C-BE32-E72D297353CC}">
                <c16:uniqueId val="{00000001-35F5-4A62-A22F-CA1CF6A600BF}"/>
              </c:ext>
            </c:extLst>
          </c:dPt>
          <c:dPt>
            <c:idx val="1"/>
            <c:bubble3D val="0"/>
            <c:spPr>
              <a:solidFill>
                <a:schemeClr val="bg2"/>
              </a:solidFill>
            </c:spPr>
            <c:extLst>
              <c:ext xmlns:c16="http://schemas.microsoft.com/office/drawing/2014/chart" uri="{C3380CC4-5D6E-409C-BE32-E72D297353CC}">
                <c16:uniqueId val="{00000003-35F5-4A62-A22F-CA1CF6A600BF}"/>
              </c:ext>
            </c:extLst>
          </c:dPt>
          <c:cat>
            <c:strRef>
              <c:f>Sheet1!$A$2:$A$5</c:f>
              <c:strCache>
                <c:ptCount val="2"/>
                <c:pt idx="0">
                  <c:v>1st Qtr</c:v>
                </c:pt>
                <c:pt idx="1">
                  <c:v>2nd Qtr</c:v>
                </c:pt>
              </c:strCache>
            </c:strRef>
          </c:cat>
          <c:val>
            <c:numRef>
              <c:f>Sheet1!$B$2:$B$5</c:f>
              <c:numCache>
                <c:formatCode>General</c:formatCode>
                <c:ptCount val="4"/>
                <c:pt idx="0">
                  <c:v>0.5</c:v>
                </c:pt>
                <c:pt idx="1">
                  <c:v>0.5</c:v>
                </c:pt>
              </c:numCache>
            </c:numRef>
          </c:val>
          <c:extLst>
            <c:ext xmlns:c16="http://schemas.microsoft.com/office/drawing/2014/chart" uri="{C3380CC4-5D6E-409C-BE32-E72D297353CC}">
              <c16:uniqueId val="{00000004-35F5-4A62-A22F-CA1CF6A600BF}"/>
            </c:ext>
          </c:extLst>
        </c:ser>
        <c:dLbls>
          <c:showLegendKey val="0"/>
          <c:showVal val="0"/>
          <c:showCatName val="0"/>
          <c:showSerName val="0"/>
          <c:showPercent val="0"/>
          <c:showBubbleSize val="0"/>
          <c:showLeaderLines val="1"/>
        </c:dLbls>
        <c:firstSliceAng val="0"/>
        <c:holeSize val="90"/>
      </c:doughnutChart>
    </c:plotArea>
    <c:plotVisOnly val="1"/>
    <c:dispBlanksAs val="gap"/>
    <c:showDLblsOverMax val="0"/>
  </c:chart>
  <c:txPr>
    <a:bodyPr/>
    <a:lstStyle/>
    <a:p>
      <a:pPr>
        <a:defRPr sz="1800"/>
      </a:pPr>
      <a:endParaRPr lang="en-DE"/>
    </a:p>
  </c:txPr>
  <c:externalData r:id="rId1">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Today</c:v>
                </c:pt>
              </c:strCache>
            </c:strRef>
          </c:tx>
          <c:spPr>
            <a:solidFill>
              <a:schemeClr val="bg1"/>
            </a:solidFill>
          </c:spPr>
          <c:dPt>
            <c:idx val="0"/>
            <c:bubble3D val="0"/>
            <c:spPr>
              <a:solidFill>
                <a:schemeClr val="accent2"/>
              </a:solidFill>
            </c:spPr>
            <c:extLst>
              <c:ext xmlns:c16="http://schemas.microsoft.com/office/drawing/2014/chart" uri="{C3380CC4-5D6E-409C-BE32-E72D297353CC}">
                <c16:uniqueId val="{00000001-9908-4832-A9FA-531986A5B97B}"/>
              </c:ext>
            </c:extLst>
          </c:dPt>
          <c:dPt>
            <c:idx val="1"/>
            <c:bubble3D val="0"/>
            <c:spPr>
              <a:solidFill>
                <a:schemeClr val="bg2"/>
              </a:solidFill>
            </c:spPr>
            <c:extLst>
              <c:ext xmlns:c16="http://schemas.microsoft.com/office/drawing/2014/chart" uri="{C3380CC4-5D6E-409C-BE32-E72D297353CC}">
                <c16:uniqueId val="{00000003-9908-4832-A9FA-531986A5B97B}"/>
              </c:ext>
            </c:extLst>
          </c:dPt>
          <c:cat>
            <c:strRef>
              <c:f>Sheet1!$A$2:$A$5</c:f>
              <c:strCache>
                <c:ptCount val="2"/>
                <c:pt idx="0">
                  <c:v>1st Qtr</c:v>
                </c:pt>
                <c:pt idx="1">
                  <c:v>2nd Qtr</c:v>
                </c:pt>
              </c:strCache>
            </c:strRef>
          </c:cat>
          <c:val>
            <c:numRef>
              <c:f>Sheet1!$B$2:$B$5</c:f>
              <c:numCache>
                <c:formatCode>General</c:formatCode>
                <c:ptCount val="4"/>
                <c:pt idx="0">
                  <c:v>0.75</c:v>
                </c:pt>
                <c:pt idx="1">
                  <c:v>0.25</c:v>
                </c:pt>
              </c:numCache>
            </c:numRef>
          </c:val>
          <c:extLst>
            <c:ext xmlns:c16="http://schemas.microsoft.com/office/drawing/2014/chart" uri="{C3380CC4-5D6E-409C-BE32-E72D297353CC}">
              <c16:uniqueId val="{00000004-9908-4832-A9FA-531986A5B97B}"/>
            </c:ext>
          </c:extLst>
        </c:ser>
        <c:dLbls>
          <c:showLegendKey val="0"/>
          <c:showVal val="0"/>
          <c:showCatName val="0"/>
          <c:showSerName val="0"/>
          <c:showPercent val="0"/>
          <c:showBubbleSize val="0"/>
          <c:showLeaderLines val="1"/>
        </c:dLbls>
        <c:firstSliceAng val="0"/>
        <c:holeSize val="90"/>
      </c:doughnutChart>
      <c:spPr>
        <a:noFill/>
      </c:spPr>
    </c:plotArea>
    <c:plotVisOnly val="1"/>
    <c:dispBlanksAs val="gap"/>
    <c:showDLblsOverMax val="0"/>
  </c:chart>
  <c:txPr>
    <a:bodyPr/>
    <a:lstStyle/>
    <a:p>
      <a:pPr>
        <a:defRPr sz="1800"/>
      </a:pPr>
      <a:endParaRPr lang="en-DE"/>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31">
  <cs:axisTitle>
    <cs:lnRef idx="0"/>
    <cs:fillRef idx="0"/>
    <cs:effectRef idx="0"/>
    <cs:fontRef idx="minor">
      <a:schemeClr val="tx2"/>
    </cs:fontRef>
    <cs:defRPr sz="1197" b="1" kern="1200"/>
  </cs:axisTitle>
  <cs:categoryAxis>
    <cs:lnRef idx="0"/>
    <cs:fillRef idx="0"/>
    <cs:effectRef idx="0"/>
    <cs:fontRef idx="minor">
      <a:schemeClr val="tx2"/>
    </cs:fontRef>
    <cs:spPr>
      <a:ln w="9525" cap="flat" cmpd="sng" algn="ctr">
        <a:solidFill>
          <a:schemeClr val="tx2">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2">
            <a:lumMod val="15000"/>
            <a:lumOff val="85000"/>
          </a:schemeClr>
        </a:solidFill>
        <a:round/>
      </a:ln>
    </cs:spPr>
    <cs:defRPr sz="1197" kern="1200"/>
  </cs:chartArea>
  <cs:dataLabel>
    <cs:lnRef idx="0"/>
    <cs:fillRef idx="0"/>
    <cs:effectRef idx="0"/>
    <cs:fontRef idx="minor">
      <a:schemeClr val="tx2"/>
    </cs:fontRef>
    <cs:defRPr sz="1197" kern="1200"/>
  </cs:dataLabel>
  <cs:dataLabelCallout>
    <cs:lnRef idx="0"/>
    <cs:fillRef idx="0"/>
    <cs:effectRef idx="0"/>
    <cs:fontRef idx="minor">
      <a:schemeClr val="dk2">
        <a:lumMod val="7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2"/>
    <cs:fontRef idx="minor">
      <a:schemeClr val="tx2"/>
    </cs:fontRef>
  </cs:dataPoint>
  <cs:dataPoint3D>
    <cs:lnRef idx="0"/>
    <cs:fillRef idx="3">
      <cs:styleClr val="auto"/>
    </cs:fillRef>
    <cs:effectRef idx="2"/>
    <cs:fontRef idx="minor">
      <a:schemeClr val="tx2"/>
    </cs:fontRef>
  </cs:dataPoint3D>
  <cs:dataPointLine>
    <cs:lnRef idx="0">
      <cs:styleClr val="auto"/>
    </cs:lnRef>
    <cs:fillRef idx="3"/>
    <cs:effectRef idx="2"/>
    <cs:fontRef idx="minor">
      <a:schemeClr val="tx2"/>
    </cs:fontRef>
    <cs:spPr>
      <a:ln w="31750" cap="rnd">
        <a:solidFill>
          <a:schemeClr val="phClr"/>
        </a:solidFill>
        <a:round/>
      </a:ln>
    </cs:spPr>
  </cs:dataPointLine>
  <cs:dataPointMarker>
    <cs:lnRef idx="0"/>
    <cs:fillRef idx="3">
      <cs:styleClr val="auto"/>
    </cs:fillRef>
    <cs:effectRef idx="2"/>
    <cs:fontRef idx="minor">
      <a:schemeClr val="tx2"/>
    </cs:fontRef>
    <cs:spPr>
      <a:ln w="12700">
        <a:solidFill>
          <a:schemeClr val="lt2"/>
        </a:solidFill>
        <a:round/>
      </a:ln>
    </cs:spPr>
  </cs:dataPointMarker>
  <cs:dataPointMarkerLayout symbol="circle" size="6"/>
  <cs:dataPointWireframe>
    <cs:lnRef idx="0">
      <cs:styleClr val="auto"/>
    </cs:lnRef>
    <cs:fillRef idx="3"/>
    <cs:effectRef idx="2"/>
    <cs:fontRef idx="minor">
      <a:schemeClr val="tx2"/>
    </cs:fontRef>
    <cs:spPr>
      <a:ln w="9525" cap="rnd">
        <a:solidFill>
          <a:schemeClr val="phClr"/>
        </a:solidFill>
        <a:round/>
      </a:ln>
    </cs:spPr>
  </cs:dataPointWireframe>
  <cs:dataTable>
    <cs:lnRef idx="0"/>
    <cs:fillRef idx="0"/>
    <cs:effectRef idx="0"/>
    <cs:fontRef idx="minor">
      <a:schemeClr val="tx2"/>
    </cs:fontRef>
    <cs:spPr>
      <a:ln w="9525">
        <a:solidFill>
          <a:schemeClr val="tx2">
            <a:lumMod val="15000"/>
            <a:lumOff val="85000"/>
          </a:schemeClr>
        </a:solidFill>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2"/>
    </cs:fontRef>
    <cs:spPr>
      <a:ln w="9525">
        <a:solidFill>
          <a:schemeClr val="tx2">
            <a:lumMod val="60000"/>
            <a:lumOff val="40000"/>
          </a:schemeClr>
        </a:solidFill>
        <a:prstDash val="dash"/>
      </a:ln>
    </cs:spPr>
  </cs:dropLine>
  <cs:errorBar>
    <cs:lnRef idx="0"/>
    <cs:fillRef idx="0"/>
    <cs:effectRef idx="0"/>
    <cs:fontRef idx="minor">
      <a:schemeClr val="tx2"/>
    </cs:fontRef>
    <cs:spPr>
      <a:ln w="9525">
        <a:solidFill>
          <a:schemeClr val="tx2">
            <a:lumMod val="75000"/>
          </a:schemeClr>
        </a:solidFill>
        <a:round/>
      </a:ln>
    </cs:spPr>
  </cs:errorBar>
  <cs:floor>
    <cs:lnRef idx="0"/>
    <cs:fillRef idx="0"/>
    <cs:effectRef idx="0"/>
    <cs:fontRef idx="minor">
      <a:schemeClr val="tx2"/>
    </cs:fontRef>
  </cs:floor>
  <cs:gridlineMajor>
    <cs:lnRef idx="0"/>
    <cs:fillRef idx="0"/>
    <cs:effectRef idx="0"/>
    <cs:fontRef idx="minor">
      <a:schemeClr val="tx2"/>
    </cs:fontRef>
    <cs:spPr>
      <a:ln w="9525" cap="flat" cmpd="sng" algn="ctr">
        <a:solidFill>
          <a:schemeClr val="tx2">
            <a:lumMod val="15000"/>
            <a:lumOff val="85000"/>
          </a:schemeClr>
        </a:solidFill>
        <a:round/>
      </a:ln>
    </cs:spPr>
  </cs:gridlineMajor>
  <cs:gridlineMinor>
    <cs:lnRef idx="0"/>
    <cs:fillRef idx="0"/>
    <cs:effectRef idx="0"/>
    <cs:fontRef idx="minor">
      <a:schemeClr val="tx2"/>
    </cs:fontRef>
    <cs:spPr>
      <a:ln>
        <a:solidFill>
          <a:schemeClr val="tx2">
            <a:lumMod val="5000"/>
            <a:lumOff val="95000"/>
          </a:schemeClr>
        </a:solidFill>
      </a:ln>
    </cs:spPr>
  </cs:gridlineMinor>
  <cs:hiLoLine>
    <cs:lnRef idx="0"/>
    <cs:fillRef idx="0"/>
    <cs:effectRef idx="0"/>
    <cs:fontRef idx="minor">
      <a:schemeClr val="tx2"/>
    </cs:fontRef>
    <cs:spPr>
      <a:ln w="9525">
        <a:solidFill>
          <a:schemeClr val="tx2">
            <a:lumMod val="60000"/>
            <a:lumOff val="40000"/>
          </a:schemeClr>
        </a:solidFill>
        <a:prstDash val="dash"/>
      </a:ln>
    </cs:spPr>
  </cs:hiLoLine>
  <cs:leaderLine>
    <cs:lnRef idx="0"/>
    <cs:fillRef idx="0"/>
    <cs:effectRef idx="0"/>
    <cs:fontRef idx="minor">
      <a:schemeClr val="tx2"/>
    </cs:fontRef>
    <cs:spPr>
      <a:ln w="9525">
        <a:solidFill>
          <a:schemeClr val="tx2">
            <a:lumMod val="35000"/>
            <a:lumOff val="65000"/>
          </a:schemeClr>
        </a:solidFill>
      </a:ln>
    </cs:spPr>
  </cs:leaderLine>
  <cs:legend>
    <cs:lnRef idx="0"/>
    <cs:fillRef idx="0"/>
    <cs:effectRef idx="0"/>
    <cs:fontRef idx="minor">
      <a:schemeClr val="tx2"/>
    </cs:fontRef>
    <cs:defRPr sz="1197" kern="1200"/>
  </cs:legend>
  <cs:plotArea>
    <cs:lnRef idx="0"/>
    <cs:fillRef idx="0"/>
    <cs:effectRef idx="0"/>
    <cs:fontRef idx="minor">
      <a:schemeClr val="tx2"/>
    </cs:fontRef>
  </cs:plotArea>
  <cs:plotArea3D>
    <cs:lnRef idx="0"/>
    <cs:fillRef idx="0"/>
    <cs:effectRef idx="0"/>
    <cs:fontRef idx="minor">
      <a:schemeClr val="tx2"/>
    </cs:fontRef>
  </cs:plotArea3D>
  <cs:seriesAxis>
    <cs:lnRef idx="0"/>
    <cs:fillRef idx="0"/>
    <cs:effectRef idx="0"/>
    <cs:fontRef idx="minor">
      <a:schemeClr val="tx2"/>
    </cs:fontRef>
    <cs:spPr>
      <a:ln w="9525" cap="flat" cmpd="sng" algn="ctr">
        <a:solidFill>
          <a:schemeClr val="tx2">
            <a:lumMod val="15000"/>
            <a:lumOff val="85000"/>
          </a:schemeClr>
        </a:solidFill>
        <a:round/>
      </a:ln>
    </cs:spPr>
    <cs:defRPr sz="1197" kern="1200"/>
  </cs:seriesAxis>
  <cs:seriesLine>
    <cs:lnRef idx="0"/>
    <cs:fillRef idx="0"/>
    <cs:effectRef idx="0"/>
    <cs:fontRef idx="minor">
      <a:schemeClr val="tx2"/>
    </cs:fontRef>
    <cs:spPr>
      <a:ln w="9525">
        <a:solidFill>
          <a:schemeClr val="tx2">
            <a:lumMod val="60000"/>
            <a:lumOff val="40000"/>
          </a:schemeClr>
        </a:solidFill>
        <a:prstDash val="dash"/>
      </a:ln>
    </cs:spPr>
  </cs:seriesLine>
  <cs:title>
    <cs:lnRef idx="0"/>
    <cs:fillRef idx="0"/>
    <cs:effectRef idx="0"/>
    <cs:fontRef idx="minor">
      <a:schemeClr val="tx2"/>
    </cs:fontRef>
    <cs:defRPr sz="2128" b="1" kern="1200"/>
  </cs:title>
  <cs:trendline>
    <cs:lnRef idx="0">
      <cs:styleClr val="auto"/>
    </cs:lnRef>
    <cs:fillRef idx="0"/>
    <cs:effectRef idx="0"/>
    <cs:fontRef idx="minor">
      <a:schemeClr val="tx2"/>
    </cs:fontRef>
    <cs:spPr>
      <a:ln w="19050" cap="rnd">
        <a:solidFill>
          <a:schemeClr val="phClr"/>
        </a:solidFill>
        <a:prstDash val="sysDash"/>
      </a:ln>
    </cs:spPr>
  </cs:trendline>
  <cs:trendlineLabel>
    <cs:lnRef idx="0"/>
    <cs:fillRef idx="0"/>
    <cs:effectRef idx="0"/>
    <cs:fontRef idx="minor">
      <a:schemeClr val="tx2"/>
    </cs:fontRef>
    <cs:defRPr sz="1197" kern="1200"/>
  </cs:trendlineLabel>
  <cs:upBar>
    <cs:lnRef idx="0"/>
    <cs:fillRef idx="0"/>
    <cs:effectRef idx="0"/>
    <cs:fontRef idx="minor">
      <a:schemeClr val="tx2"/>
    </cs:fontRef>
    <cs:spPr>
      <a:solidFill>
        <a:schemeClr val="lt1"/>
      </a:solidFill>
      <a:ln w="9525">
        <a:solidFill>
          <a:schemeClr val="tx1">
            <a:lumMod val="15000"/>
            <a:lumOff val="85000"/>
          </a:schemeClr>
        </a:solidFill>
      </a:ln>
    </cs:spPr>
  </cs:upBar>
  <cs:valueAxis>
    <cs:lnRef idx="0"/>
    <cs:fillRef idx="0"/>
    <cs:effectRef idx="0"/>
    <cs:fontRef idx="minor">
      <a:schemeClr val="tx2"/>
    </cs:fontRef>
    <cs:defRPr sz="1197" kern="1200"/>
  </cs:valueAxis>
  <cs:wall>
    <cs:lnRef idx="0"/>
    <cs:fillRef idx="0"/>
    <cs:effectRef idx="0"/>
    <cs:fontRef idx="minor">
      <a:schemeClr val="tx2"/>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864ED4A-B886-48BA-A196-F7C63C46461B}" type="datetimeFigureOut">
              <a:rPr lang="de-DE" smtClean="0"/>
              <a:t>05.02.25</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4BBA875-714F-4BD2-98E0-41B3E17D1850}" type="slidenum">
              <a:rPr lang="de-DE" smtClean="0"/>
              <a:t>‹#›</a:t>
            </a:fld>
            <a:endParaRPr lang="de-DE"/>
          </a:p>
        </p:txBody>
      </p:sp>
    </p:spTree>
    <p:extLst>
      <p:ext uri="{BB962C8B-B14F-4D97-AF65-F5344CB8AC3E}">
        <p14:creationId xmlns:p14="http://schemas.microsoft.com/office/powerpoint/2010/main" val="39890047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fld id="{64BBA875-714F-4BD2-98E0-41B3E17D1850}" type="slidenum">
              <a:rPr lang="de-DE" smtClean="0"/>
              <a:t>2</a:t>
            </a:fld>
            <a:endParaRPr lang="de-DE"/>
          </a:p>
        </p:txBody>
      </p:sp>
    </p:spTree>
    <p:extLst>
      <p:ext uri="{BB962C8B-B14F-4D97-AF65-F5344CB8AC3E}">
        <p14:creationId xmlns:p14="http://schemas.microsoft.com/office/powerpoint/2010/main" val="338023952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emf"/><Relationship Id="rId4" Type="http://schemas.openxmlformats.org/officeDocument/2006/relationships/image" Target="../media/image3.emf"/></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6.emf"/><Relationship Id="rId4" Type="http://schemas.openxmlformats.org/officeDocument/2006/relationships/image" Target="../media/image3.emf"/></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3.emf"/><Relationship Id="rId4" Type="http://schemas.openxmlformats.org/officeDocument/2006/relationships/image" Target="../media/image2.emf"/></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6.emf"/><Relationship Id="rId4" Type="http://schemas.openxmlformats.org/officeDocument/2006/relationships/image" Target="../media/image3.emf"/></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6.emf"/><Relationship Id="rId4" Type="http://schemas.openxmlformats.org/officeDocument/2006/relationships/image" Target="../media/image3.emf"/></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6.emf"/><Relationship Id="rId4" Type="http://schemas.openxmlformats.org/officeDocument/2006/relationships/image" Target="../media/image3.emf"/></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10.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13.wmf"/></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13.wmf"/><Relationship Id="rId1" Type="http://schemas.openxmlformats.org/officeDocument/2006/relationships/slideMaster" Target="../slideMasters/slideMaster1.xml"/><Relationship Id="rId4" Type="http://schemas.openxmlformats.org/officeDocument/2006/relationships/image" Target="../media/image10.emf"/></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13.wmf"/></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13.wmf"/><Relationship Id="rId1" Type="http://schemas.openxmlformats.org/officeDocument/2006/relationships/slideMaster" Target="../slideMasters/slideMaster1.xml"/><Relationship Id="rId4" Type="http://schemas.openxmlformats.org/officeDocument/2006/relationships/image" Target="../media/image10.emf"/></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10.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10.em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10.emf"/><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10.emf"/><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10.emf"/><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image" Target="../media/image11.emf"/><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2.emf"/><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emf"/></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14.jpeg"/><Relationship Id="rId1" Type="http://schemas.openxmlformats.org/officeDocument/2006/relationships/slideMaster" Target="../slideMasters/slideMaster1.xml"/><Relationship Id="rId4" Type="http://schemas.openxmlformats.org/officeDocument/2006/relationships/image" Target="../media/image10.emf"/></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15.png"/><Relationship Id="rId1" Type="http://schemas.openxmlformats.org/officeDocument/2006/relationships/slideMaster" Target="../slideMasters/slideMaster1.xml"/><Relationship Id="rId4" Type="http://schemas.openxmlformats.org/officeDocument/2006/relationships/image" Target="../media/image10.emf"/></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16.png"/><Relationship Id="rId1" Type="http://schemas.openxmlformats.org/officeDocument/2006/relationships/slideMaster" Target="../slideMasters/slideMaster1.xml"/><Relationship Id="rId4" Type="http://schemas.openxmlformats.org/officeDocument/2006/relationships/image" Target="../media/image10.emf"/></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10.emf"/><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10.emf"/><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10.emf"/><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10.emf"/><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6.emf"/></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6.emf"/></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6.emf"/></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6.emf"/></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1">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EA6BF84-4FA1-CFCD-E714-39A42F8416EC}"/>
              </a:ext>
            </a:extLst>
          </p:cNvPr>
          <p:cNvSpPr>
            <a:spLocks noGrp="1"/>
          </p:cNvSpPr>
          <p:nvPr>
            <p:ph type="ctrTitle" hasCustomPrompt="1"/>
          </p:nvPr>
        </p:nvSpPr>
        <p:spPr>
          <a:xfrm>
            <a:off x="587375" y="2889249"/>
            <a:ext cx="8208963" cy="1403351"/>
          </a:xfrm>
        </p:spPr>
        <p:txBody>
          <a:bodyPr tIns="72000" bIns="36000" anchor="t"/>
          <a:lstStyle>
            <a:lvl1pPr algn="l">
              <a:lnSpc>
                <a:spcPct val="75000"/>
              </a:lnSpc>
              <a:defRPr sz="5500">
                <a:solidFill>
                  <a:schemeClr val="bg1"/>
                </a:solidFill>
              </a:defRPr>
            </a:lvl1pPr>
          </a:lstStyle>
          <a:p>
            <a:r>
              <a:rPr lang="de-DE" dirty="0"/>
              <a:t>[</a:t>
            </a:r>
            <a:r>
              <a:rPr lang="de-DE" dirty="0" err="1"/>
              <a:t>Presentation</a:t>
            </a:r>
            <a:r>
              <a:rPr lang="de-DE" dirty="0"/>
              <a:t> title]</a:t>
            </a:r>
          </a:p>
        </p:txBody>
      </p:sp>
      <p:sp>
        <p:nvSpPr>
          <p:cNvPr id="3" name="Untertitel 2">
            <a:extLst>
              <a:ext uri="{FF2B5EF4-FFF2-40B4-BE49-F238E27FC236}">
                <a16:creationId xmlns:a16="http://schemas.microsoft.com/office/drawing/2014/main" id="{05BA5F79-726B-AC85-538D-AEA93E580135}"/>
              </a:ext>
            </a:extLst>
          </p:cNvPr>
          <p:cNvSpPr>
            <a:spLocks noGrp="1"/>
          </p:cNvSpPr>
          <p:nvPr>
            <p:ph type="subTitle" idx="1" hasCustomPrompt="1"/>
          </p:nvPr>
        </p:nvSpPr>
        <p:spPr>
          <a:xfrm>
            <a:off x="587376" y="4521597"/>
            <a:ext cx="8208962" cy="468000"/>
          </a:xfrm>
        </p:spPr>
        <p:txBody>
          <a:bodyPr/>
          <a:lstStyle>
            <a:lvl1pPr marL="0" indent="0" algn="l">
              <a:lnSpc>
                <a:spcPct val="90000"/>
              </a:lnSpc>
              <a:spcAft>
                <a:spcPts val="0"/>
              </a:spcAft>
              <a:buNone/>
              <a:defRPr sz="22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a:t>
            </a:r>
            <a:r>
              <a:rPr lang="de-DE" dirty="0" err="1"/>
              <a:t>Presentation</a:t>
            </a:r>
            <a:r>
              <a:rPr lang="de-DE" dirty="0"/>
              <a:t> </a:t>
            </a:r>
            <a:r>
              <a:rPr lang="de-DE" dirty="0" err="1"/>
              <a:t>Subtitle</a:t>
            </a:r>
            <a:r>
              <a:rPr lang="de-DE" dirty="0"/>
              <a:t>]</a:t>
            </a:r>
          </a:p>
        </p:txBody>
      </p:sp>
      <p:sp>
        <p:nvSpPr>
          <p:cNvPr id="4" name="Datumsplatzhalter 3">
            <a:extLst>
              <a:ext uri="{FF2B5EF4-FFF2-40B4-BE49-F238E27FC236}">
                <a16:creationId xmlns:a16="http://schemas.microsoft.com/office/drawing/2014/main" id="{AF5916C6-3769-587E-2AE4-523B06F0BE1B}"/>
              </a:ext>
            </a:extLst>
          </p:cNvPr>
          <p:cNvSpPr>
            <a:spLocks noGrp="1"/>
          </p:cNvSpPr>
          <p:nvPr>
            <p:ph type="dt" sz="half" idx="10"/>
          </p:nvPr>
        </p:nvSpPr>
        <p:spPr/>
        <p:txBody>
          <a:bodyPr/>
          <a:lstStyle/>
          <a:p>
            <a:fld id="{B2531FC6-2EA7-4F58-988E-9F47FDA21AEB}" type="datetime1">
              <a:rPr lang="de-DE" smtClean="0"/>
              <a:t>05.02.25</a:t>
            </a:fld>
            <a:endParaRPr lang="de-DE"/>
          </a:p>
        </p:txBody>
      </p:sp>
      <p:sp>
        <p:nvSpPr>
          <p:cNvPr id="5" name="Fußzeilenplatzhalter 4">
            <a:extLst>
              <a:ext uri="{FF2B5EF4-FFF2-40B4-BE49-F238E27FC236}">
                <a16:creationId xmlns:a16="http://schemas.microsoft.com/office/drawing/2014/main" id="{A84C7135-B9AC-6EE7-0EA8-71C0CE41094A}"/>
              </a:ext>
            </a:extLst>
          </p:cNvPr>
          <p:cNvSpPr>
            <a:spLocks noGrp="1"/>
          </p:cNvSpPr>
          <p:nvPr>
            <p:ph type="ftr" sz="quarter" idx="11"/>
          </p:nvPr>
        </p:nvSpPr>
        <p:spPr>
          <a:xfrm>
            <a:off x="6203950" y="6432680"/>
            <a:ext cx="2592388" cy="195263"/>
          </a:xfrm>
        </p:spPr>
        <p:txBody>
          <a:bodyPr/>
          <a:lstStyle>
            <a:lvl1pPr algn="r">
              <a:defRPr>
                <a:solidFill>
                  <a:schemeClr val="bg1"/>
                </a:solidFill>
              </a:defRPr>
            </a:lvl1pPr>
          </a:lstStyle>
          <a:p>
            <a:r>
              <a:rPr lang="de-DE"/>
              <a:t>Restricted</a:t>
            </a:r>
            <a:endParaRPr lang="de-DE" dirty="0"/>
          </a:p>
        </p:txBody>
      </p:sp>
      <p:sp>
        <p:nvSpPr>
          <p:cNvPr id="6" name="Foliennummernplatzhalter 5">
            <a:extLst>
              <a:ext uri="{FF2B5EF4-FFF2-40B4-BE49-F238E27FC236}">
                <a16:creationId xmlns:a16="http://schemas.microsoft.com/office/drawing/2014/main" id="{26EF8F14-5FD2-3731-8AF0-510EB675B403}"/>
              </a:ext>
            </a:extLst>
          </p:cNvPr>
          <p:cNvSpPr>
            <a:spLocks noGrp="1"/>
          </p:cNvSpPr>
          <p:nvPr>
            <p:ph type="sldNum" sz="quarter" idx="12"/>
          </p:nvPr>
        </p:nvSpPr>
        <p:spPr>
          <a:xfrm>
            <a:off x="11100625" y="6997960"/>
            <a:ext cx="504000" cy="195263"/>
          </a:xfrm>
        </p:spPr>
        <p:txBody>
          <a:bodyPr/>
          <a:lstStyle/>
          <a:p>
            <a:fld id="{67CD7502-7F22-405E-8273-ECAD6156DDA0}" type="slidenum">
              <a:rPr lang="de-DE" smtClean="0"/>
              <a:t>‹#›</a:t>
            </a:fld>
            <a:endParaRPr lang="de-DE"/>
          </a:p>
        </p:txBody>
      </p:sp>
      <p:sp>
        <p:nvSpPr>
          <p:cNvPr id="13" name="Textplatzhalter 12">
            <a:extLst>
              <a:ext uri="{FF2B5EF4-FFF2-40B4-BE49-F238E27FC236}">
                <a16:creationId xmlns:a16="http://schemas.microsoft.com/office/drawing/2014/main" id="{90A3E486-AE46-DD5A-5597-83E8AC266C64}"/>
              </a:ext>
            </a:extLst>
          </p:cNvPr>
          <p:cNvSpPr>
            <a:spLocks noGrp="1"/>
          </p:cNvSpPr>
          <p:nvPr>
            <p:ph type="body" sz="quarter" idx="13" hasCustomPrompt="1"/>
          </p:nvPr>
        </p:nvSpPr>
        <p:spPr>
          <a:xfrm>
            <a:off x="587375" y="4989597"/>
            <a:ext cx="5400675" cy="310573"/>
          </a:xfrm>
        </p:spPr>
        <p:txBody>
          <a:bodyPr tIns="54000" bIns="14400" anchor="t"/>
          <a:lstStyle>
            <a:lvl1pPr algn="l">
              <a:defRPr>
                <a:solidFill>
                  <a:schemeClr val="bg1"/>
                </a:solidFill>
              </a:defRPr>
            </a:lvl1pPr>
            <a:lvl2pPr algn="ctr">
              <a:defRPr>
                <a:solidFill>
                  <a:schemeClr val="bg1"/>
                </a:solidFill>
              </a:defRPr>
            </a:lvl2pPr>
          </a:lstStyle>
          <a:p>
            <a:pPr lvl="0"/>
            <a:r>
              <a:rPr lang="de-DE" dirty="0"/>
              <a:t>[Team </a:t>
            </a:r>
            <a:r>
              <a:rPr lang="de-DE" dirty="0" err="1"/>
              <a:t>name</a:t>
            </a:r>
            <a:r>
              <a:rPr lang="de-DE" dirty="0"/>
              <a:t> – Date]</a:t>
            </a:r>
          </a:p>
        </p:txBody>
      </p:sp>
      <p:pic>
        <p:nvPicPr>
          <p:cNvPr id="9" name="Grafik 8">
            <a:extLst>
              <a:ext uri="{FF2B5EF4-FFF2-40B4-BE49-F238E27FC236}">
                <a16:creationId xmlns:a16="http://schemas.microsoft.com/office/drawing/2014/main" id="{496AB2DC-440F-9DE8-6D27-94419D9FF118}"/>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14357"/>
          <a:stretch/>
        </p:blipFill>
        <p:spPr>
          <a:xfrm>
            <a:off x="555843" y="-2506"/>
            <a:ext cx="2419054" cy="2037011"/>
          </a:xfrm>
          <a:prstGeom prst="rect">
            <a:avLst/>
          </a:prstGeom>
        </p:spPr>
      </p:pic>
      <p:pic>
        <p:nvPicPr>
          <p:cNvPr id="15" name="Grafik 14">
            <a:extLst>
              <a:ext uri="{FF2B5EF4-FFF2-40B4-BE49-F238E27FC236}">
                <a16:creationId xmlns:a16="http://schemas.microsoft.com/office/drawing/2014/main" id="{925D3E7E-758B-1050-4EE7-DE984872ECB8}"/>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10164627" y="6450649"/>
            <a:ext cx="1439993" cy="201908"/>
          </a:xfrm>
          <a:prstGeom prst="rect">
            <a:avLst/>
          </a:prstGeom>
        </p:spPr>
      </p:pic>
      <p:pic>
        <p:nvPicPr>
          <p:cNvPr id="16" name="Grafik 15">
            <a:extLst>
              <a:ext uri="{FF2B5EF4-FFF2-40B4-BE49-F238E27FC236}">
                <a16:creationId xmlns:a16="http://schemas.microsoft.com/office/drawing/2014/main" id="{194366EC-40E8-1E69-4D59-3EBDC40E5D72}"/>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587375" y="6156967"/>
            <a:ext cx="2862000" cy="708587"/>
          </a:xfrm>
          <a:prstGeom prst="rect">
            <a:avLst/>
          </a:prstGeom>
        </p:spPr>
      </p:pic>
    </p:spTree>
    <p:extLst>
      <p:ext uri="{BB962C8B-B14F-4D97-AF65-F5344CB8AC3E}">
        <p14:creationId xmlns:p14="http://schemas.microsoft.com/office/powerpoint/2010/main" val="2167669553"/>
      </p:ext>
    </p:extLst>
  </p:cSld>
  <p:clrMapOvr>
    <a:masterClrMapping/>
  </p:clrMapOvr>
  <p:extLst>
    <p:ext uri="{DCECCB84-F9BA-43D5-87BE-67443E8EF086}">
      <p15:sldGuideLst xmlns:p15="http://schemas.microsoft.com/office/powerpoint/2012/main">
        <p15:guide id="2" pos="7061">
          <p15:clr>
            <a:srgbClr val="FBAE40"/>
          </p15:clr>
        </p15:guide>
        <p15:guide id="3" orient="horz" pos="216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2">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pic>
        <p:nvPicPr>
          <p:cNvPr id="7" name="Picture 3">
            <a:extLst>
              <a:ext uri="{FF2B5EF4-FFF2-40B4-BE49-F238E27FC236}">
                <a16:creationId xmlns:a16="http://schemas.microsoft.com/office/drawing/2014/main" id="{544AD5C0-8987-2BA5-58F4-0645FE7D8D18}"/>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0" y="2130"/>
            <a:ext cx="12187726" cy="6855657"/>
          </a:xfrm>
          <a:prstGeom prst="rect">
            <a:avLst/>
          </a:prstGeom>
        </p:spPr>
      </p:pic>
      <p:sp>
        <p:nvSpPr>
          <p:cNvPr id="2" name="Titel 1">
            <a:extLst>
              <a:ext uri="{FF2B5EF4-FFF2-40B4-BE49-F238E27FC236}">
                <a16:creationId xmlns:a16="http://schemas.microsoft.com/office/drawing/2014/main" id="{2EA6BF84-4FA1-CFCD-E714-39A42F8416EC}"/>
              </a:ext>
            </a:extLst>
          </p:cNvPr>
          <p:cNvSpPr>
            <a:spLocks noGrp="1"/>
          </p:cNvSpPr>
          <p:nvPr>
            <p:ph type="ctrTitle" hasCustomPrompt="1"/>
          </p:nvPr>
        </p:nvSpPr>
        <p:spPr>
          <a:xfrm>
            <a:off x="587375" y="2889249"/>
            <a:ext cx="8208963" cy="1403351"/>
          </a:xfrm>
        </p:spPr>
        <p:txBody>
          <a:bodyPr tIns="72000" bIns="36000" anchor="t" anchorCtr="0"/>
          <a:lstStyle>
            <a:lvl1pPr algn="l">
              <a:lnSpc>
                <a:spcPct val="75000"/>
              </a:lnSpc>
              <a:defRPr sz="5500">
                <a:solidFill>
                  <a:schemeClr val="bg1"/>
                </a:solidFill>
              </a:defRPr>
            </a:lvl1pPr>
          </a:lstStyle>
          <a:p>
            <a:r>
              <a:rPr lang="de-DE" dirty="0"/>
              <a:t>[</a:t>
            </a:r>
            <a:r>
              <a:rPr lang="de-DE" dirty="0" err="1"/>
              <a:t>Presentation</a:t>
            </a:r>
            <a:r>
              <a:rPr lang="de-DE" dirty="0"/>
              <a:t> title]</a:t>
            </a:r>
          </a:p>
        </p:txBody>
      </p:sp>
      <p:sp>
        <p:nvSpPr>
          <p:cNvPr id="3" name="Untertitel 2">
            <a:extLst>
              <a:ext uri="{FF2B5EF4-FFF2-40B4-BE49-F238E27FC236}">
                <a16:creationId xmlns:a16="http://schemas.microsoft.com/office/drawing/2014/main" id="{05BA5F79-726B-AC85-538D-AEA93E580135}"/>
              </a:ext>
            </a:extLst>
          </p:cNvPr>
          <p:cNvSpPr>
            <a:spLocks noGrp="1"/>
          </p:cNvSpPr>
          <p:nvPr>
            <p:ph type="subTitle" idx="1" hasCustomPrompt="1"/>
          </p:nvPr>
        </p:nvSpPr>
        <p:spPr>
          <a:xfrm>
            <a:off x="587376" y="4521600"/>
            <a:ext cx="8208962" cy="468000"/>
          </a:xfrm>
        </p:spPr>
        <p:txBody>
          <a:bodyPr/>
          <a:lstStyle>
            <a:lvl1pPr marL="0" indent="0" algn="l">
              <a:lnSpc>
                <a:spcPct val="90000"/>
              </a:lnSpc>
              <a:spcAft>
                <a:spcPts val="0"/>
              </a:spcAft>
              <a:buNone/>
              <a:defRPr sz="22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a:t>
            </a:r>
            <a:r>
              <a:rPr lang="de-DE" dirty="0" err="1"/>
              <a:t>Presentation</a:t>
            </a:r>
            <a:r>
              <a:rPr lang="de-DE" dirty="0"/>
              <a:t> </a:t>
            </a:r>
            <a:r>
              <a:rPr lang="de-DE" dirty="0" err="1"/>
              <a:t>Subtitle</a:t>
            </a:r>
            <a:r>
              <a:rPr lang="de-DE" dirty="0"/>
              <a:t>]</a:t>
            </a:r>
          </a:p>
        </p:txBody>
      </p:sp>
      <p:sp>
        <p:nvSpPr>
          <p:cNvPr id="4" name="Datumsplatzhalter 3">
            <a:extLst>
              <a:ext uri="{FF2B5EF4-FFF2-40B4-BE49-F238E27FC236}">
                <a16:creationId xmlns:a16="http://schemas.microsoft.com/office/drawing/2014/main" id="{AF5916C6-3769-587E-2AE4-523B06F0BE1B}"/>
              </a:ext>
            </a:extLst>
          </p:cNvPr>
          <p:cNvSpPr>
            <a:spLocks noGrp="1"/>
          </p:cNvSpPr>
          <p:nvPr>
            <p:ph type="dt" sz="half" idx="10"/>
          </p:nvPr>
        </p:nvSpPr>
        <p:spPr/>
        <p:txBody>
          <a:bodyPr/>
          <a:lstStyle/>
          <a:p>
            <a:fld id="{4471E0DE-C6A2-47C4-BA52-E0452043B236}" type="datetime1">
              <a:rPr lang="de-DE" smtClean="0"/>
              <a:t>05.02.25</a:t>
            </a:fld>
            <a:endParaRPr lang="de-DE"/>
          </a:p>
        </p:txBody>
      </p:sp>
      <p:sp>
        <p:nvSpPr>
          <p:cNvPr id="5" name="Fußzeilenplatzhalter 4">
            <a:extLst>
              <a:ext uri="{FF2B5EF4-FFF2-40B4-BE49-F238E27FC236}">
                <a16:creationId xmlns:a16="http://schemas.microsoft.com/office/drawing/2014/main" id="{A84C7135-B9AC-6EE7-0EA8-71C0CE41094A}"/>
              </a:ext>
            </a:extLst>
          </p:cNvPr>
          <p:cNvSpPr>
            <a:spLocks noGrp="1"/>
          </p:cNvSpPr>
          <p:nvPr>
            <p:ph type="ftr" sz="quarter" idx="11"/>
          </p:nvPr>
        </p:nvSpPr>
        <p:spPr>
          <a:xfrm>
            <a:off x="3179763" y="6432680"/>
            <a:ext cx="5616575" cy="195263"/>
          </a:xfrm>
        </p:spPr>
        <p:txBody>
          <a:bodyPr/>
          <a:lstStyle>
            <a:lvl1pPr algn="ctr">
              <a:defRPr>
                <a:solidFill>
                  <a:schemeClr val="bg1"/>
                </a:solidFill>
              </a:defRPr>
            </a:lvl1pPr>
          </a:lstStyle>
          <a:p>
            <a:pPr algn="l"/>
            <a:r>
              <a:rPr lang="de-DE" dirty="0" err="1"/>
              <a:t>Restricted</a:t>
            </a:r>
            <a:endParaRPr lang="de-DE" dirty="0"/>
          </a:p>
        </p:txBody>
      </p:sp>
      <p:sp>
        <p:nvSpPr>
          <p:cNvPr id="6" name="Foliennummernplatzhalter 5">
            <a:extLst>
              <a:ext uri="{FF2B5EF4-FFF2-40B4-BE49-F238E27FC236}">
                <a16:creationId xmlns:a16="http://schemas.microsoft.com/office/drawing/2014/main" id="{26EF8F14-5FD2-3731-8AF0-510EB675B403}"/>
              </a:ext>
            </a:extLst>
          </p:cNvPr>
          <p:cNvSpPr>
            <a:spLocks noGrp="1"/>
          </p:cNvSpPr>
          <p:nvPr>
            <p:ph type="sldNum" sz="quarter" idx="12"/>
          </p:nvPr>
        </p:nvSpPr>
        <p:spPr>
          <a:xfrm>
            <a:off x="11100625" y="6997960"/>
            <a:ext cx="504000" cy="195263"/>
          </a:xfrm>
        </p:spPr>
        <p:txBody>
          <a:bodyPr/>
          <a:lstStyle/>
          <a:p>
            <a:fld id="{67CD7502-7F22-405E-8273-ECAD6156DDA0}" type="slidenum">
              <a:rPr lang="de-DE" smtClean="0"/>
              <a:t>‹#›</a:t>
            </a:fld>
            <a:endParaRPr lang="de-DE"/>
          </a:p>
        </p:txBody>
      </p:sp>
      <p:sp>
        <p:nvSpPr>
          <p:cNvPr id="13" name="Textplatzhalter 12">
            <a:extLst>
              <a:ext uri="{FF2B5EF4-FFF2-40B4-BE49-F238E27FC236}">
                <a16:creationId xmlns:a16="http://schemas.microsoft.com/office/drawing/2014/main" id="{90A3E486-AE46-DD5A-5597-83E8AC266C64}"/>
              </a:ext>
            </a:extLst>
          </p:cNvPr>
          <p:cNvSpPr>
            <a:spLocks noGrp="1"/>
          </p:cNvSpPr>
          <p:nvPr>
            <p:ph type="body" sz="quarter" idx="13" hasCustomPrompt="1"/>
          </p:nvPr>
        </p:nvSpPr>
        <p:spPr>
          <a:xfrm>
            <a:off x="587375" y="4989600"/>
            <a:ext cx="5400675" cy="288000"/>
          </a:xfrm>
        </p:spPr>
        <p:txBody>
          <a:bodyPr tIns="54000" bIns="14400" anchor="t"/>
          <a:lstStyle>
            <a:lvl1pPr algn="l">
              <a:defRPr>
                <a:solidFill>
                  <a:schemeClr val="bg1"/>
                </a:solidFill>
              </a:defRPr>
            </a:lvl1pPr>
            <a:lvl2pPr algn="ctr">
              <a:defRPr>
                <a:solidFill>
                  <a:schemeClr val="bg1"/>
                </a:solidFill>
              </a:defRPr>
            </a:lvl2pPr>
          </a:lstStyle>
          <a:p>
            <a:pPr lvl="0"/>
            <a:r>
              <a:rPr lang="de-DE" dirty="0"/>
              <a:t>[Team </a:t>
            </a:r>
            <a:r>
              <a:rPr lang="de-DE" dirty="0" err="1"/>
              <a:t>name</a:t>
            </a:r>
            <a:r>
              <a:rPr lang="de-DE" dirty="0"/>
              <a:t> – Date]</a:t>
            </a:r>
          </a:p>
        </p:txBody>
      </p:sp>
      <p:pic>
        <p:nvPicPr>
          <p:cNvPr id="8" name="Grafik 7">
            <a:extLst>
              <a:ext uri="{FF2B5EF4-FFF2-40B4-BE49-F238E27FC236}">
                <a16:creationId xmlns:a16="http://schemas.microsoft.com/office/drawing/2014/main" id="{9EB4E7A7-B3C6-DB4F-1DB8-37D187A972EB}"/>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587375" y="6450648"/>
            <a:ext cx="1440000" cy="201909"/>
          </a:xfrm>
          <a:prstGeom prst="rect">
            <a:avLst/>
          </a:prstGeom>
        </p:spPr>
      </p:pic>
      <p:pic>
        <p:nvPicPr>
          <p:cNvPr id="15" name="Grafik 14">
            <a:extLst>
              <a:ext uri="{FF2B5EF4-FFF2-40B4-BE49-F238E27FC236}">
                <a16:creationId xmlns:a16="http://schemas.microsoft.com/office/drawing/2014/main" id="{7167C1C8-1C7F-D159-94F6-F3499583636B}"/>
              </a:ext>
            </a:extLst>
          </p:cNvPr>
          <p:cNvPicPr>
            <a:picLocks noChangeAspect="1"/>
          </p:cNvPicPr>
          <p:nvPr userDrawn="1"/>
        </p:nvPicPr>
        <p:blipFill>
          <a:blip r:embed="rId5"/>
          <a:stretch>
            <a:fillRect/>
          </a:stretch>
        </p:blipFill>
        <p:spPr>
          <a:xfrm>
            <a:off x="4273" y="2959"/>
            <a:ext cx="3502605" cy="1958976"/>
          </a:xfrm>
          <a:prstGeom prst="rect">
            <a:avLst/>
          </a:prstGeom>
        </p:spPr>
      </p:pic>
    </p:spTree>
    <p:extLst>
      <p:ext uri="{BB962C8B-B14F-4D97-AF65-F5344CB8AC3E}">
        <p14:creationId xmlns:p14="http://schemas.microsoft.com/office/powerpoint/2010/main" val="824142907"/>
      </p:ext>
    </p:extLst>
  </p:cSld>
  <p:clrMapOvr>
    <a:masterClrMapping/>
  </p:clrMapOvr>
  <p:extLst>
    <p:ext uri="{DCECCB84-F9BA-43D5-87BE-67443E8EF086}">
      <p15:sldGuideLst xmlns:p15="http://schemas.microsoft.com/office/powerpoint/2012/main">
        <p15:guide id="2" pos="7061">
          <p15:clr>
            <a:srgbClr val="FBAE40"/>
          </p15:clr>
        </p15:guide>
        <p15:guide id="3" orient="horz" pos="216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3">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EA6BF84-4FA1-CFCD-E714-39A42F8416EC}"/>
              </a:ext>
            </a:extLst>
          </p:cNvPr>
          <p:cNvSpPr>
            <a:spLocks noGrp="1"/>
          </p:cNvSpPr>
          <p:nvPr>
            <p:ph type="ctrTitle" hasCustomPrompt="1"/>
          </p:nvPr>
        </p:nvSpPr>
        <p:spPr>
          <a:xfrm>
            <a:off x="3179762" y="2889249"/>
            <a:ext cx="8029576" cy="1403351"/>
          </a:xfrm>
        </p:spPr>
        <p:txBody>
          <a:bodyPr tIns="72000" bIns="36000" anchor="t"/>
          <a:lstStyle>
            <a:lvl1pPr algn="l">
              <a:lnSpc>
                <a:spcPct val="75000"/>
              </a:lnSpc>
              <a:defRPr sz="5500">
                <a:solidFill>
                  <a:schemeClr val="bg1"/>
                </a:solidFill>
              </a:defRPr>
            </a:lvl1pPr>
          </a:lstStyle>
          <a:p>
            <a:r>
              <a:rPr lang="de-DE" dirty="0"/>
              <a:t>[</a:t>
            </a:r>
            <a:r>
              <a:rPr lang="de-DE" dirty="0" err="1"/>
              <a:t>Presentation</a:t>
            </a:r>
            <a:r>
              <a:rPr lang="de-DE" dirty="0"/>
              <a:t> title]</a:t>
            </a:r>
          </a:p>
        </p:txBody>
      </p:sp>
      <p:sp>
        <p:nvSpPr>
          <p:cNvPr id="3" name="Untertitel 2">
            <a:extLst>
              <a:ext uri="{FF2B5EF4-FFF2-40B4-BE49-F238E27FC236}">
                <a16:creationId xmlns:a16="http://schemas.microsoft.com/office/drawing/2014/main" id="{05BA5F79-726B-AC85-538D-AEA93E580135}"/>
              </a:ext>
            </a:extLst>
          </p:cNvPr>
          <p:cNvSpPr>
            <a:spLocks noGrp="1"/>
          </p:cNvSpPr>
          <p:nvPr>
            <p:ph type="subTitle" idx="1" hasCustomPrompt="1"/>
          </p:nvPr>
        </p:nvSpPr>
        <p:spPr>
          <a:xfrm>
            <a:off x="3179762" y="4521600"/>
            <a:ext cx="8029575" cy="468000"/>
          </a:xfrm>
        </p:spPr>
        <p:txBody>
          <a:bodyPr/>
          <a:lstStyle>
            <a:lvl1pPr marL="0" indent="0" algn="l">
              <a:lnSpc>
                <a:spcPct val="90000"/>
              </a:lnSpc>
              <a:spcAft>
                <a:spcPts val="0"/>
              </a:spcAft>
              <a:buNone/>
              <a:defRPr sz="22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a:t>
            </a:r>
            <a:r>
              <a:rPr lang="de-DE" dirty="0" err="1"/>
              <a:t>Presentation</a:t>
            </a:r>
            <a:r>
              <a:rPr lang="de-DE" dirty="0"/>
              <a:t> </a:t>
            </a:r>
            <a:r>
              <a:rPr lang="de-DE" dirty="0" err="1"/>
              <a:t>Subtitle</a:t>
            </a:r>
            <a:r>
              <a:rPr lang="de-DE" dirty="0"/>
              <a:t>]</a:t>
            </a:r>
          </a:p>
        </p:txBody>
      </p:sp>
      <p:sp>
        <p:nvSpPr>
          <p:cNvPr id="4" name="Datumsplatzhalter 3">
            <a:extLst>
              <a:ext uri="{FF2B5EF4-FFF2-40B4-BE49-F238E27FC236}">
                <a16:creationId xmlns:a16="http://schemas.microsoft.com/office/drawing/2014/main" id="{AF5916C6-3769-587E-2AE4-523B06F0BE1B}"/>
              </a:ext>
            </a:extLst>
          </p:cNvPr>
          <p:cNvSpPr>
            <a:spLocks noGrp="1"/>
          </p:cNvSpPr>
          <p:nvPr>
            <p:ph type="dt" sz="half" idx="10"/>
          </p:nvPr>
        </p:nvSpPr>
        <p:spPr/>
        <p:txBody>
          <a:bodyPr/>
          <a:lstStyle/>
          <a:p>
            <a:fld id="{ED77BF44-00CB-4167-A730-EEC5687F39B1}" type="datetime1">
              <a:rPr lang="de-DE" smtClean="0"/>
              <a:t>05.02.25</a:t>
            </a:fld>
            <a:endParaRPr lang="de-DE"/>
          </a:p>
        </p:txBody>
      </p:sp>
      <p:sp>
        <p:nvSpPr>
          <p:cNvPr id="5" name="Fußzeilenplatzhalter 4">
            <a:extLst>
              <a:ext uri="{FF2B5EF4-FFF2-40B4-BE49-F238E27FC236}">
                <a16:creationId xmlns:a16="http://schemas.microsoft.com/office/drawing/2014/main" id="{A84C7135-B9AC-6EE7-0EA8-71C0CE41094A}"/>
              </a:ext>
            </a:extLst>
          </p:cNvPr>
          <p:cNvSpPr>
            <a:spLocks noGrp="1"/>
          </p:cNvSpPr>
          <p:nvPr>
            <p:ph type="ftr" sz="quarter" idx="11"/>
          </p:nvPr>
        </p:nvSpPr>
        <p:spPr>
          <a:xfrm>
            <a:off x="3179762" y="6432680"/>
            <a:ext cx="5616575" cy="195263"/>
          </a:xfrm>
        </p:spPr>
        <p:txBody>
          <a:bodyPr/>
          <a:lstStyle>
            <a:lvl1pPr algn="l">
              <a:defRPr>
                <a:solidFill>
                  <a:schemeClr val="bg1"/>
                </a:solidFill>
              </a:defRPr>
            </a:lvl1pPr>
          </a:lstStyle>
          <a:p>
            <a:r>
              <a:rPr lang="de-DE"/>
              <a:t>Restricted</a:t>
            </a:r>
            <a:endParaRPr lang="de-DE" dirty="0"/>
          </a:p>
        </p:txBody>
      </p:sp>
      <p:sp>
        <p:nvSpPr>
          <p:cNvPr id="6" name="Foliennummernplatzhalter 5">
            <a:extLst>
              <a:ext uri="{FF2B5EF4-FFF2-40B4-BE49-F238E27FC236}">
                <a16:creationId xmlns:a16="http://schemas.microsoft.com/office/drawing/2014/main" id="{26EF8F14-5FD2-3731-8AF0-510EB675B403}"/>
              </a:ext>
            </a:extLst>
          </p:cNvPr>
          <p:cNvSpPr>
            <a:spLocks noGrp="1"/>
          </p:cNvSpPr>
          <p:nvPr>
            <p:ph type="sldNum" sz="quarter" idx="12"/>
          </p:nvPr>
        </p:nvSpPr>
        <p:spPr>
          <a:xfrm>
            <a:off x="11100625" y="6997960"/>
            <a:ext cx="504000" cy="195263"/>
          </a:xfrm>
        </p:spPr>
        <p:txBody>
          <a:bodyPr/>
          <a:lstStyle/>
          <a:p>
            <a:fld id="{67CD7502-7F22-405E-8273-ECAD6156DDA0}" type="slidenum">
              <a:rPr lang="de-DE" smtClean="0"/>
              <a:t>‹#›</a:t>
            </a:fld>
            <a:endParaRPr lang="de-DE"/>
          </a:p>
        </p:txBody>
      </p:sp>
      <p:sp>
        <p:nvSpPr>
          <p:cNvPr id="13" name="Textplatzhalter 12">
            <a:extLst>
              <a:ext uri="{FF2B5EF4-FFF2-40B4-BE49-F238E27FC236}">
                <a16:creationId xmlns:a16="http://schemas.microsoft.com/office/drawing/2014/main" id="{90A3E486-AE46-DD5A-5597-83E8AC266C64}"/>
              </a:ext>
            </a:extLst>
          </p:cNvPr>
          <p:cNvSpPr>
            <a:spLocks noGrp="1"/>
          </p:cNvSpPr>
          <p:nvPr>
            <p:ph type="body" sz="quarter" idx="13" hasCustomPrompt="1"/>
          </p:nvPr>
        </p:nvSpPr>
        <p:spPr>
          <a:xfrm>
            <a:off x="3179762" y="4989600"/>
            <a:ext cx="5616576" cy="288000"/>
          </a:xfrm>
        </p:spPr>
        <p:txBody>
          <a:bodyPr tIns="54000" bIns="14400" anchor="t"/>
          <a:lstStyle>
            <a:lvl1pPr algn="l">
              <a:defRPr>
                <a:solidFill>
                  <a:schemeClr val="bg1"/>
                </a:solidFill>
              </a:defRPr>
            </a:lvl1pPr>
            <a:lvl2pPr algn="ctr">
              <a:defRPr>
                <a:solidFill>
                  <a:schemeClr val="bg1"/>
                </a:solidFill>
              </a:defRPr>
            </a:lvl2pPr>
          </a:lstStyle>
          <a:p>
            <a:pPr lvl="0"/>
            <a:r>
              <a:rPr lang="de-DE" dirty="0"/>
              <a:t>[Team </a:t>
            </a:r>
            <a:r>
              <a:rPr lang="de-DE" dirty="0" err="1"/>
              <a:t>name</a:t>
            </a:r>
            <a:r>
              <a:rPr lang="de-DE" dirty="0"/>
              <a:t> – Date]</a:t>
            </a:r>
          </a:p>
        </p:txBody>
      </p:sp>
      <p:pic>
        <p:nvPicPr>
          <p:cNvPr id="10" name="Grafik 9">
            <a:extLst>
              <a:ext uri="{FF2B5EF4-FFF2-40B4-BE49-F238E27FC236}">
                <a16:creationId xmlns:a16="http://schemas.microsoft.com/office/drawing/2014/main" id="{194366EC-40E8-1E69-4D59-3EBDC40E5D7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16200000">
            <a:off x="10418652" y="2511109"/>
            <a:ext cx="2862000" cy="708587"/>
          </a:xfrm>
          <a:prstGeom prst="rect">
            <a:avLst/>
          </a:prstGeom>
        </p:spPr>
      </p:pic>
      <p:pic>
        <p:nvPicPr>
          <p:cNvPr id="11" name="Grafik 10">
            <a:extLst>
              <a:ext uri="{FF2B5EF4-FFF2-40B4-BE49-F238E27FC236}">
                <a16:creationId xmlns:a16="http://schemas.microsoft.com/office/drawing/2014/main" id="{496AB2DC-440F-9DE8-6D27-94419D9FF118}"/>
              </a:ext>
            </a:extLst>
          </p:cNvPr>
          <p:cNvPicPr>
            <a:picLocks noChangeAspect="1"/>
          </p:cNvPicPr>
          <p:nvPr userDrawn="1"/>
        </p:nvPicPr>
        <p:blipFill rotWithShape="1">
          <a:blip r:embed="rId4">
            <a:extLst>
              <a:ext uri="{28A0092B-C50C-407E-A947-70E740481C1C}">
                <a14:useLocalDpi xmlns:a14="http://schemas.microsoft.com/office/drawing/2010/main" val="0"/>
              </a:ext>
            </a:extLst>
          </a:blip>
          <a:srcRect l="18227" t="-1066" b="-1"/>
          <a:stretch/>
        </p:blipFill>
        <p:spPr>
          <a:xfrm>
            <a:off x="0" y="1657350"/>
            <a:ext cx="1978136" cy="2403855"/>
          </a:xfrm>
          <a:prstGeom prst="rect">
            <a:avLst/>
          </a:prstGeom>
        </p:spPr>
      </p:pic>
      <p:pic>
        <p:nvPicPr>
          <p:cNvPr id="7" name="Grafik 6">
            <a:extLst>
              <a:ext uri="{FF2B5EF4-FFF2-40B4-BE49-F238E27FC236}">
                <a16:creationId xmlns:a16="http://schemas.microsoft.com/office/drawing/2014/main" id="{C3987773-E4CE-06CE-4D51-3175439079B7}"/>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587375" y="6450648"/>
            <a:ext cx="1440000" cy="201909"/>
          </a:xfrm>
          <a:prstGeom prst="rect">
            <a:avLst/>
          </a:prstGeom>
        </p:spPr>
      </p:pic>
    </p:spTree>
    <p:extLst>
      <p:ext uri="{BB962C8B-B14F-4D97-AF65-F5344CB8AC3E}">
        <p14:creationId xmlns:p14="http://schemas.microsoft.com/office/powerpoint/2010/main" val="3765640523"/>
      </p:ext>
    </p:extLst>
  </p:cSld>
  <p:clrMapOvr>
    <a:masterClrMapping/>
  </p:clrMapOvr>
  <p:extLst>
    <p:ext uri="{DCECCB84-F9BA-43D5-87BE-67443E8EF086}">
      <p15:sldGuideLst xmlns:p15="http://schemas.microsoft.com/office/powerpoint/2012/main">
        <p15:guide id="2" pos="7061">
          <p15:clr>
            <a:srgbClr val="FBAE40"/>
          </p15:clr>
        </p15:guide>
        <p15:guide id="3" orient="horz" pos="216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4">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pic>
        <p:nvPicPr>
          <p:cNvPr id="9" name="Grafik 8">
            <a:extLst>
              <a:ext uri="{FF2B5EF4-FFF2-40B4-BE49-F238E27FC236}">
                <a16:creationId xmlns:a16="http://schemas.microsoft.com/office/drawing/2014/main" id="{43C25F4B-9F58-F60D-A5B9-D58B30FA2AB8}"/>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329" y="185"/>
            <a:ext cx="12191342" cy="6857630"/>
          </a:xfrm>
          <a:prstGeom prst="rect">
            <a:avLst/>
          </a:prstGeom>
        </p:spPr>
      </p:pic>
      <p:sp>
        <p:nvSpPr>
          <p:cNvPr id="2" name="Titel 1">
            <a:extLst>
              <a:ext uri="{FF2B5EF4-FFF2-40B4-BE49-F238E27FC236}">
                <a16:creationId xmlns:a16="http://schemas.microsoft.com/office/drawing/2014/main" id="{2EA6BF84-4FA1-CFCD-E714-39A42F8416EC}"/>
              </a:ext>
            </a:extLst>
          </p:cNvPr>
          <p:cNvSpPr>
            <a:spLocks noGrp="1"/>
          </p:cNvSpPr>
          <p:nvPr>
            <p:ph type="ctrTitle" hasCustomPrompt="1"/>
          </p:nvPr>
        </p:nvSpPr>
        <p:spPr>
          <a:xfrm>
            <a:off x="587375" y="2889249"/>
            <a:ext cx="8208963" cy="1403351"/>
          </a:xfrm>
        </p:spPr>
        <p:txBody>
          <a:bodyPr tIns="72000" bIns="36000" anchor="t" anchorCtr="0"/>
          <a:lstStyle>
            <a:lvl1pPr algn="l">
              <a:lnSpc>
                <a:spcPct val="75000"/>
              </a:lnSpc>
              <a:defRPr sz="5500">
                <a:solidFill>
                  <a:schemeClr val="bg1"/>
                </a:solidFill>
              </a:defRPr>
            </a:lvl1pPr>
          </a:lstStyle>
          <a:p>
            <a:r>
              <a:rPr lang="de-DE" dirty="0"/>
              <a:t>[</a:t>
            </a:r>
            <a:r>
              <a:rPr lang="de-DE" dirty="0" err="1"/>
              <a:t>Presentation</a:t>
            </a:r>
            <a:r>
              <a:rPr lang="de-DE" dirty="0"/>
              <a:t> title]</a:t>
            </a:r>
          </a:p>
        </p:txBody>
      </p:sp>
      <p:sp>
        <p:nvSpPr>
          <p:cNvPr id="3" name="Untertitel 2">
            <a:extLst>
              <a:ext uri="{FF2B5EF4-FFF2-40B4-BE49-F238E27FC236}">
                <a16:creationId xmlns:a16="http://schemas.microsoft.com/office/drawing/2014/main" id="{05BA5F79-726B-AC85-538D-AEA93E580135}"/>
              </a:ext>
            </a:extLst>
          </p:cNvPr>
          <p:cNvSpPr>
            <a:spLocks noGrp="1"/>
          </p:cNvSpPr>
          <p:nvPr>
            <p:ph type="subTitle" idx="1" hasCustomPrompt="1"/>
          </p:nvPr>
        </p:nvSpPr>
        <p:spPr>
          <a:xfrm>
            <a:off x="587376" y="4760913"/>
            <a:ext cx="7272338" cy="708588"/>
          </a:xfrm>
        </p:spPr>
        <p:txBody>
          <a:bodyPr/>
          <a:lstStyle>
            <a:lvl1pPr marL="0" indent="0" algn="l">
              <a:lnSpc>
                <a:spcPct val="90000"/>
              </a:lnSpc>
              <a:spcAft>
                <a:spcPts val="0"/>
              </a:spcAft>
              <a:buNone/>
              <a:defRPr sz="22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a:t>
            </a:r>
            <a:r>
              <a:rPr lang="de-DE" dirty="0" err="1"/>
              <a:t>Presentation</a:t>
            </a:r>
            <a:r>
              <a:rPr lang="de-DE" dirty="0"/>
              <a:t> </a:t>
            </a:r>
            <a:r>
              <a:rPr lang="de-DE" dirty="0" err="1"/>
              <a:t>Subtitle</a:t>
            </a:r>
            <a:r>
              <a:rPr lang="de-DE" dirty="0"/>
              <a:t>]</a:t>
            </a:r>
          </a:p>
        </p:txBody>
      </p:sp>
      <p:sp>
        <p:nvSpPr>
          <p:cNvPr id="4" name="Datumsplatzhalter 3">
            <a:extLst>
              <a:ext uri="{FF2B5EF4-FFF2-40B4-BE49-F238E27FC236}">
                <a16:creationId xmlns:a16="http://schemas.microsoft.com/office/drawing/2014/main" id="{AF5916C6-3769-587E-2AE4-523B06F0BE1B}"/>
              </a:ext>
            </a:extLst>
          </p:cNvPr>
          <p:cNvSpPr>
            <a:spLocks noGrp="1"/>
          </p:cNvSpPr>
          <p:nvPr>
            <p:ph type="dt" sz="half" idx="10"/>
          </p:nvPr>
        </p:nvSpPr>
        <p:spPr/>
        <p:txBody>
          <a:bodyPr/>
          <a:lstStyle/>
          <a:p>
            <a:fld id="{E7BE7F42-C12B-4046-9294-86D9D586853A}" type="datetime1">
              <a:rPr lang="de-DE" smtClean="0"/>
              <a:t>05.02.25</a:t>
            </a:fld>
            <a:endParaRPr lang="de-DE"/>
          </a:p>
        </p:txBody>
      </p:sp>
      <p:sp>
        <p:nvSpPr>
          <p:cNvPr id="5" name="Fußzeilenplatzhalter 4">
            <a:extLst>
              <a:ext uri="{FF2B5EF4-FFF2-40B4-BE49-F238E27FC236}">
                <a16:creationId xmlns:a16="http://schemas.microsoft.com/office/drawing/2014/main" id="{A84C7135-B9AC-6EE7-0EA8-71C0CE41094A}"/>
              </a:ext>
            </a:extLst>
          </p:cNvPr>
          <p:cNvSpPr>
            <a:spLocks noGrp="1"/>
          </p:cNvSpPr>
          <p:nvPr>
            <p:ph type="ftr" sz="quarter" idx="11"/>
          </p:nvPr>
        </p:nvSpPr>
        <p:spPr>
          <a:xfrm>
            <a:off x="3179763" y="6432680"/>
            <a:ext cx="5616575" cy="195263"/>
          </a:xfrm>
        </p:spPr>
        <p:txBody>
          <a:bodyPr/>
          <a:lstStyle>
            <a:lvl1pPr algn="ctr">
              <a:defRPr>
                <a:solidFill>
                  <a:schemeClr val="bg1"/>
                </a:solidFill>
              </a:defRPr>
            </a:lvl1pPr>
          </a:lstStyle>
          <a:p>
            <a:pPr algn="l"/>
            <a:r>
              <a:rPr lang="de-DE" dirty="0" err="1"/>
              <a:t>Restricted</a:t>
            </a:r>
            <a:endParaRPr lang="de-DE" dirty="0"/>
          </a:p>
        </p:txBody>
      </p:sp>
      <p:sp>
        <p:nvSpPr>
          <p:cNvPr id="6" name="Foliennummernplatzhalter 5">
            <a:extLst>
              <a:ext uri="{FF2B5EF4-FFF2-40B4-BE49-F238E27FC236}">
                <a16:creationId xmlns:a16="http://schemas.microsoft.com/office/drawing/2014/main" id="{26EF8F14-5FD2-3731-8AF0-510EB675B403}"/>
              </a:ext>
            </a:extLst>
          </p:cNvPr>
          <p:cNvSpPr>
            <a:spLocks noGrp="1"/>
          </p:cNvSpPr>
          <p:nvPr>
            <p:ph type="sldNum" sz="quarter" idx="12"/>
          </p:nvPr>
        </p:nvSpPr>
        <p:spPr>
          <a:xfrm>
            <a:off x="11100625" y="6997960"/>
            <a:ext cx="504000" cy="195263"/>
          </a:xfrm>
        </p:spPr>
        <p:txBody>
          <a:bodyPr/>
          <a:lstStyle/>
          <a:p>
            <a:fld id="{67CD7502-7F22-405E-8273-ECAD6156DDA0}" type="slidenum">
              <a:rPr lang="de-DE" smtClean="0"/>
              <a:t>‹#›</a:t>
            </a:fld>
            <a:endParaRPr lang="de-DE"/>
          </a:p>
        </p:txBody>
      </p:sp>
      <p:sp>
        <p:nvSpPr>
          <p:cNvPr id="13" name="Textplatzhalter 12">
            <a:extLst>
              <a:ext uri="{FF2B5EF4-FFF2-40B4-BE49-F238E27FC236}">
                <a16:creationId xmlns:a16="http://schemas.microsoft.com/office/drawing/2014/main" id="{90A3E486-AE46-DD5A-5597-83E8AC266C64}"/>
              </a:ext>
            </a:extLst>
          </p:cNvPr>
          <p:cNvSpPr>
            <a:spLocks noGrp="1"/>
          </p:cNvSpPr>
          <p:nvPr>
            <p:ph type="body" sz="quarter" idx="13" hasCustomPrompt="1"/>
          </p:nvPr>
        </p:nvSpPr>
        <p:spPr>
          <a:xfrm>
            <a:off x="587375" y="5469500"/>
            <a:ext cx="5400675" cy="288000"/>
          </a:xfrm>
        </p:spPr>
        <p:txBody>
          <a:bodyPr tIns="54000" bIns="14400" anchor="t"/>
          <a:lstStyle>
            <a:lvl1pPr algn="l">
              <a:defRPr>
                <a:solidFill>
                  <a:schemeClr val="bg1"/>
                </a:solidFill>
              </a:defRPr>
            </a:lvl1pPr>
            <a:lvl2pPr algn="ctr">
              <a:defRPr>
                <a:solidFill>
                  <a:schemeClr val="bg1"/>
                </a:solidFill>
              </a:defRPr>
            </a:lvl2pPr>
          </a:lstStyle>
          <a:p>
            <a:pPr lvl="0"/>
            <a:r>
              <a:rPr lang="de-DE" dirty="0"/>
              <a:t>[Team </a:t>
            </a:r>
            <a:r>
              <a:rPr lang="de-DE" dirty="0" err="1"/>
              <a:t>name</a:t>
            </a:r>
            <a:r>
              <a:rPr lang="de-DE" dirty="0"/>
              <a:t> – Date]</a:t>
            </a:r>
          </a:p>
        </p:txBody>
      </p:sp>
      <p:sp>
        <p:nvSpPr>
          <p:cNvPr id="16" name="Onlinebild-Platzhalter 14">
            <a:extLst>
              <a:ext uri="{FF2B5EF4-FFF2-40B4-BE49-F238E27FC236}">
                <a16:creationId xmlns:a16="http://schemas.microsoft.com/office/drawing/2014/main" id="{626BE4EB-2AD9-A56B-FCEC-9CD1ECA25774}"/>
              </a:ext>
            </a:extLst>
          </p:cNvPr>
          <p:cNvSpPr>
            <a:spLocks noGrp="1"/>
          </p:cNvSpPr>
          <p:nvPr>
            <p:ph type="clipArt" sz="quarter" idx="15" hasCustomPrompt="1"/>
          </p:nvPr>
        </p:nvSpPr>
        <p:spPr>
          <a:xfrm>
            <a:off x="587375" y="6450649"/>
            <a:ext cx="1440000" cy="201908"/>
          </a:xfrm>
          <a:blipFill>
            <a:blip r:embed="rId4"/>
            <a:stretch>
              <a:fillRect/>
            </a:stretch>
          </a:blipFill>
        </p:spPr>
        <p:txBody>
          <a:bodyPr/>
          <a:lstStyle/>
          <a:p>
            <a:r>
              <a:rPr lang="de-DE" dirty="0"/>
              <a:t> </a:t>
            </a:r>
          </a:p>
        </p:txBody>
      </p:sp>
      <p:pic>
        <p:nvPicPr>
          <p:cNvPr id="7" name="Grafik 6">
            <a:extLst>
              <a:ext uri="{FF2B5EF4-FFF2-40B4-BE49-F238E27FC236}">
                <a16:creationId xmlns:a16="http://schemas.microsoft.com/office/drawing/2014/main" id="{38D046B7-677D-7B5F-B2E7-5410F692E2D7}"/>
              </a:ext>
            </a:extLst>
          </p:cNvPr>
          <p:cNvPicPr>
            <a:picLocks noChangeAspect="1"/>
          </p:cNvPicPr>
          <p:nvPr userDrawn="1"/>
        </p:nvPicPr>
        <p:blipFill>
          <a:blip r:embed="rId5"/>
          <a:stretch>
            <a:fillRect/>
          </a:stretch>
        </p:blipFill>
        <p:spPr>
          <a:xfrm>
            <a:off x="4273" y="2959"/>
            <a:ext cx="3502605" cy="1958976"/>
          </a:xfrm>
          <a:prstGeom prst="rect">
            <a:avLst/>
          </a:prstGeom>
        </p:spPr>
      </p:pic>
    </p:spTree>
    <p:extLst>
      <p:ext uri="{BB962C8B-B14F-4D97-AF65-F5344CB8AC3E}">
        <p14:creationId xmlns:p14="http://schemas.microsoft.com/office/powerpoint/2010/main" val="1374592327"/>
      </p:ext>
    </p:extLst>
  </p:cSld>
  <p:clrMapOvr>
    <a:masterClrMapping/>
  </p:clrMapOvr>
  <p:extLst>
    <p:ext uri="{DCECCB84-F9BA-43D5-87BE-67443E8EF086}">
      <p15:sldGuideLst xmlns:p15="http://schemas.microsoft.com/office/powerpoint/2012/main">
        <p15:guide id="2" pos="7061">
          <p15:clr>
            <a:srgbClr val="FBAE40"/>
          </p15:clr>
        </p15:guide>
        <p15:guide id="3" orient="horz" pos="216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5">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pic>
        <p:nvPicPr>
          <p:cNvPr id="9" name="Grafik 8">
            <a:extLst>
              <a:ext uri="{FF2B5EF4-FFF2-40B4-BE49-F238E27FC236}">
                <a16:creationId xmlns:a16="http://schemas.microsoft.com/office/drawing/2014/main" id="{0157A80F-1C9D-297B-0F72-338B5AA777A6}"/>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574" y="323"/>
            <a:ext cx="12190851" cy="6857354"/>
          </a:xfrm>
          <a:prstGeom prst="rect">
            <a:avLst/>
          </a:prstGeom>
        </p:spPr>
      </p:pic>
      <p:sp>
        <p:nvSpPr>
          <p:cNvPr id="2" name="Titel 1">
            <a:extLst>
              <a:ext uri="{FF2B5EF4-FFF2-40B4-BE49-F238E27FC236}">
                <a16:creationId xmlns:a16="http://schemas.microsoft.com/office/drawing/2014/main" id="{2EA6BF84-4FA1-CFCD-E714-39A42F8416EC}"/>
              </a:ext>
            </a:extLst>
          </p:cNvPr>
          <p:cNvSpPr>
            <a:spLocks noGrp="1"/>
          </p:cNvSpPr>
          <p:nvPr>
            <p:ph type="ctrTitle" hasCustomPrompt="1"/>
          </p:nvPr>
        </p:nvSpPr>
        <p:spPr>
          <a:xfrm>
            <a:off x="587375" y="2889249"/>
            <a:ext cx="8208963" cy="1403351"/>
          </a:xfrm>
        </p:spPr>
        <p:txBody>
          <a:bodyPr tIns="72000" bIns="36000" anchor="t" anchorCtr="0"/>
          <a:lstStyle>
            <a:lvl1pPr algn="l">
              <a:lnSpc>
                <a:spcPct val="75000"/>
              </a:lnSpc>
              <a:defRPr sz="5500">
                <a:solidFill>
                  <a:schemeClr val="bg1"/>
                </a:solidFill>
              </a:defRPr>
            </a:lvl1pPr>
          </a:lstStyle>
          <a:p>
            <a:r>
              <a:rPr lang="de-DE" dirty="0"/>
              <a:t>[</a:t>
            </a:r>
            <a:r>
              <a:rPr lang="de-DE" dirty="0" err="1"/>
              <a:t>Presentation</a:t>
            </a:r>
            <a:r>
              <a:rPr lang="de-DE" dirty="0"/>
              <a:t> title]</a:t>
            </a:r>
          </a:p>
        </p:txBody>
      </p:sp>
      <p:sp>
        <p:nvSpPr>
          <p:cNvPr id="3" name="Untertitel 2">
            <a:extLst>
              <a:ext uri="{FF2B5EF4-FFF2-40B4-BE49-F238E27FC236}">
                <a16:creationId xmlns:a16="http://schemas.microsoft.com/office/drawing/2014/main" id="{05BA5F79-726B-AC85-538D-AEA93E580135}"/>
              </a:ext>
            </a:extLst>
          </p:cNvPr>
          <p:cNvSpPr>
            <a:spLocks noGrp="1"/>
          </p:cNvSpPr>
          <p:nvPr>
            <p:ph type="subTitle" idx="1" hasCustomPrompt="1"/>
          </p:nvPr>
        </p:nvSpPr>
        <p:spPr>
          <a:xfrm>
            <a:off x="587376" y="4760913"/>
            <a:ext cx="7272338" cy="708588"/>
          </a:xfrm>
        </p:spPr>
        <p:txBody>
          <a:bodyPr/>
          <a:lstStyle>
            <a:lvl1pPr marL="0" indent="0" algn="l">
              <a:lnSpc>
                <a:spcPct val="90000"/>
              </a:lnSpc>
              <a:spcAft>
                <a:spcPts val="0"/>
              </a:spcAft>
              <a:buNone/>
              <a:defRPr sz="22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a:t>
            </a:r>
            <a:r>
              <a:rPr lang="de-DE" dirty="0" err="1"/>
              <a:t>Presentation</a:t>
            </a:r>
            <a:r>
              <a:rPr lang="de-DE" dirty="0"/>
              <a:t> </a:t>
            </a:r>
            <a:r>
              <a:rPr lang="de-DE" dirty="0" err="1"/>
              <a:t>Subtitle</a:t>
            </a:r>
            <a:r>
              <a:rPr lang="de-DE" dirty="0"/>
              <a:t>]</a:t>
            </a:r>
          </a:p>
        </p:txBody>
      </p:sp>
      <p:sp>
        <p:nvSpPr>
          <p:cNvPr id="4" name="Datumsplatzhalter 3">
            <a:extLst>
              <a:ext uri="{FF2B5EF4-FFF2-40B4-BE49-F238E27FC236}">
                <a16:creationId xmlns:a16="http://schemas.microsoft.com/office/drawing/2014/main" id="{AF5916C6-3769-587E-2AE4-523B06F0BE1B}"/>
              </a:ext>
            </a:extLst>
          </p:cNvPr>
          <p:cNvSpPr>
            <a:spLocks noGrp="1"/>
          </p:cNvSpPr>
          <p:nvPr>
            <p:ph type="dt" sz="half" idx="10"/>
          </p:nvPr>
        </p:nvSpPr>
        <p:spPr/>
        <p:txBody>
          <a:bodyPr/>
          <a:lstStyle/>
          <a:p>
            <a:fld id="{7942B56B-5C4A-4EE7-8F9B-180BEDE60169}" type="datetime1">
              <a:rPr lang="de-DE" smtClean="0"/>
              <a:t>05.02.25</a:t>
            </a:fld>
            <a:endParaRPr lang="de-DE"/>
          </a:p>
        </p:txBody>
      </p:sp>
      <p:sp>
        <p:nvSpPr>
          <p:cNvPr id="5" name="Fußzeilenplatzhalter 4">
            <a:extLst>
              <a:ext uri="{FF2B5EF4-FFF2-40B4-BE49-F238E27FC236}">
                <a16:creationId xmlns:a16="http://schemas.microsoft.com/office/drawing/2014/main" id="{A84C7135-B9AC-6EE7-0EA8-71C0CE41094A}"/>
              </a:ext>
            </a:extLst>
          </p:cNvPr>
          <p:cNvSpPr>
            <a:spLocks noGrp="1"/>
          </p:cNvSpPr>
          <p:nvPr>
            <p:ph type="ftr" sz="quarter" idx="11"/>
          </p:nvPr>
        </p:nvSpPr>
        <p:spPr>
          <a:xfrm>
            <a:off x="3179763" y="6432680"/>
            <a:ext cx="5616575" cy="195263"/>
          </a:xfrm>
        </p:spPr>
        <p:txBody>
          <a:bodyPr/>
          <a:lstStyle>
            <a:lvl1pPr algn="ctr">
              <a:defRPr>
                <a:solidFill>
                  <a:schemeClr val="bg1"/>
                </a:solidFill>
              </a:defRPr>
            </a:lvl1pPr>
          </a:lstStyle>
          <a:p>
            <a:pPr algn="l"/>
            <a:r>
              <a:rPr lang="de-DE" dirty="0" err="1"/>
              <a:t>Restricted</a:t>
            </a:r>
            <a:endParaRPr lang="de-DE" dirty="0"/>
          </a:p>
        </p:txBody>
      </p:sp>
      <p:sp>
        <p:nvSpPr>
          <p:cNvPr id="6" name="Foliennummernplatzhalter 5">
            <a:extLst>
              <a:ext uri="{FF2B5EF4-FFF2-40B4-BE49-F238E27FC236}">
                <a16:creationId xmlns:a16="http://schemas.microsoft.com/office/drawing/2014/main" id="{26EF8F14-5FD2-3731-8AF0-510EB675B403}"/>
              </a:ext>
            </a:extLst>
          </p:cNvPr>
          <p:cNvSpPr>
            <a:spLocks noGrp="1"/>
          </p:cNvSpPr>
          <p:nvPr>
            <p:ph type="sldNum" sz="quarter" idx="12"/>
          </p:nvPr>
        </p:nvSpPr>
        <p:spPr>
          <a:xfrm>
            <a:off x="11100625" y="6997960"/>
            <a:ext cx="504000" cy="195263"/>
          </a:xfrm>
        </p:spPr>
        <p:txBody>
          <a:bodyPr/>
          <a:lstStyle/>
          <a:p>
            <a:fld id="{67CD7502-7F22-405E-8273-ECAD6156DDA0}" type="slidenum">
              <a:rPr lang="de-DE" smtClean="0"/>
              <a:t>‹#›</a:t>
            </a:fld>
            <a:endParaRPr lang="de-DE"/>
          </a:p>
        </p:txBody>
      </p:sp>
      <p:sp>
        <p:nvSpPr>
          <p:cNvPr id="13" name="Textplatzhalter 12">
            <a:extLst>
              <a:ext uri="{FF2B5EF4-FFF2-40B4-BE49-F238E27FC236}">
                <a16:creationId xmlns:a16="http://schemas.microsoft.com/office/drawing/2014/main" id="{90A3E486-AE46-DD5A-5597-83E8AC266C64}"/>
              </a:ext>
            </a:extLst>
          </p:cNvPr>
          <p:cNvSpPr>
            <a:spLocks noGrp="1"/>
          </p:cNvSpPr>
          <p:nvPr>
            <p:ph type="body" sz="quarter" idx="13" hasCustomPrompt="1"/>
          </p:nvPr>
        </p:nvSpPr>
        <p:spPr>
          <a:xfrm>
            <a:off x="587375" y="5469500"/>
            <a:ext cx="5400675" cy="288000"/>
          </a:xfrm>
        </p:spPr>
        <p:txBody>
          <a:bodyPr tIns="54000" bIns="14400" anchor="t"/>
          <a:lstStyle>
            <a:lvl1pPr algn="l">
              <a:defRPr>
                <a:solidFill>
                  <a:schemeClr val="bg1"/>
                </a:solidFill>
              </a:defRPr>
            </a:lvl1pPr>
            <a:lvl2pPr algn="ctr">
              <a:defRPr>
                <a:solidFill>
                  <a:schemeClr val="bg1"/>
                </a:solidFill>
              </a:defRPr>
            </a:lvl2pPr>
          </a:lstStyle>
          <a:p>
            <a:pPr lvl="0"/>
            <a:r>
              <a:rPr lang="de-DE" dirty="0"/>
              <a:t>[Team </a:t>
            </a:r>
            <a:r>
              <a:rPr lang="de-DE" dirty="0" err="1"/>
              <a:t>name</a:t>
            </a:r>
            <a:r>
              <a:rPr lang="de-DE" dirty="0"/>
              <a:t> – Date]</a:t>
            </a:r>
          </a:p>
        </p:txBody>
      </p:sp>
      <p:sp>
        <p:nvSpPr>
          <p:cNvPr id="16" name="Onlinebild-Platzhalter 14">
            <a:extLst>
              <a:ext uri="{FF2B5EF4-FFF2-40B4-BE49-F238E27FC236}">
                <a16:creationId xmlns:a16="http://schemas.microsoft.com/office/drawing/2014/main" id="{626BE4EB-2AD9-A56B-FCEC-9CD1ECA25774}"/>
              </a:ext>
            </a:extLst>
          </p:cNvPr>
          <p:cNvSpPr>
            <a:spLocks noGrp="1"/>
          </p:cNvSpPr>
          <p:nvPr>
            <p:ph type="clipArt" sz="quarter" idx="15" hasCustomPrompt="1"/>
          </p:nvPr>
        </p:nvSpPr>
        <p:spPr>
          <a:xfrm>
            <a:off x="587375" y="6450649"/>
            <a:ext cx="1440000" cy="201908"/>
          </a:xfrm>
          <a:blipFill>
            <a:blip r:embed="rId4"/>
            <a:stretch>
              <a:fillRect/>
            </a:stretch>
          </a:blipFill>
        </p:spPr>
        <p:txBody>
          <a:bodyPr/>
          <a:lstStyle/>
          <a:p>
            <a:r>
              <a:rPr lang="de-DE" dirty="0"/>
              <a:t> </a:t>
            </a:r>
          </a:p>
        </p:txBody>
      </p:sp>
      <p:pic>
        <p:nvPicPr>
          <p:cNvPr id="7" name="Grafik 6">
            <a:extLst>
              <a:ext uri="{FF2B5EF4-FFF2-40B4-BE49-F238E27FC236}">
                <a16:creationId xmlns:a16="http://schemas.microsoft.com/office/drawing/2014/main" id="{94C7CC52-CEB6-ABDD-7F9B-18FDC7FDD32C}"/>
              </a:ext>
            </a:extLst>
          </p:cNvPr>
          <p:cNvPicPr>
            <a:picLocks noChangeAspect="1"/>
          </p:cNvPicPr>
          <p:nvPr userDrawn="1"/>
        </p:nvPicPr>
        <p:blipFill>
          <a:blip r:embed="rId5"/>
          <a:stretch>
            <a:fillRect/>
          </a:stretch>
        </p:blipFill>
        <p:spPr>
          <a:xfrm>
            <a:off x="4273" y="2959"/>
            <a:ext cx="3502605" cy="1958976"/>
          </a:xfrm>
          <a:prstGeom prst="rect">
            <a:avLst/>
          </a:prstGeom>
        </p:spPr>
      </p:pic>
    </p:spTree>
    <p:extLst>
      <p:ext uri="{BB962C8B-B14F-4D97-AF65-F5344CB8AC3E}">
        <p14:creationId xmlns:p14="http://schemas.microsoft.com/office/powerpoint/2010/main" val="651540685"/>
      </p:ext>
    </p:extLst>
  </p:cSld>
  <p:clrMapOvr>
    <a:masterClrMapping/>
  </p:clrMapOvr>
  <p:extLst>
    <p:ext uri="{DCECCB84-F9BA-43D5-87BE-67443E8EF086}">
      <p15:sldGuideLst xmlns:p15="http://schemas.microsoft.com/office/powerpoint/2012/main">
        <p15:guide id="2" pos="7061">
          <p15:clr>
            <a:srgbClr val="FBAE40"/>
          </p15:clr>
        </p15:guide>
        <p15:guide id="3" orient="horz" pos="216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6">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pic>
        <p:nvPicPr>
          <p:cNvPr id="10" name="Grafik 9">
            <a:extLst>
              <a:ext uri="{FF2B5EF4-FFF2-40B4-BE49-F238E27FC236}">
                <a16:creationId xmlns:a16="http://schemas.microsoft.com/office/drawing/2014/main" id="{588EE957-2F84-0716-7FD2-60DDD0A6ACCB}"/>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6444" y="53"/>
            <a:ext cx="12179111" cy="6857894"/>
          </a:xfrm>
          <a:prstGeom prst="rect">
            <a:avLst/>
          </a:prstGeom>
        </p:spPr>
      </p:pic>
      <p:sp>
        <p:nvSpPr>
          <p:cNvPr id="2" name="Titel 1">
            <a:extLst>
              <a:ext uri="{FF2B5EF4-FFF2-40B4-BE49-F238E27FC236}">
                <a16:creationId xmlns:a16="http://schemas.microsoft.com/office/drawing/2014/main" id="{2EA6BF84-4FA1-CFCD-E714-39A42F8416EC}"/>
              </a:ext>
            </a:extLst>
          </p:cNvPr>
          <p:cNvSpPr>
            <a:spLocks noGrp="1"/>
          </p:cNvSpPr>
          <p:nvPr>
            <p:ph type="ctrTitle" hasCustomPrompt="1"/>
          </p:nvPr>
        </p:nvSpPr>
        <p:spPr>
          <a:xfrm>
            <a:off x="587375" y="2889249"/>
            <a:ext cx="8208963" cy="1403351"/>
          </a:xfrm>
        </p:spPr>
        <p:txBody>
          <a:bodyPr tIns="72000" bIns="36000" anchor="t" anchorCtr="0"/>
          <a:lstStyle>
            <a:lvl1pPr algn="l">
              <a:lnSpc>
                <a:spcPct val="75000"/>
              </a:lnSpc>
              <a:defRPr sz="5500">
                <a:solidFill>
                  <a:schemeClr val="bg1"/>
                </a:solidFill>
              </a:defRPr>
            </a:lvl1pPr>
          </a:lstStyle>
          <a:p>
            <a:r>
              <a:rPr lang="de-DE" dirty="0"/>
              <a:t>[</a:t>
            </a:r>
            <a:r>
              <a:rPr lang="de-DE" dirty="0" err="1"/>
              <a:t>Presentation</a:t>
            </a:r>
            <a:r>
              <a:rPr lang="de-DE" dirty="0"/>
              <a:t> title]</a:t>
            </a:r>
          </a:p>
        </p:txBody>
      </p:sp>
      <p:sp>
        <p:nvSpPr>
          <p:cNvPr id="3" name="Untertitel 2">
            <a:extLst>
              <a:ext uri="{FF2B5EF4-FFF2-40B4-BE49-F238E27FC236}">
                <a16:creationId xmlns:a16="http://schemas.microsoft.com/office/drawing/2014/main" id="{05BA5F79-726B-AC85-538D-AEA93E580135}"/>
              </a:ext>
            </a:extLst>
          </p:cNvPr>
          <p:cNvSpPr>
            <a:spLocks noGrp="1"/>
          </p:cNvSpPr>
          <p:nvPr>
            <p:ph type="subTitle" idx="1" hasCustomPrompt="1"/>
          </p:nvPr>
        </p:nvSpPr>
        <p:spPr>
          <a:xfrm>
            <a:off x="587376" y="4760913"/>
            <a:ext cx="7272338" cy="708588"/>
          </a:xfrm>
        </p:spPr>
        <p:txBody>
          <a:bodyPr/>
          <a:lstStyle>
            <a:lvl1pPr marL="0" indent="0" algn="l">
              <a:lnSpc>
                <a:spcPct val="90000"/>
              </a:lnSpc>
              <a:spcAft>
                <a:spcPts val="0"/>
              </a:spcAft>
              <a:buNone/>
              <a:defRPr sz="22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a:t>
            </a:r>
            <a:r>
              <a:rPr lang="de-DE" dirty="0" err="1"/>
              <a:t>Presentation</a:t>
            </a:r>
            <a:r>
              <a:rPr lang="de-DE" dirty="0"/>
              <a:t> </a:t>
            </a:r>
            <a:r>
              <a:rPr lang="de-DE" dirty="0" err="1"/>
              <a:t>Subtitle</a:t>
            </a:r>
            <a:r>
              <a:rPr lang="de-DE" dirty="0"/>
              <a:t>]</a:t>
            </a:r>
          </a:p>
        </p:txBody>
      </p:sp>
      <p:sp>
        <p:nvSpPr>
          <p:cNvPr id="4" name="Datumsplatzhalter 3">
            <a:extLst>
              <a:ext uri="{FF2B5EF4-FFF2-40B4-BE49-F238E27FC236}">
                <a16:creationId xmlns:a16="http://schemas.microsoft.com/office/drawing/2014/main" id="{AF5916C6-3769-587E-2AE4-523B06F0BE1B}"/>
              </a:ext>
            </a:extLst>
          </p:cNvPr>
          <p:cNvSpPr>
            <a:spLocks noGrp="1"/>
          </p:cNvSpPr>
          <p:nvPr>
            <p:ph type="dt" sz="half" idx="10"/>
          </p:nvPr>
        </p:nvSpPr>
        <p:spPr/>
        <p:txBody>
          <a:bodyPr/>
          <a:lstStyle/>
          <a:p>
            <a:fld id="{17127450-FEF5-4B6C-8A3B-70B091207F21}" type="datetime1">
              <a:rPr lang="de-DE" smtClean="0"/>
              <a:t>05.02.25</a:t>
            </a:fld>
            <a:endParaRPr lang="de-DE"/>
          </a:p>
        </p:txBody>
      </p:sp>
      <p:sp>
        <p:nvSpPr>
          <p:cNvPr id="5" name="Fußzeilenplatzhalter 4">
            <a:extLst>
              <a:ext uri="{FF2B5EF4-FFF2-40B4-BE49-F238E27FC236}">
                <a16:creationId xmlns:a16="http://schemas.microsoft.com/office/drawing/2014/main" id="{A84C7135-B9AC-6EE7-0EA8-71C0CE41094A}"/>
              </a:ext>
            </a:extLst>
          </p:cNvPr>
          <p:cNvSpPr>
            <a:spLocks noGrp="1"/>
          </p:cNvSpPr>
          <p:nvPr>
            <p:ph type="ftr" sz="quarter" idx="11"/>
          </p:nvPr>
        </p:nvSpPr>
        <p:spPr>
          <a:xfrm>
            <a:off x="3179763" y="6432680"/>
            <a:ext cx="5616575" cy="195263"/>
          </a:xfrm>
        </p:spPr>
        <p:txBody>
          <a:bodyPr/>
          <a:lstStyle>
            <a:lvl1pPr algn="ctr">
              <a:defRPr>
                <a:solidFill>
                  <a:schemeClr val="bg1"/>
                </a:solidFill>
              </a:defRPr>
            </a:lvl1pPr>
          </a:lstStyle>
          <a:p>
            <a:pPr algn="l"/>
            <a:r>
              <a:rPr lang="de-DE" dirty="0" err="1"/>
              <a:t>Restricted</a:t>
            </a:r>
            <a:endParaRPr lang="de-DE" dirty="0"/>
          </a:p>
        </p:txBody>
      </p:sp>
      <p:sp>
        <p:nvSpPr>
          <p:cNvPr id="6" name="Foliennummernplatzhalter 5">
            <a:extLst>
              <a:ext uri="{FF2B5EF4-FFF2-40B4-BE49-F238E27FC236}">
                <a16:creationId xmlns:a16="http://schemas.microsoft.com/office/drawing/2014/main" id="{26EF8F14-5FD2-3731-8AF0-510EB675B403}"/>
              </a:ext>
            </a:extLst>
          </p:cNvPr>
          <p:cNvSpPr>
            <a:spLocks noGrp="1"/>
          </p:cNvSpPr>
          <p:nvPr>
            <p:ph type="sldNum" sz="quarter" idx="12"/>
          </p:nvPr>
        </p:nvSpPr>
        <p:spPr>
          <a:xfrm>
            <a:off x="11100625" y="6997960"/>
            <a:ext cx="504000" cy="195263"/>
          </a:xfrm>
        </p:spPr>
        <p:txBody>
          <a:bodyPr/>
          <a:lstStyle/>
          <a:p>
            <a:fld id="{67CD7502-7F22-405E-8273-ECAD6156DDA0}" type="slidenum">
              <a:rPr lang="de-DE" smtClean="0"/>
              <a:t>‹#›</a:t>
            </a:fld>
            <a:endParaRPr lang="de-DE"/>
          </a:p>
        </p:txBody>
      </p:sp>
      <p:sp>
        <p:nvSpPr>
          <p:cNvPr id="13" name="Textplatzhalter 12">
            <a:extLst>
              <a:ext uri="{FF2B5EF4-FFF2-40B4-BE49-F238E27FC236}">
                <a16:creationId xmlns:a16="http://schemas.microsoft.com/office/drawing/2014/main" id="{90A3E486-AE46-DD5A-5597-83E8AC266C64}"/>
              </a:ext>
            </a:extLst>
          </p:cNvPr>
          <p:cNvSpPr>
            <a:spLocks noGrp="1"/>
          </p:cNvSpPr>
          <p:nvPr>
            <p:ph type="body" sz="quarter" idx="13" hasCustomPrompt="1"/>
          </p:nvPr>
        </p:nvSpPr>
        <p:spPr>
          <a:xfrm>
            <a:off x="587375" y="5469500"/>
            <a:ext cx="5400675" cy="288000"/>
          </a:xfrm>
        </p:spPr>
        <p:txBody>
          <a:bodyPr tIns="54000" bIns="14400" anchor="t"/>
          <a:lstStyle>
            <a:lvl1pPr algn="l">
              <a:defRPr>
                <a:solidFill>
                  <a:schemeClr val="bg1"/>
                </a:solidFill>
              </a:defRPr>
            </a:lvl1pPr>
            <a:lvl2pPr algn="ctr">
              <a:defRPr>
                <a:solidFill>
                  <a:schemeClr val="bg1"/>
                </a:solidFill>
              </a:defRPr>
            </a:lvl2pPr>
          </a:lstStyle>
          <a:p>
            <a:pPr lvl="0"/>
            <a:r>
              <a:rPr lang="de-DE" dirty="0"/>
              <a:t>[Team </a:t>
            </a:r>
            <a:r>
              <a:rPr lang="de-DE" dirty="0" err="1"/>
              <a:t>name</a:t>
            </a:r>
            <a:r>
              <a:rPr lang="de-DE" dirty="0"/>
              <a:t> – Date]</a:t>
            </a:r>
          </a:p>
        </p:txBody>
      </p:sp>
      <p:sp>
        <p:nvSpPr>
          <p:cNvPr id="16" name="Onlinebild-Platzhalter 14">
            <a:extLst>
              <a:ext uri="{FF2B5EF4-FFF2-40B4-BE49-F238E27FC236}">
                <a16:creationId xmlns:a16="http://schemas.microsoft.com/office/drawing/2014/main" id="{626BE4EB-2AD9-A56B-FCEC-9CD1ECA25774}"/>
              </a:ext>
            </a:extLst>
          </p:cNvPr>
          <p:cNvSpPr>
            <a:spLocks noGrp="1"/>
          </p:cNvSpPr>
          <p:nvPr>
            <p:ph type="clipArt" sz="quarter" idx="15" hasCustomPrompt="1"/>
          </p:nvPr>
        </p:nvSpPr>
        <p:spPr>
          <a:xfrm>
            <a:off x="587375" y="6450649"/>
            <a:ext cx="1440000" cy="201908"/>
          </a:xfrm>
          <a:blipFill>
            <a:blip r:embed="rId4"/>
            <a:stretch>
              <a:fillRect/>
            </a:stretch>
          </a:blipFill>
        </p:spPr>
        <p:txBody>
          <a:bodyPr/>
          <a:lstStyle/>
          <a:p>
            <a:r>
              <a:rPr lang="de-DE" dirty="0"/>
              <a:t> </a:t>
            </a:r>
          </a:p>
        </p:txBody>
      </p:sp>
      <p:pic>
        <p:nvPicPr>
          <p:cNvPr id="7" name="Grafik 6">
            <a:extLst>
              <a:ext uri="{FF2B5EF4-FFF2-40B4-BE49-F238E27FC236}">
                <a16:creationId xmlns:a16="http://schemas.microsoft.com/office/drawing/2014/main" id="{94C7CC52-CEB6-ABDD-7F9B-18FDC7FDD32C}"/>
              </a:ext>
            </a:extLst>
          </p:cNvPr>
          <p:cNvPicPr>
            <a:picLocks noChangeAspect="1"/>
          </p:cNvPicPr>
          <p:nvPr userDrawn="1"/>
        </p:nvPicPr>
        <p:blipFill>
          <a:blip r:embed="rId5"/>
          <a:stretch>
            <a:fillRect/>
          </a:stretch>
        </p:blipFill>
        <p:spPr>
          <a:xfrm>
            <a:off x="4273" y="2959"/>
            <a:ext cx="3502605" cy="1958976"/>
          </a:xfrm>
          <a:prstGeom prst="rect">
            <a:avLst/>
          </a:prstGeom>
        </p:spPr>
      </p:pic>
    </p:spTree>
    <p:extLst>
      <p:ext uri="{BB962C8B-B14F-4D97-AF65-F5344CB8AC3E}">
        <p14:creationId xmlns:p14="http://schemas.microsoft.com/office/powerpoint/2010/main" val="2167304884"/>
      </p:ext>
    </p:extLst>
  </p:cSld>
  <p:clrMapOvr>
    <a:masterClrMapping/>
  </p:clrMapOvr>
  <p:extLst>
    <p:ext uri="{DCECCB84-F9BA-43D5-87BE-67443E8EF086}">
      <p15:sldGuideLst xmlns:p15="http://schemas.microsoft.com/office/powerpoint/2012/main">
        <p15:guide id="2" pos="7061">
          <p15:clr>
            <a:srgbClr val="FBAE40"/>
          </p15:clr>
        </p15:guide>
        <p15:guide id="3" orient="horz" pos="216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s">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0E285A7-CD47-AED1-12FA-5AFDA12120B0}"/>
              </a:ext>
            </a:extLst>
          </p:cNvPr>
          <p:cNvSpPr>
            <a:spLocks noGrp="1"/>
          </p:cNvSpPr>
          <p:nvPr>
            <p:ph type="title" hasCustomPrompt="1"/>
          </p:nvPr>
        </p:nvSpPr>
        <p:spPr/>
        <p:txBody>
          <a:bodyPr/>
          <a:lstStyle>
            <a:lvl1pPr>
              <a:defRPr/>
            </a:lvl1pPr>
          </a:lstStyle>
          <a:p>
            <a:r>
              <a:rPr lang="de-DE" dirty="0"/>
              <a:t>[Slide title]</a:t>
            </a:r>
          </a:p>
        </p:txBody>
      </p:sp>
      <p:sp>
        <p:nvSpPr>
          <p:cNvPr id="3" name="Inhaltsplatzhalter 2">
            <a:extLst>
              <a:ext uri="{FF2B5EF4-FFF2-40B4-BE49-F238E27FC236}">
                <a16:creationId xmlns:a16="http://schemas.microsoft.com/office/drawing/2014/main" id="{F4DE9139-8797-C0FA-077A-2ADDF67464CF}"/>
              </a:ext>
            </a:extLst>
          </p:cNvPr>
          <p:cNvSpPr>
            <a:spLocks noGrp="1"/>
          </p:cNvSpPr>
          <p:nvPr>
            <p:ph idx="1" hasCustomPrompt="1"/>
          </p:nvPr>
        </p:nvSpPr>
        <p:spPr>
          <a:xfrm>
            <a:off x="587375" y="1484313"/>
            <a:ext cx="8208963" cy="4681537"/>
          </a:xfrm>
        </p:spPr>
        <p:txBody>
          <a:bodyPr numCol="1" spcCol="216000"/>
          <a:lstStyle>
            <a:lvl1pPr marL="432000" indent="-432000">
              <a:spcBef>
                <a:spcPts val="1200"/>
              </a:spcBef>
              <a:spcAft>
                <a:spcPts val="0"/>
              </a:spcAft>
              <a:buFont typeface="+mj-lt"/>
              <a:buAutoNum type="arabicPeriod"/>
              <a:defRPr sz="2400"/>
            </a:lvl1pPr>
            <a:lvl2pPr marL="432000">
              <a:spcAft>
                <a:spcPts val="0"/>
              </a:spcAft>
              <a:defRPr sz="2000" b="0">
                <a:solidFill>
                  <a:schemeClr val="tx1"/>
                </a:solidFill>
              </a:defRPr>
            </a:lvl2pPr>
          </a:lstStyle>
          <a:p>
            <a:pPr lvl="0"/>
            <a:r>
              <a:rPr lang="de-DE" dirty="0"/>
              <a:t>[Main </a:t>
            </a:r>
            <a:r>
              <a:rPr lang="de-DE" dirty="0" err="1"/>
              <a:t>topic</a:t>
            </a:r>
            <a:r>
              <a:rPr lang="de-DE" dirty="0"/>
              <a:t> </a:t>
            </a:r>
            <a:r>
              <a:rPr lang="de-DE" dirty="0" err="1"/>
              <a:t>level</a:t>
            </a:r>
            <a:r>
              <a:rPr lang="de-DE" dirty="0"/>
              <a:t> 1, </a:t>
            </a:r>
            <a:r>
              <a:rPr lang="de-DE" dirty="0" err="1"/>
              <a:t>subtopics</a:t>
            </a:r>
            <a:r>
              <a:rPr lang="de-DE" dirty="0"/>
              <a:t> </a:t>
            </a:r>
            <a:r>
              <a:rPr lang="de-DE" dirty="0" err="1"/>
              <a:t>with</a:t>
            </a:r>
            <a:r>
              <a:rPr lang="de-DE" dirty="0"/>
              <a:t> </a:t>
            </a:r>
            <a:r>
              <a:rPr lang="de-DE" dirty="0" err="1"/>
              <a:t>level</a:t>
            </a:r>
            <a:r>
              <a:rPr lang="de-DE" dirty="0"/>
              <a:t> 2]</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Datumsplatzhalter 3">
            <a:extLst>
              <a:ext uri="{FF2B5EF4-FFF2-40B4-BE49-F238E27FC236}">
                <a16:creationId xmlns:a16="http://schemas.microsoft.com/office/drawing/2014/main" id="{B55D882F-D3F6-3E6B-BDCF-80EC5DFB3BEB}"/>
              </a:ext>
            </a:extLst>
          </p:cNvPr>
          <p:cNvSpPr>
            <a:spLocks noGrp="1"/>
          </p:cNvSpPr>
          <p:nvPr>
            <p:ph type="dt" sz="half" idx="10"/>
          </p:nvPr>
        </p:nvSpPr>
        <p:spPr/>
        <p:txBody>
          <a:bodyPr/>
          <a:lstStyle/>
          <a:p>
            <a:fld id="{38E538A9-E08C-4288-A5A7-A9C288E8F043}" type="datetime1">
              <a:rPr lang="de-DE" smtClean="0"/>
              <a:t>05.02.25</a:t>
            </a:fld>
            <a:endParaRPr lang="de-DE"/>
          </a:p>
        </p:txBody>
      </p:sp>
      <p:sp>
        <p:nvSpPr>
          <p:cNvPr id="5" name="Fußzeilenplatzhalter 4">
            <a:extLst>
              <a:ext uri="{FF2B5EF4-FFF2-40B4-BE49-F238E27FC236}">
                <a16:creationId xmlns:a16="http://schemas.microsoft.com/office/drawing/2014/main" id="{CBEDF076-44F9-A4F5-BD48-3CE9411B6140}"/>
              </a:ext>
            </a:extLst>
          </p:cNvPr>
          <p:cNvSpPr>
            <a:spLocks noGrp="1"/>
          </p:cNvSpPr>
          <p:nvPr>
            <p:ph type="ftr" sz="quarter" idx="11"/>
          </p:nvPr>
        </p:nvSpPr>
        <p:spPr/>
        <p:txBody>
          <a:bodyPr/>
          <a:lstStyle/>
          <a:p>
            <a:r>
              <a:rPr lang="de-DE"/>
              <a:t>Restricted</a:t>
            </a:r>
            <a:endParaRPr lang="de-DE" dirty="0"/>
          </a:p>
        </p:txBody>
      </p:sp>
      <p:sp>
        <p:nvSpPr>
          <p:cNvPr id="6" name="Foliennummernplatzhalter 5">
            <a:extLst>
              <a:ext uri="{FF2B5EF4-FFF2-40B4-BE49-F238E27FC236}">
                <a16:creationId xmlns:a16="http://schemas.microsoft.com/office/drawing/2014/main" id="{541D3232-2435-0ECC-D548-454E987BB2C9}"/>
              </a:ext>
            </a:extLst>
          </p:cNvPr>
          <p:cNvSpPr>
            <a:spLocks noGrp="1"/>
          </p:cNvSpPr>
          <p:nvPr>
            <p:ph type="sldNum" sz="quarter" idx="12"/>
          </p:nvPr>
        </p:nvSpPr>
        <p:spPr/>
        <p:txBody>
          <a:bodyPr/>
          <a:lstStyle/>
          <a:p>
            <a:fld id="{67CD7502-7F22-405E-8273-ECAD6156DDA0}" type="slidenum">
              <a:rPr lang="de-DE" smtClean="0"/>
              <a:t>‹#›</a:t>
            </a:fld>
            <a:endParaRPr lang="de-DE"/>
          </a:p>
        </p:txBody>
      </p:sp>
      <p:pic>
        <p:nvPicPr>
          <p:cNvPr id="10" name="Picture 9">
            <a:extLst>
              <a:ext uri="{FF2B5EF4-FFF2-40B4-BE49-F238E27FC236}">
                <a16:creationId xmlns:a16="http://schemas.microsoft.com/office/drawing/2014/main" id="{AB3F63E9-765D-898F-BBD2-778D4E5FCC6E}"/>
              </a:ext>
            </a:extLst>
          </p:cNvPr>
          <p:cNvPicPr>
            <a:picLocks noChangeAspect="1"/>
          </p:cNvPicPr>
          <p:nvPr userDrawn="1"/>
        </p:nvPicPr>
        <p:blipFill>
          <a:blip r:embed="rId2"/>
          <a:stretch>
            <a:fillRect/>
          </a:stretch>
        </p:blipFill>
        <p:spPr>
          <a:xfrm>
            <a:off x="11100625" y="0"/>
            <a:ext cx="1008000" cy="977526"/>
          </a:xfrm>
          <a:prstGeom prst="rect">
            <a:avLst/>
          </a:prstGeom>
        </p:spPr>
      </p:pic>
      <p:pic>
        <p:nvPicPr>
          <p:cNvPr id="11" name="Grafik 10">
            <a:extLst>
              <a:ext uri="{FF2B5EF4-FFF2-40B4-BE49-F238E27FC236}">
                <a16:creationId xmlns:a16="http://schemas.microsoft.com/office/drawing/2014/main" id="{03EE0DE3-1D63-94BF-16B7-AF979C110A6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87374" y="6450649"/>
            <a:ext cx="1440000" cy="201909"/>
          </a:xfrm>
          <a:prstGeom prst="rect">
            <a:avLst/>
          </a:prstGeom>
        </p:spPr>
      </p:pic>
    </p:spTree>
    <p:extLst>
      <p:ext uri="{BB962C8B-B14F-4D97-AF65-F5344CB8AC3E}">
        <p14:creationId xmlns:p14="http://schemas.microsoft.com/office/powerpoint/2010/main" val="248735173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ection Header Blue">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3358ECF-DFA6-2924-C5A7-FB87339D613C}"/>
              </a:ext>
            </a:extLst>
          </p:cNvPr>
          <p:cNvSpPr>
            <a:spLocks noGrp="1"/>
          </p:cNvSpPr>
          <p:nvPr>
            <p:ph type="title" hasCustomPrompt="1"/>
          </p:nvPr>
        </p:nvSpPr>
        <p:spPr>
          <a:xfrm>
            <a:off x="6203949" y="1952625"/>
            <a:ext cx="5400675" cy="1871663"/>
          </a:xfrm>
        </p:spPr>
        <p:txBody>
          <a:bodyPr bIns="252000" anchor="b"/>
          <a:lstStyle>
            <a:lvl1pPr>
              <a:defRPr sz="5500">
                <a:solidFill>
                  <a:schemeClr val="bg1"/>
                </a:solidFill>
              </a:defRPr>
            </a:lvl1pPr>
          </a:lstStyle>
          <a:p>
            <a:r>
              <a:rPr lang="de-DE" dirty="0"/>
              <a:t>[Chapter Title]</a:t>
            </a:r>
          </a:p>
        </p:txBody>
      </p:sp>
      <p:sp>
        <p:nvSpPr>
          <p:cNvPr id="3" name="Textplatzhalter 2">
            <a:extLst>
              <a:ext uri="{FF2B5EF4-FFF2-40B4-BE49-F238E27FC236}">
                <a16:creationId xmlns:a16="http://schemas.microsoft.com/office/drawing/2014/main" id="{08489595-C6ED-C2C5-12F9-253F5C64296A}"/>
              </a:ext>
            </a:extLst>
          </p:cNvPr>
          <p:cNvSpPr>
            <a:spLocks noGrp="1"/>
          </p:cNvSpPr>
          <p:nvPr>
            <p:ph type="body" idx="1" hasCustomPrompt="1"/>
          </p:nvPr>
        </p:nvSpPr>
        <p:spPr>
          <a:xfrm>
            <a:off x="6203948" y="3824288"/>
            <a:ext cx="5400675" cy="2341561"/>
          </a:xfrm>
        </p:spPr>
        <p:txBody>
          <a:bodyPr/>
          <a:lstStyle>
            <a:lvl1pPr marL="0" indent="0">
              <a:spcAft>
                <a:spcPts val="0"/>
              </a:spcAft>
              <a:buNone/>
              <a:defRPr sz="2000">
                <a:solidFill>
                  <a:schemeClr val="bg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de-DE" dirty="0"/>
              <a:t>[Chapter </a:t>
            </a:r>
            <a:r>
              <a:rPr lang="de-DE" dirty="0" err="1"/>
              <a:t>Subtitle</a:t>
            </a:r>
            <a:r>
              <a:rPr lang="de-DE" dirty="0"/>
              <a:t>]</a:t>
            </a:r>
          </a:p>
        </p:txBody>
      </p:sp>
      <p:sp>
        <p:nvSpPr>
          <p:cNvPr id="4" name="Datumsplatzhalter 3">
            <a:extLst>
              <a:ext uri="{FF2B5EF4-FFF2-40B4-BE49-F238E27FC236}">
                <a16:creationId xmlns:a16="http://schemas.microsoft.com/office/drawing/2014/main" id="{1DF58A9C-00C2-0A16-3813-8D270489D505}"/>
              </a:ext>
            </a:extLst>
          </p:cNvPr>
          <p:cNvSpPr>
            <a:spLocks noGrp="1"/>
          </p:cNvSpPr>
          <p:nvPr>
            <p:ph type="dt" sz="half" idx="10"/>
          </p:nvPr>
        </p:nvSpPr>
        <p:spPr/>
        <p:txBody>
          <a:bodyPr/>
          <a:lstStyle/>
          <a:p>
            <a:fld id="{7B5B1BC6-363D-4B98-B6F1-2F3E0AB3D4B6}" type="datetime1">
              <a:rPr lang="de-DE" smtClean="0"/>
              <a:t>05.02.25</a:t>
            </a:fld>
            <a:endParaRPr lang="de-DE"/>
          </a:p>
        </p:txBody>
      </p:sp>
      <p:sp>
        <p:nvSpPr>
          <p:cNvPr id="5" name="Fußzeilenplatzhalter 4">
            <a:extLst>
              <a:ext uri="{FF2B5EF4-FFF2-40B4-BE49-F238E27FC236}">
                <a16:creationId xmlns:a16="http://schemas.microsoft.com/office/drawing/2014/main" id="{B1F8CD38-BB7F-85B4-8F73-7BE394E956F1}"/>
              </a:ext>
            </a:extLst>
          </p:cNvPr>
          <p:cNvSpPr>
            <a:spLocks noGrp="1"/>
          </p:cNvSpPr>
          <p:nvPr>
            <p:ph type="ftr" sz="quarter" idx="11"/>
          </p:nvPr>
        </p:nvSpPr>
        <p:spPr/>
        <p:txBody>
          <a:bodyPr/>
          <a:lstStyle>
            <a:lvl1pPr>
              <a:defRPr>
                <a:solidFill>
                  <a:schemeClr val="bg1"/>
                </a:solidFill>
              </a:defRPr>
            </a:lvl1pPr>
          </a:lstStyle>
          <a:p>
            <a:r>
              <a:rPr lang="de-DE"/>
              <a:t>Restricted</a:t>
            </a:r>
            <a:endParaRPr lang="de-DE" dirty="0"/>
          </a:p>
        </p:txBody>
      </p:sp>
      <p:sp>
        <p:nvSpPr>
          <p:cNvPr id="6" name="Foliennummernplatzhalter 5">
            <a:extLst>
              <a:ext uri="{FF2B5EF4-FFF2-40B4-BE49-F238E27FC236}">
                <a16:creationId xmlns:a16="http://schemas.microsoft.com/office/drawing/2014/main" id="{33FF5BA9-EB95-834E-C088-057D15EB78FF}"/>
              </a:ext>
            </a:extLst>
          </p:cNvPr>
          <p:cNvSpPr>
            <a:spLocks noGrp="1"/>
          </p:cNvSpPr>
          <p:nvPr>
            <p:ph type="sldNum" sz="quarter" idx="12"/>
          </p:nvPr>
        </p:nvSpPr>
        <p:spPr/>
        <p:txBody>
          <a:bodyPr/>
          <a:lstStyle>
            <a:lvl1pPr>
              <a:defRPr>
                <a:solidFill>
                  <a:schemeClr val="bg1"/>
                </a:solidFill>
              </a:defRPr>
            </a:lvl1pPr>
          </a:lstStyle>
          <a:p>
            <a:fld id="{67CD7502-7F22-405E-8273-ECAD6156DDA0}" type="slidenum">
              <a:rPr lang="de-DE" smtClean="0"/>
              <a:pPr/>
              <a:t>‹#›</a:t>
            </a:fld>
            <a:endParaRPr lang="de-DE"/>
          </a:p>
        </p:txBody>
      </p:sp>
      <p:pic>
        <p:nvPicPr>
          <p:cNvPr id="8" name="Picture 9">
            <a:extLst>
              <a:ext uri="{FF2B5EF4-FFF2-40B4-BE49-F238E27FC236}">
                <a16:creationId xmlns:a16="http://schemas.microsoft.com/office/drawing/2014/main" id="{838DABF6-AE32-E11D-8B7B-F610DE3AF91B}"/>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1100625" y="98"/>
            <a:ext cx="1008000" cy="977330"/>
          </a:xfrm>
          <a:prstGeom prst="rect">
            <a:avLst/>
          </a:prstGeom>
        </p:spPr>
      </p:pic>
      <p:pic>
        <p:nvPicPr>
          <p:cNvPr id="9" name="Grafik 8">
            <a:extLst>
              <a:ext uri="{FF2B5EF4-FFF2-40B4-BE49-F238E27FC236}">
                <a16:creationId xmlns:a16="http://schemas.microsoft.com/office/drawing/2014/main" id="{D3661AE1-4A0C-EA44-F57E-59E8513A4EF1}"/>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587374" y="6450649"/>
            <a:ext cx="1440000" cy="201908"/>
          </a:xfrm>
          <a:prstGeom prst="rect">
            <a:avLst/>
          </a:prstGeom>
        </p:spPr>
      </p:pic>
      <p:sp>
        <p:nvSpPr>
          <p:cNvPr id="10" name="Text Placeholder 4">
            <a:extLst>
              <a:ext uri="{FF2B5EF4-FFF2-40B4-BE49-F238E27FC236}">
                <a16:creationId xmlns:a16="http://schemas.microsoft.com/office/drawing/2014/main" id="{1369575A-5FEC-0842-B5F0-9082CD23A7F9}"/>
              </a:ext>
            </a:extLst>
          </p:cNvPr>
          <p:cNvSpPr>
            <a:spLocks noGrp="1"/>
          </p:cNvSpPr>
          <p:nvPr>
            <p:ph type="body" sz="quarter" idx="13" hasCustomPrompt="1"/>
          </p:nvPr>
        </p:nvSpPr>
        <p:spPr>
          <a:xfrm>
            <a:off x="-467020" y="1017587"/>
            <a:ext cx="6455072" cy="5148263"/>
          </a:xfrm>
        </p:spPr>
        <p:txBody>
          <a:bodyPr wrap="none"/>
          <a:lstStyle>
            <a:lvl1pPr algn="l">
              <a:lnSpc>
                <a:spcPct val="85000"/>
              </a:lnSpc>
              <a:spcBef>
                <a:spcPts val="0"/>
              </a:spcBef>
              <a:spcAft>
                <a:spcPts val="0"/>
              </a:spcAft>
              <a:defRPr sz="41000" b="1" i="0" spc="-2000" baseline="0">
                <a:solidFill>
                  <a:schemeClr val="bg1"/>
                </a:solidFill>
                <a:latin typeface="+mn-lt"/>
              </a:defRPr>
            </a:lvl1pPr>
          </a:lstStyle>
          <a:p>
            <a:pPr lvl="0"/>
            <a:r>
              <a:rPr lang="en-US" dirty="0"/>
              <a:t>0</a:t>
            </a:r>
          </a:p>
        </p:txBody>
      </p:sp>
    </p:spTree>
    <p:extLst>
      <p:ext uri="{BB962C8B-B14F-4D97-AF65-F5344CB8AC3E}">
        <p14:creationId xmlns:p14="http://schemas.microsoft.com/office/powerpoint/2010/main" val="35191711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Header White">
    <p:bg>
      <p:bgPr>
        <a:solidFill>
          <a:schemeClr val="bg1"/>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3358ECF-DFA6-2924-C5A7-FB87339D613C}"/>
              </a:ext>
            </a:extLst>
          </p:cNvPr>
          <p:cNvSpPr>
            <a:spLocks noGrp="1"/>
          </p:cNvSpPr>
          <p:nvPr>
            <p:ph type="title" hasCustomPrompt="1"/>
          </p:nvPr>
        </p:nvSpPr>
        <p:spPr>
          <a:xfrm>
            <a:off x="6203949" y="1952625"/>
            <a:ext cx="5400675" cy="1871663"/>
          </a:xfrm>
        </p:spPr>
        <p:txBody>
          <a:bodyPr bIns="252000" anchor="b"/>
          <a:lstStyle>
            <a:lvl1pPr>
              <a:defRPr sz="5500">
                <a:solidFill>
                  <a:schemeClr val="tx2"/>
                </a:solidFill>
              </a:defRPr>
            </a:lvl1pPr>
          </a:lstStyle>
          <a:p>
            <a:r>
              <a:rPr lang="de-DE" dirty="0"/>
              <a:t>[Chapter Title]</a:t>
            </a:r>
          </a:p>
        </p:txBody>
      </p:sp>
      <p:sp>
        <p:nvSpPr>
          <p:cNvPr id="3" name="Textplatzhalter 2">
            <a:extLst>
              <a:ext uri="{FF2B5EF4-FFF2-40B4-BE49-F238E27FC236}">
                <a16:creationId xmlns:a16="http://schemas.microsoft.com/office/drawing/2014/main" id="{08489595-C6ED-C2C5-12F9-253F5C64296A}"/>
              </a:ext>
            </a:extLst>
          </p:cNvPr>
          <p:cNvSpPr>
            <a:spLocks noGrp="1"/>
          </p:cNvSpPr>
          <p:nvPr>
            <p:ph type="body" idx="1" hasCustomPrompt="1"/>
          </p:nvPr>
        </p:nvSpPr>
        <p:spPr>
          <a:xfrm>
            <a:off x="6203948" y="3824288"/>
            <a:ext cx="5400675" cy="2341561"/>
          </a:xfrm>
        </p:spPr>
        <p:txBody>
          <a:bodyPr/>
          <a:lstStyle>
            <a:lvl1pPr marL="0" indent="0">
              <a:spcAft>
                <a:spcPts val="0"/>
              </a:spcAft>
              <a:buNone/>
              <a:defRPr sz="2000">
                <a:solidFill>
                  <a:schemeClr val="tx2"/>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de-DE" dirty="0"/>
              <a:t>[Chapter </a:t>
            </a:r>
            <a:r>
              <a:rPr lang="de-DE" dirty="0" err="1"/>
              <a:t>Subtitle</a:t>
            </a:r>
            <a:r>
              <a:rPr lang="de-DE" dirty="0"/>
              <a:t>]</a:t>
            </a:r>
          </a:p>
        </p:txBody>
      </p:sp>
      <p:pic>
        <p:nvPicPr>
          <p:cNvPr id="9" name="Grafik 8">
            <a:extLst>
              <a:ext uri="{FF2B5EF4-FFF2-40B4-BE49-F238E27FC236}">
                <a16:creationId xmlns:a16="http://schemas.microsoft.com/office/drawing/2014/main" id="{D3661AE1-4A0C-EA44-F57E-59E8513A4EF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587374" y="6450649"/>
            <a:ext cx="1440000" cy="201908"/>
          </a:xfrm>
          <a:prstGeom prst="rect">
            <a:avLst/>
          </a:prstGeom>
        </p:spPr>
      </p:pic>
      <p:sp>
        <p:nvSpPr>
          <p:cNvPr id="10" name="Text Placeholder 4">
            <a:extLst>
              <a:ext uri="{FF2B5EF4-FFF2-40B4-BE49-F238E27FC236}">
                <a16:creationId xmlns:a16="http://schemas.microsoft.com/office/drawing/2014/main" id="{1369575A-5FEC-0842-B5F0-9082CD23A7F9}"/>
              </a:ext>
            </a:extLst>
          </p:cNvPr>
          <p:cNvSpPr>
            <a:spLocks noGrp="1"/>
          </p:cNvSpPr>
          <p:nvPr>
            <p:ph type="body" sz="quarter" idx="13" hasCustomPrompt="1"/>
          </p:nvPr>
        </p:nvSpPr>
        <p:spPr>
          <a:xfrm>
            <a:off x="-467020" y="1022952"/>
            <a:ext cx="6455072" cy="5148263"/>
          </a:xfrm>
        </p:spPr>
        <p:txBody>
          <a:bodyPr wrap="none"/>
          <a:lstStyle>
            <a:lvl1pPr algn="l">
              <a:lnSpc>
                <a:spcPct val="85000"/>
              </a:lnSpc>
              <a:spcBef>
                <a:spcPts val="0"/>
              </a:spcBef>
              <a:spcAft>
                <a:spcPts val="0"/>
              </a:spcAft>
              <a:defRPr sz="41000" b="1" i="0" spc="-2000" baseline="0">
                <a:solidFill>
                  <a:schemeClr val="tx2"/>
                </a:solidFill>
                <a:latin typeface="+mn-lt"/>
              </a:defRPr>
            </a:lvl1pPr>
          </a:lstStyle>
          <a:p>
            <a:pPr lvl="0"/>
            <a:r>
              <a:rPr lang="en-US" dirty="0"/>
              <a:t>0</a:t>
            </a:r>
          </a:p>
        </p:txBody>
      </p:sp>
      <p:pic>
        <p:nvPicPr>
          <p:cNvPr id="7" name="Grafik 6">
            <a:extLst>
              <a:ext uri="{FF2B5EF4-FFF2-40B4-BE49-F238E27FC236}">
                <a16:creationId xmlns:a16="http://schemas.microsoft.com/office/drawing/2014/main" id="{D0A69855-006D-0423-7366-B603159AC69D}"/>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87374" y="6450649"/>
            <a:ext cx="1440000" cy="201909"/>
          </a:xfrm>
          <a:prstGeom prst="rect">
            <a:avLst/>
          </a:prstGeom>
        </p:spPr>
      </p:pic>
      <p:sp>
        <p:nvSpPr>
          <p:cNvPr id="11" name="Datumsplatzhalter 10">
            <a:extLst>
              <a:ext uri="{FF2B5EF4-FFF2-40B4-BE49-F238E27FC236}">
                <a16:creationId xmlns:a16="http://schemas.microsoft.com/office/drawing/2014/main" id="{4D115837-E252-200F-719C-54EE72725C34}"/>
              </a:ext>
            </a:extLst>
          </p:cNvPr>
          <p:cNvSpPr>
            <a:spLocks noGrp="1"/>
          </p:cNvSpPr>
          <p:nvPr>
            <p:ph type="dt" sz="half" idx="14"/>
          </p:nvPr>
        </p:nvSpPr>
        <p:spPr/>
        <p:txBody>
          <a:bodyPr/>
          <a:lstStyle/>
          <a:p>
            <a:fld id="{F5558583-7EF2-4E4D-A14E-649336CF694C}" type="datetime1">
              <a:rPr lang="de-DE" smtClean="0"/>
              <a:t>05.02.25</a:t>
            </a:fld>
            <a:endParaRPr lang="de-DE" dirty="0"/>
          </a:p>
        </p:txBody>
      </p:sp>
      <p:sp>
        <p:nvSpPr>
          <p:cNvPr id="12" name="Fußzeilenplatzhalter 11">
            <a:extLst>
              <a:ext uri="{FF2B5EF4-FFF2-40B4-BE49-F238E27FC236}">
                <a16:creationId xmlns:a16="http://schemas.microsoft.com/office/drawing/2014/main" id="{1A2C0829-0E7F-C9DF-72FD-89BF82B1767F}"/>
              </a:ext>
            </a:extLst>
          </p:cNvPr>
          <p:cNvSpPr>
            <a:spLocks noGrp="1"/>
          </p:cNvSpPr>
          <p:nvPr>
            <p:ph type="ftr" sz="quarter" idx="15"/>
          </p:nvPr>
        </p:nvSpPr>
        <p:spPr/>
        <p:txBody>
          <a:bodyPr/>
          <a:lstStyle/>
          <a:p>
            <a:r>
              <a:rPr lang="de-DE"/>
              <a:t>Restricted</a:t>
            </a:r>
            <a:endParaRPr lang="de-DE" dirty="0"/>
          </a:p>
        </p:txBody>
      </p:sp>
      <p:sp>
        <p:nvSpPr>
          <p:cNvPr id="13" name="Foliennummernplatzhalter 12">
            <a:extLst>
              <a:ext uri="{FF2B5EF4-FFF2-40B4-BE49-F238E27FC236}">
                <a16:creationId xmlns:a16="http://schemas.microsoft.com/office/drawing/2014/main" id="{6CAF97D3-A2AD-C16A-2C4A-E2D05EB63423}"/>
              </a:ext>
            </a:extLst>
          </p:cNvPr>
          <p:cNvSpPr>
            <a:spLocks noGrp="1"/>
          </p:cNvSpPr>
          <p:nvPr>
            <p:ph type="sldNum" sz="quarter" idx="16"/>
          </p:nvPr>
        </p:nvSpPr>
        <p:spPr/>
        <p:txBody>
          <a:bodyPr/>
          <a:lstStyle/>
          <a:p>
            <a:fld id="{67CD7502-7F22-405E-8273-ECAD6156DDA0}" type="slidenum">
              <a:rPr lang="de-DE" smtClean="0"/>
              <a:pPr/>
              <a:t>‹#›</a:t>
            </a:fld>
            <a:endParaRPr lang="de-DE" dirty="0"/>
          </a:p>
        </p:txBody>
      </p:sp>
      <p:pic>
        <p:nvPicPr>
          <p:cNvPr id="4" name="Picture 9">
            <a:extLst>
              <a:ext uri="{FF2B5EF4-FFF2-40B4-BE49-F238E27FC236}">
                <a16:creationId xmlns:a16="http://schemas.microsoft.com/office/drawing/2014/main" id="{04CC3380-FA18-0731-5108-D9B8B85866CB}"/>
              </a:ext>
            </a:extLst>
          </p:cNvPr>
          <p:cNvPicPr>
            <a:picLocks noChangeAspect="1"/>
          </p:cNvPicPr>
          <p:nvPr userDrawn="1"/>
        </p:nvPicPr>
        <p:blipFill>
          <a:blip r:embed="rId4"/>
          <a:stretch>
            <a:fillRect/>
          </a:stretch>
        </p:blipFill>
        <p:spPr>
          <a:xfrm>
            <a:off x="11100625" y="0"/>
            <a:ext cx="1008000" cy="977526"/>
          </a:xfrm>
          <a:prstGeom prst="rect">
            <a:avLst/>
          </a:prstGeom>
        </p:spPr>
      </p:pic>
    </p:spTree>
    <p:extLst>
      <p:ext uri="{BB962C8B-B14F-4D97-AF65-F5344CB8AC3E}">
        <p14:creationId xmlns:p14="http://schemas.microsoft.com/office/powerpoint/2010/main" val="23958984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Intermediate Header Blue">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3358ECF-DFA6-2924-C5A7-FB87339D613C}"/>
              </a:ext>
            </a:extLst>
          </p:cNvPr>
          <p:cNvSpPr>
            <a:spLocks noGrp="1"/>
          </p:cNvSpPr>
          <p:nvPr>
            <p:ph type="title" hasCustomPrompt="1"/>
          </p:nvPr>
        </p:nvSpPr>
        <p:spPr>
          <a:xfrm>
            <a:off x="587375" y="1952625"/>
            <a:ext cx="8208963" cy="1871663"/>
          </a:xfrm>
        </p:spPr>
        <p:txBody>
          <a:bodyPr bIns="270000" anchor="b"/>
          <a:lstStyle>
            <a:lvl1pPr>
              <a:defRPr sz="4800">
                <a:solidFill>
                  <a:schemeClr val="bg1"/>
                </a:solidFill>
              </a:defRPr>
            </a:lvl1pPr>
          </a:lstStyle>
          <a:p>
            <a:r>
              <a:rPr lang="de-DE" dirty="0"/>
              <a:t>[Chapter Title]</a:t>
            </a:r>
          </a:p>
        </p:txBody>
      </p:sp>
      <p:sp>
        <p:nvSpPr>
          <p:cNvPr id="3" name="Textplatzhalter 2">
            <a:extLst>
              <a:ext uri="{FF2B5EF4-FFF2-40B4-BE49-F238E27FC236}">
                <a16:creationId xmlns:a16="http://schemas.microsoft.com/office/drawing/2014/main" id="{08489595-C6ED-C2C5-12F9-253F5C64296A}"/>
              </a:ext>
            </a:extLst>
          </p:cNvPr>
          <p:cNvSpPr>
            <a:spLocks noGrp="1"/>
          </p:cNvSpPr>
          <p:nvPr>
            <p:ph type="body" idx="1" hasCustomPrompt="1"/>
          </p:nvPr>
        </p:nvSpPr>
        <p:spPr>
          <a:xfrm>
            <a:off x="587374" y="3824288"/>
            <a:ext cx="7272339" cy="2341561"/>
          </a:xfrm>
        </p:spPr>
        <p:txBody>
          <a:bodyPr/>
          <a:lstStyle>
            <a:lvl1pPr marL="0" indent="0">
              <a:spcAft>
                <a:spcPts val="0"/>
              </a:spcAft>
              <a:buNone/>
              <a:defRPr sz="2000">
                <a:solidFill>
                  <a:schemeClr val="bg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de-DE" dirty="0"/>
              <a:t>[Chapter </a:t>
            </a:r>
            <a:r>
              <a:rPr lang="de-DE" dirty="0" err="1"/>
              <a:t>Subtitle</a:t>
            </a:r>
            <a:r>
              <a:rPr lang="de-DE" dirty="0"/>
              <a:t>]</a:t>
            </a:r>
          </a:p>
        </p:txBody>
      </p:sp>
      <p:sp>
        <p:nvSpPr>
          <p:cNvPr id="4" name="Datumsplatzhalter 3">
            <a:extLst>
              <a:ext uri="{FF2B5EF4-FFF2-40B4-BE49-F238E27FC236}">
                <a16:creationId xmlns:a16="http://schemas.microsoft.com/office/drawing/2014/main" id="{1DF58A9C-00C2-0A16-3813-8D270489D505}"/>
              </a:ext>
            </a:extLst>
          </p:cNvPr>
          <p:cNvSpPr>
            <a:spLocks noGrp="1"/>
          </p:cNvSpPr>
          <p:nvPr>
            <p:ph type="dt" sz="half" idx="10"/>
          </p:nvPr>
        </p:nvSpPr>
        <p:spPr/>
        <p:txBody>
          <a:bodyPr/>
          <a:lstStyle/>
          <a:p>
            <a:fld id="{7710ED1B-B74D-4D43-919A-F8C4F0DC3A41}" type="datetime1">
              <a:rPr lang="de-DE" smtClean="0"/>
              <a:t>05.02.25</a:t>
            </a:fld>
            <a:endParaRPr lang="de-DE"/>
          </a:p>
        </p:txBody>
      </p:sp>
      <p:sp>
        <p:nvSpPr>
          <p:cNvPr id="5" name="Fußzeilenplatzhalter 4">
            <a:extLst>
              <a:ext uri="{FF2B5EF4-FFF2-40B4-BE49-F238E27FC236}">
                <a16:creationId xmlns:a16="http://schemas.microsoft.com/office/drawing/2014/main" id="{B1F8CD38-BB7F-85B4-8F73-7BE394E956F1}"/>
              </a:ext>
            </a:extLst>
          </p:cNvPr>
          <p:cNvSpPr>
            <a:spLocks noGrp="1"/>
          </p:cNvSpPr>
          <p:nvPr>
            <p:ph type="ftr" sz="quarter" idx="11"/>
          </p:nvPr>
        </p:nvSpPr>
        <p:spPr/>
        <p:txBody>
          <a:bodyPr/>
          <a:lstStyle>
            <a:lvl1pPr>
              <a:defRPr>
                <a:solidFill>
                  <a:schemeClr val="bg1"/>
                </a:solidFill>
              </a:defRPr>
            </a:lvl1pPr>
          </a:lstStyle>
          <a:p>
            <a:r>
              <a:rPr lang="de-DE"/>
              <a:t>Restricted</a:t>
            </a:r>
            <a:endParaRPr lang="de-DE" dirty="0"/>
          </a:p>
        </p:txBody>
      </p:sp>
      <p:sp>
        <p:nvSpPr>
          <p:cNvPr id="6" name="Foliennummernplatzhalter 5">
            <a:extLst>
              <a:ext uri="{FF2B5EF4-FFF2-40B4-BE49-F238E27FC236}">
                <a16:creationId xmlns:a16="http://schemas.microsoft.com/office/drawing/2014/main" id="{33FF5BA9-EB95-834E-C088-057D15EB78FF}"/>
              </a:ext>
            </a:extLst>
          </p:cNvPr>
          <p:cNvSpPr>
            <a:spLocks noGrp="1"/>
          </p:cNvSpPr>
          <p:nvPr>
            <p:ph type="sldNum" sz="quarter" idx="12"/>
          </p:nvPr>
        </p:nvSpPr>
        <p:spPr/>
        <p:txBody>
          <a:bodyPr/>
          <a:lstStyle>
            <a:lvl1pPr>
              <a:defRPr>
                <a:solidFill>
                  <a:schemeClr val="bg1"/>
                </a:solidFill>
              </a:defRPr>
            </a:lvl1pPr>
          </a:lstStyle>
          <a:p>
            <a:fld id="{67CD7502-7F22-405E-8273-ECAD6156DDA0}" type="slidenum">
              <a:rPr lang="de-DE" smtClean="0"/>
              <a:pPr/>
              <a:t>‹#›</a:t>
            </a:fld>
            <a:endParaRPr lang="de-DE"/>
          </a:p>
        </p:txBody>
      </p:sp>
      <p:pic>
        <p:nvPicPr>
          <p:cNvPr id="8" name="Picture 9">
            <a:extLst>
              <a:ext uri="{FF2B5EF4-FFF2-40B4-BE49-F238E27FC236}">
                <a16:creationId xmlns:a16="http://schemas.microsoft.com/office/drawing/2014/main" id="{838DABF6-AE32-E11D-8B7B-F610DE3AF91B}"/>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1100625" y="98"/>
            <a:ext cx="1008000" cy="977330"/>
          </a:xfrm>
          <a:prstGeom prst="rect">
            <a:avLst/>
          </a:prstGeom>
        </p:spPr>
      </p:pic>
      <p:pic>
        <p:nvPicPr>
          <p:cNvPr id="9" name="Grafik 8">
            <a:extLst>
              <a:ext uri="{FF2B5EF4-FFF2-40B4-BE49-F238E27FC236}">
                <a16:creationId xmlns:a16="http://schemas.microsoft.com/office/drawing/2014/main" id="{D3661AE1-4A0C-EA44-F57E-59E8513A4EF1}"/>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587374" y="6450649"/>
            <a:ext cx="1440000" cy="201908"/>
          </a:xfrm>
          <a:prstGeom prst="rect">
            <a:avLst/>
          </a:prstGeom>
        </p:spPr>
      </p:pic>
    </p:spTree>
    <p:extLst>
      <p:ext uri="{BB962C8B-B14F-4D97-AF65-F5344CB8AC3E}">
        <p14:creationId xmlns:p14="http://schemas.microsoft.com/office/powerpoint/2010/main" val="663237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Intermediate Header White">
    <p:bg>
      <p:bgPr>
        <a:solidFill>
          <a:schemeClr val="bg1"/>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3358ECF-DFA6-2924-C5A7-FB87339D613C}"/>
              </a:ext>
            </a:extLst>
          </p:cNvPr>
          <p:cNvSpPr>
            <a:spLocks noGrp="1"/>
          </p:cNvSpPr>
          <p:nvPr>
            <p:ph type="title" hasCustomPrompt="1"/>
          </p:nvPr>
        </p:nvSpPr>
        <p:spPr>
          <a:xfrm>
            <a:off x="587375" y="1952625"/>
            <a:ext cx="8208963" cy="1871663"/>
          </a:xfrm>
        </p:spPr>
        <p:txBody>
          <a:bodyPr bIns="270000" anchor="b"/>
          <a:lstStyle>
            <a:lvl1pPr>
              <a:defRPr sz="4800">
                <a:solidFill>
                  <a:schemeClr val="tx2"/>
                </a:solidFill>
              </a:defRPr>
            </a:lvl1pPr>
          </a:lstStyle>
          <a:p>
            <a:r>
              <a:rPr lang="de-DE" dirty="0"/>
              <a:t>[Chapter Title]</a:t>
            </a:r>
          </a:p>
        </p:txBody>
      </p:sp>
      <p:sp>
        <p:nvSpPr>
          <p:cNvPr id="3" name="Textplatzhalter 2">
            <a:extLst>
              <a:ext uri="{FF2B5EF4-FFF2-40B4-BE49-F238E27FC236}">
                <a16:creationId xmlns:a16="http://schemas.microsoft.com/office/drawing/2014/main" id="{08489595-C6ED-C2C5-12F9-253F5C64296A}"/>
              </a:ext>
            </a:extLst>
          </p:cNvPr>
          <p:cNvSpPr>
            <a:spLocks noGrp="1"/>
          </p:cNvSpPr>
          <p:nvPr>
            <p:ph type="body" idx="1" hasCustomPrompt="1"/>
          </p:nvPr>
        </p:nvSpPr>
        <p:spPr>
          <a:xfrm>
            <a:off x="587374" y="3824288"/>
            <a:ext cx="7272339" cy="2341561"/>
          </a:xfrm>
        </p:spPr>
        <p:txBody>
          <a:bodyPr/>
          <a:lstStyle>
            <a:lvl1pPr marL="0" indent="0">
              <a:spcAft>
                <a:spcPts val="0"/>
              </a:spcAft>
              <a:buNone/>
              <a:defRPr sz="2000">
                <a:solidFill>
                  <a:schemeClr val="tx2"/>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de-DE" dirty="0"/>
              <a:t>[Chapter </a:t>
            </a:r>
            <a:r>
              <a:rPr lang="de-DE" dirty="0" err="1"/>
              <a:t>Subtitle</a:t>
            </a:r>
            <a:r>
              <a:rPr lang="de-DE" dirty="0"/>
              <a:t>]</a:t>
            </a:r>
          </a:p>
        </p:txBody>
      </p:sp>
      <p:pic>
        <p:nvPicPr>
          <p:cNvPr id="9" name="Grafik 8">
            <a:extLst>
              <a:ext uri="{FF2B5EF4-FFF2-40B4-BE49-F238E27FC236}">
                <a16:creationId xmlns:a16="http://schemas.microsoft.com/office/drawing/2014/main" id="{D3661AE1-4A0C-EA44-F57E-59E8513A4EF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587374" y="6450649"/>
            <a:ext cx="1440000" cy="201908"/>
          </a:xfrm>
          <a:prstGeom prst="rect">
            <a:avLst/>
          </a:prstGeom>
        </p:spPr>
      </p:pic>
      <p:pic>
        <p:nvPicPr>
          <p:cNvPr id="7" name="Grafik 6">
            <a:extLst>
              <a:ext uri="{FF2B5EF4-FFF2-40B4-BE49-F238E27FC236}">
                <a16:creationId xmlns:a16="http://schemas.microsoft.com/office/drawing/2014/main" id="{D0A69855-006D-0423-7366-B603159AC69D}"/>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87374" y="6450649"/>
            <a:ext cx="1440000" cy="201909"/>
          </a:xfrm>
          <a:prstGeom prst="rect">
            <a:avLst/>
          </a:prstGeom>
        </p:spPr>
      </p:pic>
      <p:sp>
        <p:nvSpPr>
          <p:cNvPr id="11" name="Datumsplatzhalter 10">
            <a:extLst>
              <a:ext uri="{FF2B5EF4-FFF2-40B4-BE49-F238E27FC236}">
                <a16:creationId xmlns:a16="http://schemas.microsoft.com/office/drawing/2014/main" id="{4D115837-E252-200F-719C-54EE72725C34}"/>
              </a:ext>
            </a:extLst>
          </p:cNvPr>
          <p:cNvSpPr>
            <a:spLocks noGrp="1"/>
          </p:cNvSpPr>
          <p:nvPr>
            <p:ph type="dt" sz="half" idx="14"/>
          </p:nvPr>
        </p:nvSpPr>
        <p:spPr/>
        <p:txBody>
          <a:bodyPr/>
          <a:lstStyle/>
          <a:p>
            <a:fld id="{81B5F59F-26AB-45D9-8FDE-E81A9628B6BD}" type="datetime1">
              <a:rPr lang="de-DE" smtClean="0"/>
              <a:t>05.02.25</a:t>
            </a:fld>
            <a:endParaRPr lang="de-DE" dirty="0"/>
          </a:p>
        </p:txBody>
      </p:sp>
      <p:sp>
        <p:nvSpPr>
          <p:cNvPr id="12" name="Fußzeilenplatzhalter 11">
            <a:extLst>
              <a:ext uri="{FF2B5EF4-FFF2-40B4-BE49-F238E27FC236}">
                <a16:creationId xmlns:a16="http://schemas.microsoft.com/office/drawing/2014/main" id="{1A2C0829-0E7F-C9DF-72FD-89BF82B1767F}"/>
              </a:ext>
            </a:extLst>
          </p:cNvPr>
          <p:cNvSpPr>
            <a:spLocks noGrp="1"/>
          </p:cNvSpPr>
          <p:nvPr>
            <p:ph type="ftr" sz="quarter" idx="15"/>
          </p:nvPr>
        </p:nvSpPr>
        <p:spPr/>
        <p:txBody>
          <a:bodyPr/>
          <a:lstStyle/>
          <a:p>
            <a:r>
              <a:rPr lang="de-DE"/>
              <a:t>Restricted</a:t>
            </a:r>
            <a:endParaRPr lang="de-DE" dirty="0"/>
          </a:p>
        </p:txBody>
      </p:sp>
      <p:sp>
        <p:nvSpPr>
          <p:cNvPr id="13" name="Foliennummernplatzhalter 12">
            <a:extLst>
              <a:ext uri="{FF2B5EF4-FFF2-40B4-BE49-F238E27FC236}">
                <a16:creationId xmlns:a16="http://schemas.microsoft.com/office/drawing/2014/main" id="{6CAF97D3-A2AD-C16A-2C4A-E2D05EB63423}"/>
              </a:ext>
            </a:extLst>
          </p:cNvPr>
          <p:cNvSpPr>
            <a:spLocks noGrp="1"/>
          </p:cNvSpPr>
          <p:nvPr>
            <p:ph type="sldNum" sz="quarter" idx="16"/>
          </p:nvPr>
        </p:nvSpPr>
        <p:spPr/>
        <p:txBody>
          <a:bodyPr/>
          <a:lstStyle/>
          <a:p>
            <a:fld id="{67CD7502-7F22-405E-8273-ECAD6156DDA0}" type="slidenum">
              <a:rPr lang="de-DE" smtClean="0"/>
              <a:pPr/>
              <a:t>‹#›</a:t>
            </a:fld>
            <a:endParaRPr lang="de-DE" dirty="0"/>
          </a:p>
        </p:txBody>
      </p:sp>
      <p:pic>
        <p:nvPicPr>
          <p:cNvPr id="4" name="Picture 9">
            <a:extLst>
              <a:ext uri="{FF2B5EF4-FFF2-40B4-BE49-F238E27FC236}">
                <a16:creationId xmlns:a16="http://schemas.microsoft.com/office/drawing/2014/main" id="{04CC3380-FA18-0731-5108-D9B8B85866CB}"/>
              </a:ext>
            </a:extLst>
          </p:cNvPr>
          <p:cNvPicPr>
            <a:picLocks noChangeAspect="1"/>
          </p:cNvPicPr>
          <p:nvPr userDrawn="1"/>
        </p:nvPicPr>
        <p:blipFill>
          <a:blip r:embed="rId4"/>
          <a:stretch>
            <a:fillRect/>
          </a:stretch>
        </p:blipFill>
        <p:spPr>
          <a:xfrm>
            <a:off x="11100625" y="0"/>
            <a:ext cx="1008000" cy="977526"/>
          </a:xfrm>
          <a:prstGeom prst="rect">
            <a:avLst/>
          </a:prstGeom>
        </p:spPr>
      </p:pic>
    </p:spTree>
    <p:extLst>
      <p:ext uri="{BB962C8B-B14F-4D97-AF65-F5344CB8AC3E}">
        <p14:creationId xmlns:p14="http://schemas.microsoft.com/office/powerpoint/2010/main" val="245594226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0E285A7-CD47-AED1-12FA-5AFDA12120B0}"/>
              </a:ext>
            </a:extLst>
          </p:cNvPr>
          <p:cNvSpPr>
            <a:spLocks noGrp="1"/>
          </p:cNvSpPr>
          <p:nvPr>
            <p:ph type="title" hasCustomPrompt="1"/>
          </p:nvPr>
        </p:nvSpPr>
        <p:spPr/>
        <p:txBody>
          <a:bodyPr/>
          <a:lstStyle>
            <a:lvl1pPr>
              <a:defRPr/>
            </a:lvl1pPr>
          </a:lstStyle>
          <a:p>
            <a:r>
              <a:rPr lang="de-DE" dirty="0"/>
              <a:t>[Slide title]</a:t>
            </a:r>
          </a:p>
        </p:txBody>
      </p:sp>
      <p:sp>
        <p:nvSpPr>
          <p:cNvPr id="3" name="Inhaltsplatzhalter 2">
            <a:extLst>
              <a:ext uri="{FF2B5EF4-FFF2-40B4-BE49-F238E27FC236}">
                <a16:creationId xmlns:a16="http://schemas.microsoft.com/office/drawing/2014/main" id="{F4DE9139-8797-C0FA-077A-2ADDF67464CF}"/>
              </a:ext>
            </a:extLst>
          </p:cNvPr>
          <p:cNvSpPr>
            <a:spLocks noGrp="1"/>
          </p:cNvSpPr>
          <p:nvPr>
            <p:ph idx="1" hasCustomPrompt="1"/>
          </p:nvPr>
        </p:nvSpPr>
        <p:spPr>
          <a:xfrm>
            <a:off x="587375" y="1484313"/>
            <a:ext cx="8208963" cy="4681537"/>
          </a:xfrm>
        </p:spPr>
        <p:txBody>
          <a:bodyPr/>
          <a:lstStyle>
            <a:lvl1pPr>
              <a:defRPr/>
            </a:lvl1pPr>
          </a:lstStyle>
          <a:p>
            <a:pPr lvl="0"/>
            <a:r>
              <a:rPr lang="de-DE" dirty="0"/>
              <a:t>[Copy </a:t>
            </a:r>
            <a:r>
              <a:rPr lang="de-DE" dirty="0" err="1"/>
              <a:t>text</a:t>
            </a:r>
            <a:r>
              <a:rPr lang="de-DE" dirty="0"/>
              <a:t> </a:t>
            </a:r>
            <a:r>
              <a:rPr lang="de-DE" dirty="0" err="1"/>
              <a:t>level</a:t>
            </a:r>
            <a:r>
              <a:rPr lang="de-DE" dirty="0"/>
              <a:t> 1, </a:t>
            </a:r>
            <a:r>
              <a:rPr lang="de-DE" dirty="0" err="1"/>
              <a:t>heading</a:t>
            </a:r>
            <a:r>
              <a:rPr lang="de-DE" dirty="0"/>
              <a:t> </a:t>
            </a:r>
            <a:r>
              <a:rPr lang="de-DE" dirty="0" err="1"/>
              <a:t>with</a:t>
            </a:r>
            <a:r>
              <a:rPr lang="de-DE" dirty="0"/>
              <a:t> </a:t>
            </a:r>
            <a:r>
              <a:rPr lang="de-DE" dirty="0" err="1"/>
              <a:t>level</a:t>
            </a:r>
            <a:r>
              <a:rPr lang="de-DE" dirty="0"/>
              <a:t> 2 and </a:t>
            </a:r>
            <a:r>
              <a:rPr lang="de-DE" dirty="0" err="1"/>
              <a:t>bullet</a:t>
            </a:r>
            <a:r>
              <a:rPr lang="de-DE" dirty="0"/>
              <a:t> </a:t>
            </a:r>
            <a:r>
              <a:rPr lang="de-DE" dirty="0" err="1"/>
              <a:t>points</a:t>
            </a:r>
            <a:r>
              <a:rPr lang="de-DE" dirty="0"/>
              <a:t> </a:t>
            </a:r>
            <a:r>
              <a:rPr lang="de-DE" dirty="0" err="1"/>
              <a:t>with</a:t>
            </a:r>
            <a:r>
              <a:rPr lang="de-DE" dirty="0"/>
              <a:t> </a:t>
            </a:r>
            <a:r>
              <a:rPr lang="de-DE" dirty="0" err="1"/>
              <a:t>level</a:t>
            </a:r>
            <a:r>
              <a:rPr lang="de-DE" dirty="0"/>
              <a:t> 3]</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Datumsplatzhalter 3">
            <a:extLst>
              <a:ext uri="{FF2B5EF4-FFF2-40B4-BE49-F238E27FC236}">
                <a16:creationId xmlns:a16="http://schemas.microsoft.com/office/drawing/2014/main" id="{B55D882F-D3F6-3E6B-BDCF-80EC5DFB3BEB}"/>
              </a:ext>
            </a:extLst>
          </p:cNvPr>
          <p:cNvSpPr>
            <a:spLocks noGrp="1"/>
          </p:cNvSpPr>
          <p:nvPr>
            <p:ph type="dt" sz="half" idx="10"/>
          </p:nvPr>
        </p:nvSpPr>
        <p:spPr/>
        <p:txBody>
          <a:bodyPr/>
          <a:lstStyle/>
          <a:p>
            <a:fld id="{D8CF7951-5087-4511-AE9B-F97DD45D8EE0}" type="datetime1">
              <a:rPr lang="de-DE" smtClean="0"/>
              <a:t>05.02.25</a:t>
            </a:fld>
            <a:endParaRPr lang="de-DE"/>
          </a:p>
        </p:txBody>
      </p:sp>
      <p:sp>
        <p:nvSpPr>
          <p:cNvPr id="5" name="Fußzeilenplatzhalter 4">
            <a:extLst>
              <a:ext uri="{FF2B5EF4-FFF2-40B4-BE49-F238E27FC236}">
                <a16:creationId xmlns:a16="http://schemas.microsoft.com/office/drawing/2014/main" id="{CBEDF076-44F9-A4F5-BD48-3CE9411B6140}"/>
              </a:ext>
            </a:extLst>
          </p:cNvPr>
          <p:cNvSpPr>
            <a:spLocks noGrp="1"/>
          </p:cNvSpPr>
          <p:nvPr>
            <p:ph type="ftr" sz="quarter" idx="11"/>
          </p:nvPr>
        </p:nvSpPr>
        <p:spPr/>
        <p:txBody>
          <a:bodyPr/>
          <a:lstStyle/>
          <a:p>
            <a:r>
              <a:rPr lang="de-DE"/>
              <a:t>Restricted</a:t>
            </a:r>
            <a:endParaRPr lang="de-DE" dirty="0"/>
          </a:p>
        </p:txBody>
      </p:sp>
      <p:sp>
        <p:nvSpPr>
          <p:cNvPr id="6" name="Foliennummernplatzhalter 5">
            <a:extLst>
              <a:ext uri="{FF2B5EF4-FFF2-40B4-BE49-F238E27FC236}">
                <a16:creationId xmlns:a16="http://schemas.microsoft.com/office/drawing/2014/main" id="{541D3232-2435-0ECC-D548-454E987BB2C9}"/>
              </a:ext>
            </a:extLst>
          </p:cNvPr>
          <p:cNvSpPr>
            <a:spLocks noGrp="1"/>
          </p:cNvSpPr>
          <p:nvPr>
            <p:ph type="sldNum" sz="quarter" idx="12"/>
          </p:nvPr>
        </p:nvSpPr>
        <p:spPr/>
        <p:txBody>
          <a:bodyPr/>
          <a:lstStyle/>
          <a:p>
            <a:fld id="{67CD7502-7F22-405E-8273-ECAD6156DDA0}" type="slidenum">
              <a:rPr lang="de-DE" smtClean="0"/>
              <a:t>‹#›</a:t>
            </a:fld>
            <a:endParaRPr lang="de-DE"/>
          </a:p>
        </p:txBody>
      </p:sp>
      <p:pic>
        <p:nvPicPr>
          <p:cNvPr id="10" name="Picture 9">
            <a:extLst>
              <a:ext uri="{FF2B5EF4-FFF2-40B4-BE49-F238E27FC236}">
                <a16:creationId xmlns:a16="http://schemas.microsoft.com/office/drawing/2014/main" id="{AB3F63E9-765D-898F-BBD2-778D4E5FCC6E}"/>
              </a:ext>
            </a:extLst>
          </p:cNvPr>
          <p:cNvPicPr>
            <a:picLocks noChangeAspect="1"/>
          </p:cNvPicPr>
          <p:nvPr userDrawn="1"/>
        </p:nvPicPr>
        <p:blipFill>
          <a:blip r:embed="rId2"/>
          <a:stretch>
            <a:fillRect/>
          </a:stretch>
        </p:blipFill>
        <p:spPr>
          <a:xfrm>
            <a:off x="11100625" y="0"/>
            <a:ext cx="1008000" cy="977526"/>
          </a:xfrm>
          <a:prstGeom prst="rect">
            <a:avLst/>
          </a:prstGeom>
        </p:spPr>
      </p:pic>
      <p:pic>
        <p:nvPicPr>
          <p:cNvPr id="11" name="Grafik 10">
            <a:extLst>
              <a:ext uri="{FF2B5EF4-FFF2-40B4-BE49-F238E27FC236}">
                <a16:creationId xmlns:a16="http://schemas.microsoft.com/office/drawing/2014/main" id="{03EE0DE3-1D63-94BF-16B7-AF979C110A6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87374" y="6450649"/>
            <a:ext cx="1440000" cy="201909"/>
          </a:xfrm>
          <a:prstGeom prst="rect">
            <a:avLst/>
          </a:prstGeom>
        </p:spPr>
      </p:pic>
      <p:sp>
        <p:nvSpPr>
          <p:cNvPr id="7" name="Text Placeholder 4">
            <a:extLst>
              <a:ext uri="{FF2B5EF4-FFF2-40B4-BE49-F238E27FC236}">
                <a16:creationId xmlns:a16="http://schemas.microsoft.com/office/drawing/2014/main" id="{DD8EA76C-AD79-9960-8383-490637482601}"/>
              </a:ext>
            </a:extLst>
          </p:cNvPr>
          <p:cNvSpPr>
            <a:spLocks noGrp="1"/>
          </p:cNvSpPr>
          <p:nvPr>
            <p:ph type="body" sz="quarter" idx="13" hasCustomPrompt="1"/>
          </p:nvPr>
        </p:nvSpPr>
        <p:spPr>
          <a:xfrm>
            <a:off x="587375" y="225425"/>
            <a:ext cx="10513249" cy="323850"/>
          </a:xfrm>
        </p:spPr>
        <p:txBody>
          <a:bodyPr/>
          <a:lstStyle>
            <a:lvl1pPr>
              <a:lnSpc>
                <a:spcPct val="90000"/>
              </a:lnSpc>
              <a:spcBef>
                <a:spcPts val="0"/>
              </a:spcBef>
              <a:defRPr sz="1300" b="1" kern="1000" cap="all" spc="100" baseline="0">
                <a:solidFill>
                  <a:schemeClr val="tx1"/>
                </a:solidFill>
              </a:defRPr>
            </a:lvl1pPr>
          </a:lstStyle>
          <a:p>
            <a:pPr lvl="0"/>
            <a:r>
              <a:rPr lang="en-US" dirty="0"/>
              <a:t>[Running header, optional]</a:t>
            </a:r>
            <a:endParaRPr lang="de-DE" dirty="0"/>
          </a:p>
        </p:txBody>
      </p:sp>
    </p:spTree>
    <p:extLst>
      <p:ext uri="{BB962C8B-B14F-4D97-AF65-F5344CB8AC3E}">
        <p14:creationId xmlns:p14="http://schemas.microsoft.com/office/powerpoint/2010/main" val="88606060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98FF540-C3EC-27EB-0CEB-B89AC80A0DAC}"/>
              </a:ext>
            </a:extLst>
          </p:cNvPr>
          <p:cNvSpPr>
            <a:spLocks noGrp="1"/>
          </p:cNvSpPr>
          <p:nvPr>
            <p:ph type="title" hasCustomPrompt="1"/>
          </p:nvPr>
        </p:nvSpPr>
        <p:spPr/>
        <p:txBody>
          <a:bodyPr/>
          <a:lstStyle/>
          <a:p>
            <a:r>
              <a:rPr lang="de-DE" dirty="0"/>
              <a:t>[Slide title]</a:t>
            </a:r>
          </a:p>
        </p:txBody>
      </p:sp>
      <p:sp>
        <p:nvSpPr>
          <p:cNvPr id="3" name="Inhaltsplatzhalter 2">
            <a:extLst>
              <a:ext uri="{FF2B5EF4-FFF2-40B4-BE49-F238E27FC236}">
                <a16:creationId xmlns:a16="http://schemas.microsoft.com/office/drawing/2014/main" id="{320849D3-78D0-7F02-E874-A1DA8D5915E4}"/>
              </a:ext>
            </a:extLst>
          </p:cNvPr>
          <p:cNvSpPr>
            <a:spLocks noGrp="1"/>
          </p:cNvSpPr>
          <p:nvPr>
            <p:ph sz="half" idx="1" hasCustomPrompt="1"/>
          </p:nvPr>
        </p:nvSpPr>
        <p:spPr>
          <a:xfrm>
            <a:off x="587376" y="1484313"/>
            <a:ext cx="5400674" cy="4692650"/>
          </a:xfrm>
        </p:spPr>
        <p:txBody>
          <a:bodyPr/>
          <a:lstStyle>
            <a:lvl1pPr>
              <a:defRPr/>
            </a:lvl1pPr>
          </a:lstStyle>
          <a:p>
            <a:pPr lvl="0"/>
            <a:r>
              <a:rPr lang="de-DE" dirty="0"/>
              <a:t>[Copy </a:t>
            </a:r>
            <a:r>
              <a:rPr lang="de-DE" dirty="0" err="1"/>
              <a:t>text</a:t>
            </a:r>
            <a:r>
              <a:rPr lang="de-DE" dirty="0"/>
              <a:t> </a:t>
            </a:r>
            <a:r>
              <a:rPr lang="de-DE" dirty="0" err="1"/>
              <a:t>level</a:t>
            </a:r>
            <a:r>
              <a:rPr lang="de-DE" dirty="0"/>
              <a:t> 1, </a:t>
            </a:r>
            <a:r>
              <a:rPr lang="de-DE" dirty="0" err="1"/>
              <a:t>heading</a:t>
            </a:r>
            <a:r>
              <a:rPr lang="de-DE" dirty="0"/>
              <a:t> </a:t>
            </a:r>
            <a:r>
              <a:rPr lang="de-DE" dirty="0" err="1"/>
              <a:t>with</a:t>
            </a:r>
            <a:r>
              <a:rPr lang="de-DE" dirty="0"/>
              <a:t> </a:t>
            </a:r>
            <a:r>
              <a:rPr lang="de-DE" dirty="0" err="1"/>
              <a:t>level</a:t>
            </a:r>
            <a:r>
              <a:rPr lang="de-DE" dirty="0"/>
              <a:t> 2 and </a:t>
            </a:r>
            <a:r>
              <a:rPr lang="de-DE" dirty="0" err="1"/>
              <a:t>bullet</a:t>
            </a:r>
            <a:r>
              <a:rPr lang="de-DE" dirty="0"/>
              <a:t> </a:t>
            </a:r>
            <a:r>
              <a:rPr lang="de-DE" dirty="0" err="1"/>
              <a:t>points</a:t>
            </a:r>
            <a:r>
              <a:rPr lang="de-DE" dirty="0"/>
              <a:t> </a:t>
            </a:r>
            <a:r>
              <a:rPr lang="de-DE" dirty="0" err="1"/>
              <a:t>with</a:t>
            </a:r>
            <a:r>
              <a:rPr lang="de-DE" dirty="0"/>
              <a:t> </a:t>
            </a:r>
            <a:r>
              <a:rPr lang="de-DE" dirty="0" err="1"/>
              <a:t>level</a:t>
            </a:r>
            <a:r>
              <a:rPr lang="de-DE" dirty="0"/>
              <a:t> 3]</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Inhaltsplatzhalter 3">
            <a:extLst>
              <a:ext uri="{FF2B5EF4-FFF2-40B4-BE49-F238E27FC236}">
                <a16:creationId xmlns:a16="http://schemas.microsoft.com/office/drawing/2014/main" id="{69BAC118-8A22-FB46-42E7-4B4BEB9C995A}"/>
              </a:ext>
            </a:extLst>
          </p:cNvPr>
          <p:cNvSpPr>
            <a:spLocks noGrp="1"/>
          </p:cNvSpPr>
          <p:nvPr>
            <p:ph sz="half" idx="2" hasCustomPrompt="1"/>
          </p:nvPr>
        </p:nvSpPr>
        <p:spPr>
          <a:xfrm>
            <a:off x="6203951" y="1484313"/>
            <a:ext cx="5400674" cy="4692650"/>
          </a:xfrm>
        </p:spPr>
        <p:txBody>
          <a:bodyPr/>
          <a:lstStyle/>
          <a:p>
            <a:pPr lvl="0"/>
            <a:r>
              <a:rPr lang="de-DE" dirty="0"/>
              <a:t>[Copy </a:t>
            </a:r>
            <a:r>
              <a:rPr lang="de-DE" dirty="0" err="1"/>
              <a:t>text</a:t>
            </a:r>
            <a:r>
              <a:rPr lang="de-DE" dirty="0"/>
              <a:t> </a:t>
            </a:r>
            <a:r>
              <a:rPr lang="de-DE" dirty="0" err="1"/>
              <a:t>level</a:t>
            </a:r>
            <a:r>
              <a:rPr lang="de-DE" dirty="0"/>
              <a:t> 1, </a:t>
            </a:r>
            <a:r>
              <a:rPr lang="de-DE" dirty="0" err="1"/>
              <a:t>heading</a:t>
            </a:r>
            <a:r>
              <a:rPr lang="de-DE" dirty="0"/>
              <a:t> </a:t>
            </a:r>
            <a:r>
              <a:rPr lang="de-DE" dirty="0" err="1"/>
              <a:t>with</a:t>
            </a:r>
            <a:r>
              <a:rPr lang="de-DE" dirty="0"/>
              <a:t> </a:t>
            </a:r>
            <a:r>
              <a:rPr lang="de-DE" dirty="0" err="1"/>
              <a:t>level</a:t>
            </a:r>
            <a:r>
              <a:rPr lang="de-DE" dirty="0"/>
              <a:t> 2 and </a:t>
            </a:r>
            <a:r>
              <a:rPr lang="de-DE" dirty="0" err="1"/>
              <a:t>bullet</a:t>
            </a:r>
            <a:r>
              <a:rPr lang="de-DE" dirty="0"/>
              <a:t> </a:t>
            </a:r>
            <a:r>
              <a:rPr lang="de-DE" dirty="0" err="1"/>
              <a:t>points</a:t>
            </a:r>
            <a:r>
              <a:rPr lang="de-DE" dirty="0"/>
              <a:t> </a:t>
            </a:r>
            <a:r>
              <a:rPr lang="de-DE" dirty="0" err="1"/>
              <a:t>with</a:t>
            </a:r>
            <a:r>
              <a:rPr lang="de-DE" dirty="0"/>
              <a:t> </a:t>
            </a:r>
            <a:r>
              <a:rPr lang="de-DE" dirty="0" err="1"/>
              <a:t>level</a:t>
            </a:r>
            <a:r>
              <a:rPr lang="de-DE" dirty="0"/>
              <a:t> 3]</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5" name="Datumsplatzhalter 4">
            <a:extLst>
              <a:ext uri="{FF2B5EF4-FFF2-40B4-BE49-F238E27FC236}">
                <a16:creationId xmlns:a16="http://schemas.microsoft.com/office/drawing/2014/main" id="{AE1C9EA3-4DA0-F4E9-A676-90EACDDFC851}"/>
              </a:ext>
            </a:extLst>
          </p:cNvPr>
          <p:cNvSpPr>
            <a:spLocks noGrp="1"/>
          </p:cNvSpPr>
          <p:nvPr>
            <p:ph type="dt" sz="half" idx="10"/>
          </p:nvPr>
        </p:nvSpPr>
        <p:spPr/>
        <p:txBody>
          <a:bodyPr/>
          <a:lstStyle/>
          <a:p>
            <a:fld id="{09B20DC2-351C-49D7-86DE-068DBE271B8E}" type="datetime1">
              <a:rPr lang="de-DE" smtClean="0"/>
              <a:t>05.02.25</a:t>
            </a:fld>
            <a:endParaRPr lang="de-DE"/>
          </a:p>
        </p:txBody>
      </p:sp>
      <p:sp>
        <p:nvSpPr>
          <p:cNvPr id="6" name="Fußzeilenplatzhalter 5">
            <a:extLst>
              <a:ext uri="{FF2B5EF4-FFF2-40B4-BE49-F238E27FC236}">
                <a16:creationId xmlns:a16="http://schemas.microsoft.com/office/drawing/2014/main" id="{02C75924-AA3F-0853-4EB5-3A1289628BFA}"/>
              </a:ext>
            </a:extLst>
          </p:cNvPr>
          <p:cNvSpPr>
            <a:spLocks noGrp="1"/>
          </p:cNvSpPr>
          <p:nvPr>
            <p:ph type="ftr" sz="quarter" idx="11"/>
          </p:nvPr>
        </p:nvSpPr>
        <p:spPr/>
        <p:txBody>
          <a:bodyPr/>
          <a:lstStyle/>
          <a:p>
            <a:r>
              <a:rPr lang="de-DE"/>
              <a:t>Restricted</a:t>
            </a:r>
          </a:p>
        </p:txBody>
      </p:sp>
      <p:sp>
        <p:nvSpPr>
          <p:cNvPr id="7" name="Foliennummernplatzhalter 6">
            <a:extLst>
              <a:ext uri="{FF2B5EF4-FFF2-40B4-BE49-F238E27FC236}">
                <a16:creationId xmlns:a16="http://schemas.microsoft.com/office/drawing/2014/main" id="{3D9DB0BC-E090-3098-FF0C-BCD242929BB7}"/>
              </a:ext>
            </a:extLst>
          </p:cNvPr>
          <p:cNvSpPr>
            <a:spLocks noGrp="1"/>
          </p:cNvSpPr>
          <p:nvPr>
            <p:ph type="sldNum" sz="quarter" idx="12"/>
          </p:nvPr>
        </p:nvSpPr>
        <p:spPr/>
        <p:txBody>
          <a:bodyPr/>
          <a:lstStyle/>
          <a:p>
            <a:fld id="{67CD7502-7F22-405E-8273-ECAD6156DDA0}" type="slidenum">
              <a:rPr lang="de-DE" smtClean="0"/>
              <a:t>‹#›</a:t>
            </a:fld>
            <a:endParaRPr lang="de-DE"/>
          </a:p>
        </p:txBody>
      </p:sp>
      <p:pic>
        <p:nvPicPr>
          <p:cNvPr id="8" name="Picture 9">
            <a:extLst>
              <a:ext uri="{FF2B5EF4-FFF2-40B4-BE49-F238E27FC236}">
                <a16:creationId xmlns:a16="http://schemas.microsoft.com/office/drawing/2014/main" id="{DB4011F1-5FF9-915B-2EF6-91D2C86ADC0F}"/>
              </a:ext>
            </a:extLst>
          </p:cNvPr>
          <p:cNvPicPr>
            <a:picLocks noChangeAspect="1"/>
          </p:cNvPicPr>
          <p:nvPr userDrawn="1"/>
        </p:nvPicPr>
        <p:blipFill>
          <a:blip r:embed="rId2"/>
          <a:stretch>
            <a:fillRect/>
          </a:stretch>
        </p:blipFill>
        <p:spPr>
          <a:xfrm>
            <a:off x="11100625" y="0"/>
            <a:ext cx="1008000" cy="977526"/>
          </a:xfrm>
          <a:prstGeom prst="rect">
            <a:avLst/>
          </a:prstGeom>
        </p:spPr>
      </p:pic>
      <p:pic>
        <p:nvPicPr>
          <p:cNvPr id="9" name="Grafik 8">
            <a:extLst>
              <a:ext uri="{FF2B5EF4-FFF2-40B4-BE49-F238E27FC236}">
                <a16:creationId xmlns:a16="http://schemas.microsoft.com/office/drawing/2014/main" id="{B066BBA7-20AC-0A13-8A7B-CFEE0CABDDA0}"/>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87374" y="6450649"/>
            <a:ext cx="1440000" cy="201909"/>
          </a:xfrm>
          <a:prstGeom prst="rect">
            <a:avLst/>
          </a:prstGeom>
        </p:spPr>
      </p:pic>
      <p:sp>
        <p:nvSpPr>
          <p:cNvPr id="10" name="Text Placeholder 4">
            <a:extLst>
              <a:ext uri="{FF2B5EF4-FFF2-40B4-BE49-F238E27FC236}">
                <a16:creationId xmlns:a16="http://schemas.microsoft.com/office/drawing/2014/main" id="{49D34709-DDC2-7078-9840-B269E1EEE645}"/>
              </a:ext>
            </a:extLst>
          </p:cNvPr>
          <p:cNvSpPr>
            <a:spLocks noGrp="1"/>
          </p:cNvSpPr>
          <p:nvPr>
            <p:ph type="body" sz="quarter" idx="13" hasCustomPrompt="1"/>
          </p:nvPr>
        </p:nvSpPr>
        <p:spPr>
          <a:xfrm>
            <a:off x="587375" y="225425"/>
            <a:ext cx="10513249" cy="323850"/>
          </a:xfrm>
        </p:spPr>
        <p:txBody>
          <a:bodyPr/>
          <a:lstStyle>
            <a:lvl1pPr>
              <a:lnSpc>
                <a:spcPct val="90000"/>
              </a:lnSpc>
              <a:spcBef>
                <a:spcPts val="0"/>
              </a:spcBef>
              <a:defRPr sz="1300" b="1" kern="1000" cap="all" spc="100" baseline="0">
                <a:solidFill>
                  <a:schemeClr val="tx1"/>
                </a:solidFill>
              </a:defRPr>
            </a:lvl1pPr>
          </a:lstStyle>
          <a:p>
            <a:pPr lvl="0"/>
            <a:r>
              <a:rPr lang="en-US" dirty="0"/>
              <a:t>[Running header, optional]</a:t>
            </a:r>
            <a:endParaRPr lang="de-DE" dirty="0"/>
          </a:p>
        </p:txBody>
      </p:sp>
    </p:spTree>
    <p:extLst>
      <p:ext uri="{BB962C8B-B14F-4D97-AF65-F5344CB8AC3E}">
        <p14:creationId xmlns:p14="http://schemas.microsoft.com/office/powerpoint/2010/main" val="95252092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wo Content 1:3">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98FF540-C3EC-27EB-0CEB-B89AC80A0DAC}"/>
              </a:ext>
            </a:extLst>
          </p:cNvPr>
          <p:cNvSpPr>
            <a:spLocks noGrp="1"/>
          </p:cNvSpPr>
          <p:nvPr>
            <p:ph type="title" hasCustomPrompt="1"/>
          </p:nvPr>
        </p:nvSpPr>
        <p:spPr/>
        <p:txBody>
          <a:bodyPr/>
          <a:lstStyle/>
          <a:p>
            <a:r>
              <a:rPr lang="de-DE" dirty="0"/>
              <a:t>[Slide title]</a:t>
            </a:r>
          </a:p>
        </p:txBody>
      </p:sp>
      <p:sp>
        <p:nvSpPr>
          <p:cNvPr id="3" name="Inhaltsplatzhalter 2">
            <a:extLst>
              <a:ext uri="{FF2B5EF4-FFF2-40B4-BE49-F238E27FC236}">
                <a16:creationId xmlns:a16="http://schemas.microsoft.com/office/drawing/2014/main" id="{320849D3-78D0-7F02-E874-A1DA8D5915E4}"/>
              </a:ext>
            </a:extLst>
          </p:cNvPr>
          <p:cNvSpPr>
            <a:spLocks noGrp="1"/>
          </p:cNvSpPr>
          <p:nvPr>
            <p:ph sz="half" idx="1" hasCustomPrompt="1"/>
          </p:nvPr>
        </p:nvSpPr>
        <p:spPr>
          <a:xfrm>
            <a:off x="587376" y="1484313"/>
            <a:ext cx="2592387" cy="4692650"/>
          </a:xfrm>
        </p:spPr>
        <p:txBody>
          <a:bodyPr/>
          <a:lstStyle/>
          <a:p>
            <a:pPr lvl="0"/>
            <a:r>
              <a:rPr lang="de-DE" dirty="0"/>
              <a:t>[Copy </a:t>
            </a:r>
            <a:r>
              <a:rPr lang="de-DE" dirty="0" err="1"/>
              <a:t>text</a:t>
            </a:r>
            <a:r>
              <a:rPr lang="de-DE" dirty="0"/>
              <a:t> </a:t>
            </a:r>
            <a:r>
              <a:rPr lang="de-DE" dirty="0" err="1"/>
              <a:t>level</a:t>
            </a:r>
            <a:r>
              <a:rPr lang="de-DE" dirty="0"/>
              <a:t> 1, </a:t>
            </a:r>
            <a:r>
              <a:rPr lang="de-DE" dirty="0" err="1"/>
              <a:t>heading</a:t>
            </a:r>
            <a:r>
              <a:rPr lang="de-DE" dirty="0"/>
              <a:t> </a:t>
            </a:r>
            <a:r>
              <a:rPr lang="de-DE" dirty="0" err="1"/>
              <a:t>with</a:t>
            </a:r>
            <a:r>
              <a:rPr lang="de-DE" dirty="0"/>
              <a:t> </a:t>
            </a:r>
            <a:r>
              <a:rPr lang="de-DE" dirty="0" err="1"/>
              <a:t>level</a:t>
            </a:r>
            <a:r>
              <a:rPr lang="de-DE" dirty="0"/>
              <a:t> 2 and </a:t>
            </a:r>
            <a:r>
              <a:rPr lang="de-DE" dirty="0" err="1"/>
              <a:t>bullet</a:t>
            </a:r>
            <a:r>
              <a:rPr lang="de-DE" dirty="0"/>
              <a:t> </a:t>
            </a:r>
            <a:r>
              <a:rPr lang="de-DE" dirty="0" err="1"/>
              <a:t>points</a:t>
            </a:r>
            <a:r>
              <a:rPr lang="de-DE" dirty="0"/>
              <a:t> </a:t>
            </a:r>
            <a:r>
              <a:rPr lang="de-DE" dirty="0" err="1"/>
              <a:t>with</a:t>
            </a:r>
            <a:r>
              <a:rPr lang="de-DE" dirty="0"/>
              <a:t> </a:t>
            </a:r>
            <a:r>
              <a:rPr lang="de-DE" dirty="0" err="1"/>
              <a:t>level</a:t>
            </a:r>
            <a:r>
              <a:rPr lang="de-DE" dirty="0"/>
              <a:t> 3]</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Inhaltsplatzhalter 3">
            <a:extLst>
              <a:ext uri="{FF2B5EF4-FFF2-40B4-BE49-F238E27FC236}">
                <a16:creationId xmlns:a16="http://schemas.microsoft.com/office/drawing/2014/main" id="{69BAC118-8A22-FB46-42E7-4B4BEB9C995A}"/>
              </a:ext>
            </a:extLst>
          </p:cNvPr>
          <p:cNvSpPr>
            <a:spLocks noGrp="1"/>
          </p:cNvSpPr>
          <p:nvPr>
            <p:ph sz="half" idx="2" hasCustomPrompt="1"/>
          </p:nvPr>
        </p:nvSpPr>
        <p:spPr>
          <a:xfrm>
            <a:off x="3395664" y="1484313"/>
            <a:ext cx="8208962" cy="4692650"/>
          </a:xfrm>
        </p:spPr>
        <p:txBody>
          <a:bodyPr/>
          <a:lstStyle/>
          <a:p>
            <a:pPr lvl="0"/>
            <a:r>
              <a:rPr lang="de-DE" dirty="0"/>
              <a:t>[Copy </a:t>
            </a:r>
            <a:r>
              <a:rPr lang="de-DE" dirty="0" err="1"/>
              <a:t>text</a:t>
            </a:r>
            <a:r>
              <a:rPr lang="de-DE" dirty="0"/>
              <a:t> </a:t>
            </a:r>
            <a:r>
              <a:rPr lang="de-DE" dirty="0" err="1"/>
              <a:t>level</a:t>
            </a:r>
            <a:r>
              <a:rPr lang="de-DE" dirty="0"/>
              <a:t> 1, </a:t>
            </a:r>
            <a:r>
              <a:rPr lang="de-DE" dirty="0" err="1"/>
              <a:t>heading</a:t>
            </a:r>
            <a:r>
              <a:rPr lang="de-DE" dirty="0"/>
              <a:t> </a:t>
            </a:r>
            <a:r>
              <a:rPr lang="de-DE" dirty="0" err="1"/>
              <a:t>with</a:t>
            </a:r>
            <a:r>
              <a:rPr lang="de-DE" dirty="0"/>
              <a:t> </a:t>
            </a:r>
            <a:r>
              <a:rPr lang="de-DE" dirty="0" err="1"/>
              <a:t>level</a:t>
            </a:r>
            <a:r>
              <a:rPr lang="de-DE" dirty="0"/>
              <a:t> 2 and </a:t>
            </a:r>
            <a:r>
              <a:rPr lang="de-DE" dirty="0" err="1"/>
              <a:t>bullet</a:t>
            </a:r>
            <a:r>
              <a:rPr lang="de-DE" dirty="0"/>
              <a:t> </a:t>
            </a:r>
            <a:r>
              <a:rPr lang="de-DE" dirty="0" err="1"/>
              <a:t>points</a:t>
            </a:r>
            <a:r>
              <a:rPr lang="de-DE" dirty="0"/>
              <a:t> </a:t>
            </a:r>
            <a:r>
              <a:rPr lang="de-DE" dirty="0" err="1"/>
              <a:t>with</a:t>
            </a:r>
            <a:r>
              <a:rPr lang="de-DE" dirty="0"/>
              <a:t> </a:t>
            </a:r>
            <a:r>
              <a:rPr lang="de-DE" dirty="0" err="1"/>
              <a:t>level</a:t>
            </a:r>
            <a:r>
              <a:rPr lang="de-DE" dirty="0"/>
              <a:t> 3]</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5" name="Datumsplatzhalter 4">
            <a:extLst>
              <a:ext uri="{FF2B5EF4-FFF2-40B4-BE49-F238E27FC236}">
                <a16:creationId xmlns:a16="http://schemas.microsoft.com/office/drawing/2014/main" id="{AE1C9EA3-4DA0-F4E9-A676-90EACDDFC851}"/>
              </a:ext>
            </a:extLst>
          </p:cNvPr>
          <p:cNvSpPr>
            <a:spLocks noGrp="1"/>
          </p:cNvSpPr>
          <p:nvPr>
            <p:ph type="dt" sz="half" idx="10"/>
          </p:nvPr>
        </p:nvSpPr>
        <p:spPr/>
        <p:txBody>
          <a:bodyPr/>
          <a:lstStyle/>
          <a:p>
            <a:fld id="{EE8F2B8D-2BDF-4E97-BDC6-6C06F77EEFCE}" type="datetime1">
              <a:rPr lang="de-DE" smtClean="0"/>
              <a:t>05.02.25</a:t>
            </a:fld>
            <a:endParaRPr lang="de-DE"/>
          </a:p>
        </p:txBody>
      </p:sp>
      <p:sp>
        <p:nvSpPr>
          <p:cNvPr id="6" name="Fußzeilenplatzhalter 5">
            <a:extLst>
              <a:ext uri="{FF2B5EF4-FFF2-40B4-BE49-F238E27FC236}">
                <a16:creationId xmlns:a16="http://schemas.microsoft.com/office/drawing/2014/main" id="{02C75924-AA3F-0853-4EB5-3A1289628BFA}"/>
              </a:ext>
            </a:extLst>
          </p:cNvPr>
          <p:cNvSpPr>
            <a:spLocks noGrp="1"/>
          </p:cNvSpPr>
          <p:nvPr>
            <p:ph type="ftr" sz="quarter" idx="11"/>
          </p:nvPr>
        </p:nvSpPr>
        <p:spPr/>
        <p:txBody>
          <a:bodyPr/>
          <a:lstStyle/>
          <a:p>
            <a:r>
              <a:rPr lang="de-DE"/>
              <a:t>Restricted</a:t>
            </a:r>
          </a:p>
        </p:txBody>
      </p:sp>
      <p:sp>
        <p:nvSpPr>
          <p:cNvPr id="7" name="Foliennummernplatzhalter 6">
            <a:extLst>
              <a:ext uri="{FF2B5EF4-FFF2-40B4-BE49-F238E27FC236}">
                <a16:creationId xmlns:a16="http://schemas.microsoft.com/office/drawing/2014/main" id="{3D9DB0BC-E090-3098-FF0C-BCD242929BB7}"/>
              </a:ext>
            </a:extLst>
          </p:cNvPr>
          <p:cNvSpPr>
            <a:spLocks noGrp="1"/>
          </p:cNvSpPr>
          <p:nvPr>
            <p:ph type="sldNum" sz="quarter" idx="12"/>
          </p:nvPr>
        </p:nvSpPr>
        <p:spPr/>
        <p:txBody>
          <a:bodyPr/>
          <a:lstStyle/>
          <a:p>
            <a:fld id="{67CD7502-7F22-405E-8273-ECAD6156DDA0}" type="slidenum">
              <a:rPr lang="de-DE" smtClean="0"/>
              <a:t>‹#›</a:t>
            </a:fld>
            <a:endParaRPr lang="de-DE"/>
          </a:p>
        </p:txBody>
      </p:sp>
      <p:pic>
        <p:nvPicPr>
          <p:cNvPr id="8" name="Picture 9">
            <a:extLst>
              <a:ext uri="{FF2B5EF4-FFF2-40B4-BE49-F238E27FC236}">
                <a16:creationId xmlns:a16="http://schemas.microsoft.com/office/drawing/2014/main" id="{DB4011F1-5FF9-915B-2EF6-91D2C86ADC0F}"/>
              </a:ext>
            </a:extLst>
          </p:cNvPr>
          <p:cNvPicPr>
            <a:picLocks noChangeAspect="1"/>
          </p:cNvPicPr>
          <p:nvPr userDrawn="1"/>
        </p:nvPicPr>
        <p:blipFill>
          <a:blip r:embed="rId2"/>
          <a:stretch>
            <a:fillRect/>
          </a:stretch>
        </p:blipFill>
        <p:spPr>
          <a:xfrm>
            <a:off x="11100625" y="0"/>
            <a:ext cx="1008000" cy="977526"/>
          </a:xfrm>
          <a:prstGeom prst="rect">
            <a:avLst/>
          </a:prstGeom>
        </p:spPr>
      </p:pic>
      <p:pic>
        <p:nvPicPr>
          <p:cNvPr id="9" name="Grafik 8">
            <a:extLst>
              <a:ext uri="{FF2B5EF4-FFF2-40B4-BE49-F238E27FC236}">
                <a16:creationId xmlns:a16="http://schemas.microsoft.com/office/drawing/2014/main" id="{B066BBA7-20AC-0A13-8A7B-CFEE0CABDDA0}"/>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87374" y="6450649"/>
            <a:ext cx="1440000" cy="201909"/>
          </a:xfrm>
          <a:prstGeom prst="rect">
            <a:avLst/>
          </a:prstGeom>
        </p:spPr>
      </p:pic>
      <p:sp>
        <p:nvSpPr>
          <p:cNvPr id="10" name="Text Placeholder 4">
            <a:extLst>
              <a:ext uri="{FF2B5EF4-FFF2-40B4-BE49-F238E27FC236}">
                <a16:creationId xmlns:a16="http://schemas.microsoft.com/office/drawing/2014/main" id="{3FB064B2-898C-E831-95A0-4F6BCBE616C1}"/>
              </a:ext>
            </a:extLst>
          </p:cNvPr>
          <p:cNvSpPr>
            <a:spLocks noGrp="1"/>
          </p:cNvSpPr>
          <p:nvPr>
            <p:ph type="body" sz="quarter" idx="13" hasCustomPrompt="1"/>
          </p:nvPr>
        </p:nvSpPr>
        <p:spPr>
          <a:xfrm>
            <a:off x="587375" y="225425"/>
            <a:ext cx="10513249" cy="323850"/>
          </a:xfrm>
        </p:spPr>
        <p:txBody>
          <a:bodyPr/>
          <a:lstStyle>
            <a:lvl1pPr>
              <a:lnSpc>
                <a:spcPct val="90000"/>
              </a:lnSpc>
              <a:spcBef>
                <a:spcPts val="0"/>
              </a:spcBef>
              <a:defRPr sz="1300" b="1" kern="1000" cap="all" spc="100" baseline="0">
                <a:solidFill>
                  <a:schemeClr val="tx1"/>
                </a:solidFill>
              </a:defRPr>
            </a:lvl1pPr>
          </a:lstStyle>
          <a:p>
            <a:pPr lvl="0"/>
            <a:r>
              <a:rPr lang="en-US" dirty="0"/>
              <a:t>[Running header, optional]</a:t>
            </a:r>
            <a:endParaRPr lang="de-DE" dirty="0"/>
          </a:p>
        </p:txBody>
      </p:sp>
    </p:spTree>
    <p:extLst>
      <p:ext uri="{BB962C8B-B14F-4D97-AF65-F5344CB8AC3E}">
        <p14:creationId xmlns:p14="http://schemas.microsoft.com/office/powerpoint/2010/main" val="165569108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98FF540-C3EC-27EB-0CEB-B89AC80A0DAC}"/>
              </a:ext>
            </a:extLst>
          </p:cNvPr>
          <p:cNvSpPr>
            <a:spLocks noGrp="1"/>
          </p:cNvSpPr>
          <p:nvPr>
            <p:ph type="title" hasCustomPrompt="1"/>
          </p:nvPr>
        </p:nvSpPr>
        <p:spPr/>
        <p:txBody>
          <a:bodyPr/>
          <a:lstStyle/>
          <a:p>
            <a:r>
              <a:rPr lang="de-DE" dirty="0"/>
              <a:t>[Slide title]</a:t>
            </a:r>
          </a:p>
        </p:txBody>
      </p:sp>
      <p:sp>
        <p:nvSpPr>
          <p:cNvPr id="3" name="Inhaltsplatzhalter 2">
            <a:extLst>
              <a:ext uri="{FF2B5EF4-FFF2-40B4-BE49-F238E27FC236}">
                <a16:creationId xmlns:a16="http://schemas.microsoft.com/office/drawing/2014/main" id="{320849D3-78D0-7F02-E874-A1DA8D5915E4}"/>
              </a:ext>
            </a:extLst>
          </p:cNvPr>
          <p:cNvSpPr>
            <a:spLocks noGrp="1"/>
          </p:cNvSpPr>
          <p:nvPr>
            <p:ph sz="half" idx="1" hasCustomPrompt="1"/>
          </p:nvPr>
        </p:nvSpPr>
        <p:spPr>
          <a:xfrm>
            <a:off x="587376" y="1484313"/>
            <a:ext cx="3529012" cy="4692650"/>
          </a:xfrm>
        </p:spPr>
        <p:txBody>
          <a:bodyPr/>
          <a:lstStyle>
            <a:lvl1pPr>
              <a:defRPr/>
            </a:lvl1pPr>
          </a:lstStyle>
          <a:p>
            <a:pPr lvl="0"/>
            <a:r>
              <a:rPr lang="de-DE" dirty="0"/>
              <a:t>[Copy </a:t>
            </a:r>
            <a:r>
              <a:rPr lang="de-DE" dirty="0" err="1"/>
              <a:t>text</a:t>
            </a:r>
            <a:r>
              <a:rPr lang="de-DE" dirty="0"/>
              <a:t> </a:t>
            </a:r>
            <a:r>
              <a:rPr lang="de-DE" dirty="0" err="1"/>
              <a:t>level</a:t>
            </a:r>
            <a:r>
              <a:rPr lang="de-DE" dirty="0"/>
              <a:t> 1, </a:t>
            </a:r>
            <a:r>
              <a:rPr lang="de-DE" dirty="0" err="1"/>
              <a:t>heading</a:t>
            </a:r>
            <a:r>
              <a:rPr lang="de-DE" dirty="0"/>
              <a:t> </a:t>
            </a:r>
            <a:r>
              <a:rPr lang="de-DE" dirty="0" err="1"/>
              <a:t>with</a:t>
            </a:r>
            <a:r>
              <a:rPr lang="de-DE" dirty="0"/>
              <a:t> </a:t>
            </a:r>
            <a:r>
              <a:rPr lang="de-DE" dirty="0" err="1"/>
              <a:t>level</a:t>
            </a:r>
            <a:r>
              <a:rPr lang="de-DE" dirty="0"/>
              <a:t> 2 and </a:t>
            </a:r>
            <a:r>
              <a:rPr lang="de-DE" dirty="0" err="1"/>
              <a:t>bullet</a:t>
            </a:r>
            <a:r>
              <a:rPr lang="de-DE" dirty="0"/>
              <a:t> </a:t>
            </a:r>
            <a:r>
              <a:rPr lang="de-DE" dirty="0" err="1"/>
              <a:t>points</a:t>
            </a:r>
            <a:r>
              <a:rPr lang="de-DE" dirty="0"/>
              <a:t> </a:t>
            </a:r>
            <a:r>
              <a:rPr lang="de-DE" dirty="0" err="1"/>
              <a:t>with</a:t>
            </a:r>
            <a:r>
              <a:rPr lang="de-DE" dirty="0"/>
              <a:t> </a:t>
            </a:r>
            <a:r>
              <a:rPr lang="de-DE" dirty="0" err="1"/>
              <a:t>level</a:t>
            </a:r>
            <a:r>
              <a:rPr lang="de-DE" dirty="0"/>
              <a:t> 3]</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Inhaltsplatzhalter 3">
            <a:extLst>
              <a:ext uri="{FF2B5EF4-FFF2-40B4-BE49-F238E27FC236}">
                <a16:creationId xmlns:a16="http://schemas.microsoft.com/office/drawing/2014/main" id="{69BAC118-8A22-FB46-42E7-4B4BEB9C995A}"/>
              </a:ext>
            </a:extLst>
          </p:cNvPr>
          <p:cNvSpPr>
            <a:spLocks noGrp="1"/>
          </p:cNvSpPr>
          <p:nvPr>
            <p:ph sz="half" idx="2" hasCustomPrompt="1"/>
          </p:nvPr>
        </p:nvSpPr>
        <p:spPr>
          <a:xfrm>
            <a:off x="4332288" y="1484313"/>
            <a:ext cx="3527425" cy="4692650"/>
          </a:xfrm>
        </p:spPr>
        <p:txBody>
          <a:bodyPr/>
          <a:lstStyle/>
          <a:p>
            <a:pPr lvl="0"/>
            <a:r>
              <a:rPr lang="de-DE" dirty="0"/>
              <a:t>[Copy </a:t>
            </a:r>
            <a:r>
              <a:rPr lang="de-DE" dirty="0" err="1"/>
              <a:t>text</a:t>
            </a:r>
            <a:r>
              <a:rPr lang="de-DE" dirty="0"/>
              <a:t> </a:t>
            </a:r>
            <a:r>
              <a:rPr lang="de-DE" dirty="0" err="1"/>
              <a:t>level</a:t>
            </a:r>
            <a:r>
              <a:rPr lang="de-DE" dirty="0"/>
              <a:t> 1, </a:t>
            </a:r>
            <a:r>
              <a:rPr lang="de-DE" dirty="0" err="1"/>
              <a:t>heading</a:t>
            </a:r>
            <a:r>
              <a:rPr lang="de-DE" dirty="0"/>
              <a:t> </a:t>
            </a:r>
            <a:r>
              <a:rPr lang="de-DE" dirty="0" err="1"/>
              <a:t>with</a:t>
            </a:r>
            <a:r>
              <a:rPr lang="de-DE" dirty="0"/>
              <a:t> </a:t>
            </a:r>
            <a:r>
              <a:rPr lang="de-DE" dirty="0" err="1"/>
              <a:t>level</a:t>
            </a:r>
            <a:r>
              <a:rPr lang="de-DE" dirty="0"/>
              <a:t> 2 and </a:t>
            </a:r>
            <a:r>
              <a:rPr lang="de-DE" dirty="0" err="1"/>
              <a:t>bullet</a:t>
            </a:r>
            <a:r>
              <a:rPr lang="de-DE" dirty="0"/>
              <a:t> </a:t>
            </a:r>
            <a:r>
              <a:rPr lang="de-DE" dirty="0" err="1"/>
              <a:t>points</a:t>
            </a:r>
            <a:r>
              <a:rPr lang="de-DE" dirty="0"/>
              <a:t> </a:t>
            </a:r>
            <a:r>
              <a:rPr lang="de-DE" dirty="0" err="1"/>
              <a:t>with</a:t>
            </a:r>
            <a:r>
              <a:rPr lang="de-DE" dirty="0"/>
              <a:t> </a:t>
            </a:r>
            <a:r>
              <a:rPr lang="de-DE" dirty="0" err="1"/>
              <a:t>level</a:t>
            </a:r>
            <a:r>
              <a:rPr lang="de-DE" dirty="0"/>
              <a:t> 3]</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5" name="Datumsplatzhalter 4">
            <a:extLst>
              <a:ext uri="{FF2B5EF4-FFF2-40B4-BE49-F238E27FC236}">
                <a16:creationId xmlns:a16="http://schemas.microsoft.com/office/drawing/2014/main" id="{AE1C9EA3-4DA0-F4E9-A676-90EACDDFC851}"/>
              </a:ext>
            </a:extLst>
          </p:cNvPr>
          <p:cNvSpPr>
            <a:spLocks noGrp="1"/>
          </p:cNvSpPr>
          <p:nvPr>
            <p:ph type="dt" sz="half" idx="10"/>
          </p:nvPr>
        </p:nvSpPr>
        <p:spPr/>
        <p:txBody>
          <a:bodyPr/>
          <a:lstStyle/>
          <a:p>
            <a:fld id="{79B84013-7DDC-4508-852A-81BFDE2FEA05}" type="datetime1">
              <a:rPr lang="de-DE" smtClean="0"/>
              <a:t>05.02.25</a:t>
            </a:fld>
            <a:endParaRPr lang="de-DE"/>
          </a:p>
        </p:txBody>
      </p:sp>
      <p:sp>
        <p:nvSpPr>
          <p:cNvPr id="6" name="Fußzeilenplatzhalter 5">
            <a:extLst>
              <a:ext uri="{FF2B5EF4-FFF2-40B4-BE49-F238E27FC236}">
                <a16:creationId xmlns:a16="http://schemas.microsoft.com/office/drawing/2014/main" id="{02C75924-AA3F-0853-4EB5-3A1289628BFA}"/>
              </a:ext>
            </a:extLst>
          </p:cNvPr>
          <p:cNvSpPr>
            <a:spLocks noGrp="1"/>
          </p:cNvSpPr>
          <p:nvPr>
            <p:ph type="ftr" sz="quarter" idx="11"/>
          </p:nvPr>
        </p:nvSpPr>
        <p:spPr/>
        <p:txBody>
          <a:bodyPr/>
          <a:lstStyle/>
          <a:p>
            <a:r>
              <a:rPr lang="de-DE"/>
              <a:t>Restricted</a:t>
            </a:r>
          </a:p>
        </p:txBody>
      </p:sp>
      <p:sp>
        <p:nvSpPr>
          <p:cNvPr id="7" name="Foliennummernplatzhalter 6">
            <a:extLst>
              <a:ext uri="{FF2B5EF4-FFF2-40B4-BE49-F238E27FC236}">
                <a16:creationId xmlns:a16="http://schemas.microsoft.com/office/drawing/2014/main" id="{3D9DB0BC-E090-3098-FF0C-BCD242929BB7}"/>
              </a:ext>
            </a:extLst>
          </p:cNvPr>
          <p:cNvSpPr>
            <a:spLocks noGrp="1"/>
          </p:cNvSpPr>
          <p:nvPr>
            <p:ph type="sldNum" sz="quarter" idx="12"/>
          </p:nvPr>
        </p:nvSpPr>
        <p:spPr/>
        <p:txBody>
          <a:bodyPr/>
          <a:lstStyle/>
          <a:p>
            <a:fld id="{67CD7502-7F22-405E-8273-ECAD6156DDA0}" type="slidenum">
              <a:rPr lang="de-DE" smtClean="0"/>
              <a:t>‹#›</a:t>
            </a:fld>
            <a:endParaRPr lang="de-DE"/>
          </a:p>
        </p:txBody>
      </p:sp>
      <p:pic>
        <p:nvPicPr>
          <p:cNvPr id="8" name="Picture 9">
            <a:extLst>
              <a:ext uri="{FF2B5EF4-FFF2-40B4-BE49-F238E27FC236}">
                <a16:creationId xmlns:a16="http://schemas.microsoft.com/office/drawing/2014/main" id="{DB4011F1-5FF9-915B-2EF6-91D2C86ADC0F}"/>
              </a:ext>
            </a:extLst>
          </p:cNvPr>
          <p:cNvPicPr>
            <a:picLocks noChangeAspect="1"/>
          </p:cNvPicPr>
          <p:nvPr userDrawn="1"/>
        </p:nvPicPr>
        <p:blipFill>
          <a:blip r:embed="rId2"/>
          <a:stretch>
            <a:fillRect/>
          </a:stretch>
        </p:blipFill>
        <p:spPr>
          <a:xfrm>
            <a:off x="11100625" y="0"/>
            <a:ext cx="1008000" cy="977526"/>
          </a:xfrm>
          <a:prstGeom prst="rect">
            <a:avLst/>
          </a:prstGeom>
        </p:spPr>
      </p:pic>
      <p:pic>
        <p:nvPicPr>
          <p:cNvPr id="9" name="Grafik 8">
            <a:extLst>
              <a:ext uri="{FF2B5EF4-FFF2-40B4-BE49-F238E27FC236}">
                <a16:creationId xmlns:a16="http://schemas.microsoft.com/office/drawing/2014/main" id="{B066BBA7-20AC-0A13-8A7B-CFEE0CABDDA0}"/>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87374" y="6450649"/>
            <a:ext cx="1440000" cy="201909"/>
          </a:xfrm>
          <a:prstGeom prst="rect">
            <a:avLst/>
          </a:prstGeom>
        </p:spPr>
      </p:pic>
      <p:sp>
        <p:nvSpPr>
          <p:cNvPr id="10" name="Inhaltsplatzhalter 3">
            <a:extLst>
              <a:ext uri="{FF2B5EF4-FFF2-40B4-BE49-F238E27FC236}">
                <a16:creationId xmlns:a16="http://schemas.microsoft.com/office/drawing/2014/main" id="{E0603F89-D128-8956-0877-F50544274F6B}"/>
              </a:ext>
            </a:extLst>
          </p:cNvPr>
          <p:cNvSpPr>
            <a:spLocks noGrp="1"/>
          </p:cNvSpPr>
          <p:nvPr>
            <p:ph sz="half" idx="13" hasCustomPrompt="1"/>
          </p:nvPr>
        </p:nvSpPr>
        <p:spPr>
          <a:xfrm>
            <a:off x="8077200" y="1484313"/>
            <a:ext cx="3527425" cy="4692650"/>
          </a:xfrm>
        </p:spPr>
        <p:txBody>
          <a:bodyPr/>
          <a:lstStyle/>
          <a:p>
            <a:pPr lvl="0"/>
            <a:r>
              <a:rPr lang="de-DE" dirty="0"/>
              <a:t>[Copy </a:t>
            </a:r>
            <a:r>
              <a:rPr lang="de-DE" dirty="0" err="1"/>
              <a:t>text</a:t>
            </a:r>
            <a:r>
              <a:rPr lang="de-DE" dirty="0"/>
              <a:t> </a:t>
            </a:r>
            <a:r>
              <a:rPr lang="de-DE" dirty="0" err="1"/>
              <a:t>level</a:t>
            </a:r>
            <a:r>
              <a:rPr lang="de-DE" dirty="0"/>
              <a:t> 1, </a:t>
            </a:r>
            <a:r>
              <a:rPr lang="de-DE" dirty="0" err="1"/>
              <a:t>heading</a:t>
            </a:r>
            <a:r>
              <a:rPr lang="de-DE" dirty="0"/>
              <a:t> </a:t>
            </a:r>
            <a:r>
              <a:rPr lang="de-DE" dirty="0" err="1"/>
              <a:t>with</a:t>
            </a:r>
            <a:r>
              <a:rPr lang="de-DE" dirty="0"/>
              <a:t> </a:t>
            </a:r>
            <a:r>
              <a:rPr lang="de-DE" dirty="0" err="1"/>
              <a:t>level</a:t>
            </a:r>
            <a:r>
              <a:rPr lang="de-DE" dirty="0"/>
              <a:t> 2 and </a:t>
            </a:r>
            <a:r>
              <a:rPr lang="de-DE" dirty="0" err="1"/>
              <a:t>bullet</a:t>
            </a:r>
            <a:r>
              <a:rPr lang="de-DE" dirty="0"/>
              <a:t> </a:t>
            </a:r>
            <a:r>
              <a:rPr lang="de-DE" dirty="0" err="1"/>
              <a:t>points</a:t>
            </a:r>
            <a:r>
              <a:rPr lang="de-DE" dirty="0"/>
              <a:t> </a:t>
            </a:r>
            <a:r>
              <a:rPr lang="de-DE" dirty="0" err="1"/>
              <a:t>with</a:t>
            </a:r>
            <a:r>
              <a:rPr lang="de-DE" dirty="0"/>
              <a:t> </a:t>
            </a:r>
            <a:r>
              <a:rPr lang="de-DE" dirty="0" err="1"/>
              <a:t>level</a:t>
            </a:r>
            <a:r>
              <a:rPr lang="de-DE" dirty="0"/>
              <a:t> 3]</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11" name="Text Placeholder 4">
            <a:extLst>
              <a:ext uri="{FF2B5EF4-FFF2-40B4-BE49-F238E27FC236}">
                <a16:creationId xmlns:a16="http://schemas.microsoft.com/office/drawing/2014/main" id="{088222F8-2681-2613-3C55-834FBBD31819}"/>
              </a:ext>
            </a:extLst>
          </p:cNvPr>
          <p:cNvSpPr>
            <a:spLocks noGrp="1"/>
          </p:cNvSpPr>
          <p:nvPr>
            <p:ph type="body" sz="quarter" idx="14" hasCustomPrompt="1"/>
          </p:nvPr>
        </p:nvSpPr>
        <p:spPr>
          <a:xfrm>
            <a:off x="587375" y="225425"/>
            <a:ext cx="10513249" cy="323850"/>
          </a:xfrm>
        </p:spPr>
        <p:txBody>
          <a:bodyPr/>
          <a:lstStyle>
            <a:lvl1pPr>
              <a:lnSpc>
                <a:spcPct val="90000"/>
              </a:lnSpc>
              <a:spcBef>
                <a:spcPts val="0"/>
              </a:spcBef>
              <a:defRPr sz="1300" b="1" kern="1000" cap="all" spc="100" baseline="0">
                <a:solidFill>
                  <a:schemeClr val="tx1"/>
                </a:solidFill>
              </a:defRPr>
            </a:lvl1pPr>
          </a:lstStyle>
          <a:p>
            <a:pPr lvl="0"/>
            <a:r>
              <a:rPr lang="en-US" dirty="0"/>
              <a:t>[Running header, optional]</a:t>
            </a:r>
            <a:endParaRPr lang="de-DE" dirty="0"/>
          </a:p>
        </p:txBody>
      </p:sp>
    </p:spTree>
    <p:extLst>
      <p:ext uri="{BB962C8B-B14F-4D97-AF65-F5344CB8AC3E}">
        <p14:creationId xmlns:p14="http://schemas.microsoft.com/office/powerpoint/2010/main" val="284506131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Four Conten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98FF540-C3EC-27EB-0CEB-B89AC80A0DAC}"/>
              </a:ext>
            </a:extLst>
          </p:cNvPr>
          <p:cNvSpPr>
            <a:spLocks noGrp="1"/>
          </p:cNvSpPr>
          <p:nvPr>
            <p:ph type="title" hasCustomPrompt="1"/>
          </p:nvPr>
        </p:nvSpPr>
        <p:spPr/>
        <p:txBody>
          <a:bodyPr/>
          <a:lstStyle/>
          <a:p>
            <a:r>
              <a:rPr lang="de-DE" dirty="0"/>
              <a:t>[Slide title]</a:t>
            </a:r>
          </a:p>
        </p:txBody>
      </p:sp>
      <p:sp>
        <p:nvSpPr>
          <p:cNvPr id="3" name="Inhaltsplatzhalter 2">
            <a:extLst>
              <a:ext uri="{FF2B5EF4-FFF2-40B4-BE49-F238E27FC236}">
                <a16:creationId xmlns:a16="http://schemas.microsoft.com/office/drawing/2014/main" id="{320849D3-78D0-7F02-E874-A1DA8D5915E4}"/>
              </a:ext>
            </a:extLst>
          </p:cNvPr>
          <p:cNvSpPr>
            <a:spLocks noGrp="1"/>
          </p:cNvSpPr>
          <p:nvPr>
            <p:ph sz="half" idx="1" hasCustomPrompt="1"/>
          </p:nvPr>
        </p:nvSpPr>
        <p:spPr>
          <a:xfrm>
            <a:off x="587376" y="1484313"/>
            <a:ext cx="2592387" cy="4692650"/>
          </a:xfrm>
        </p:spPr>
        <p:txBody>
          <a:bodyPr/>
          <a:lstStyle>
            <a:lvl1pPr>
              <a:defRPr/>
            </a:lvl1pPr>
          </a:lstStyle>
          <a:p>
            <a:pPr lvl="0"/>
            <a:r>
              <a:rPr lang="de-DE" dirty="0"/>
              <a:t>[Copy </a:t>
            </a:r>
            <a:r>
              <a:rPr lang="de-DE" dirty="0" err="1"/>
              <a:t>text</a:t>
            </a:r>
            <a:r>
              <a:rPr lang="de-DE" dirty="0"/>
              <a:t> </a:t>
            </a:r>
            <a:r>
              <a:rPr lang="de-DE" dirty="0" err="1"/>
              <a:t>level</a:t>
            </a:r>
            <a:r>
              <a:rPr lang="de-DE" dirty="0"/>
              <a:t> 1, </a:t>
            </a:r>
            <a:r>
              <a:rPr lang="de-DE" dirty="0" err="1"/>
              <a:t>heading</a:t>
            </a:r>
            <a:r>
              <a:rPr lang="de-DE" dirty="0"/>
              <a:t> </a:t>
            </a:r>
            <a:r>
              <a:rPr lang="de-DE" dirty="0" err="1"/>
              <a:t>with</a:t>
            </a:r>
            <a:r>
              <a:rPr lang="de-DE" dirty="0"/>
              <a:t> </a:t>
            </a:r>
            <a:r>
              <a:rPr lang="de-DE" dirty="0" err="1"/>
              <a:t>level</a:t>
            </a:r>
            <a:r>
              <a:rPr lang="de-DE" dirty="0"/>
              <a:t> 2 and </a:t>
            </a:r>
            <a:r>
              <a:rPr lang="de-DE" dirty="0" err="1"/>
              <a:t>bullet</a:t>
            </a:r>
            <a:r>
              <a:rPr lang="de-DE" dirty="0"/>
              <a:t> </a:t>
            </a:r>
            <a:r>
              <a:rPr lang="de-DE" dirty="0" err="1"/>
              <a:t>points</a:t>
            </a:r>
            <a:r>
              <a:rPr lang="de-DE" dirty="0"/>
              <a:t> </a:t>
            </a:r>
            <a:r>
              <a:rPr lang="de-DE" dirty="0" err="1"/>
              <a:t>with</a:t>
            </a:r>
            <a:r>
              <a:rPr lang="de-DE" dirty="0"/>
              <a:t> </a:t>
            </a:r>
            <a:r>
              <a:rPr lang="de-DE" dirty="0" err="1"/>
              <a:t>level</a:t>
            </a:r>
            <a:r>
              <a:rPr lang="de-DE" dirty="0"/>
              <a:t> 3]</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Inhaltsplatzhalter 3">
            <a:extLst>
              <a:ext uri="{FF2B5EF4-FFF2-40B4-BE49-F238E27FC236}">
                <a16:creationId xmlns:a16="http://schemas.microsoft.com/office/drawing/2014/main" id="{69BAC118-8A22-FB46-42E7-4B4BEB9C995A}"/>
              </a:ext>
            </a:extLst>
          </p:cNvPr>
          <p:cNvSpPr>
            <a:spLocks noGrp="1"/>
          </p:cNvSpPr>
          <p:nvPr>
            <p:ph sz="half" idx="2" hasCustomPrompt="1"/>
          </p:nvPr>
        </p:nvSpPr>
        <p:spPr>
          <a:xfrm>
            <a:off x="3396829" y="1484313"/>
            <a:ext cx="2591221" cy="4692650"/>
          </a:xfrm>
        </p:spPr>
        <p:txBody>
          <a:bodyPr/>
          <a:lstStyle/>
          <a:p>
            <a:pPr lvl="0"/>
            <a:r>
              <a:rPr lang="de-DE" dirty="0"/>
              <a:t>[Copy </a:t>
            </a:r>
            <a:r>
              <a:rPr lang="de-DE" dirty="0" err="1"/>
              <a:t>text</a:t>
            </a:r>
            <a:r>
              <a:rPr lang="de-DE" dirty="0"/>
              <a:t> </a:t>
            </a:r>
            <a:r>
              <a:rPr lang="de-DE" dirty="0" err="1"/>
              <a:t>level</a:t>
            </a:r>
            <a:r>
              <a:rPr lang="de-DE" dirty="0"/>
              <a:t> 1, </a:t>
            </a:r>
            <a:r>
              <a:rPr lang="de-DE" dirty="0" err="1"/>
              <a:t>heading</a:t>
            </a:r>
            <a:r>
              <a:rPr lang="de-DE" dirty="0"/>
              <a:t> </a:t>
            </a:r>
            <a:r>
              <a:rPr lang="de-DE" dirty="0" err="1"/>
              <a:t>with</a:t>
            </a:r>
            <a:r>
              <a:rPr lang="de-DE" dirty="0"/>
              <a:t> </a:t>
            </a:r>
            <a:r>
              <a:rPr lang="de-DE" dirty="0" err="1"/>
              <a:t>level</a:t>
            </a:r>
            <a:r>
              <a:rPr lang="de-DE" dirty="0"/>
              <a:t> 2 and </a:t>
            </a:r>
            <a:r>
              <a:rPr lang="de-DE" dirty="0" err="1"/>
              <a:t>bullet</a:t>
            </a:r>
            <a:r>
              <a:rPr lang="de-DE" dirty="0"/>
              <a:t> </a:t>
            </a:r>
            <a:r>
              <a:rPr lang="de-DE" dirty="0" err="1"/>
              <a:t>points</a:t>
            </a:r>
            <a:r>
              <a:rPr lang="de-DE" dirty="0"/>
              <a:t> </a:t>
            </a:r>
            <a:r>
              <a:rPr lang="de-DE" dirty="0" err="1"/>
              <a:t>with</a:t>
            </a:r>
            <a:r>
              <a:rPr lang="de-DE" dirty="0"/>
              <a:t> </a:t>
            </a:r>
            <a:r>
              <a:rPr lang="de-DE" dirty="0" err="1"/>
              <a:t>level</a:t>
            </a:r>
            <a:r>
              <a:rPr lang="de-DE" dirty="0"/>
              <a:t> 3]</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5" name="Datumsplatzhalter 4">
            <a:extLst>
              <a:ext uri="{FF2B5EF4-FFF2-40B4-BE49-F238E27FC236}">
                <a16:creationId xmlns:a16="http://schemas.microsoft.com/office/drawing/2014/main" id="{AE1C9EA3-4DA0-F4E9-A676-90EACDDFC851}"/>
              </a:ext>
            </a:extLst>
          </p:cNvPr>
          <p:cNvSpPr>
            <a:spLocks noGrp="1"/>
          </p:cNvSpPr>
          <p:nvPr>
            <p:ph type="dt" sz="half" idx="10"/>
          </p:nvPr>
        </p:nvSpPr>
        <p:spPr/>
        <p:txBody>
          <a:bodyPr/>
          <a:lstStyle/>
          <a:p>
            <a:fld id="{9E96EEE3-4CC1-40F0-98B6-CC7195B4FB26}" type="datetime1">
              <a:rPr lang="de-DE" smtClean="0"/>
              <a:t>05.02.25</a:t>
            </a:fld>
            <a:endParaRPr lang="de-DE"/>
          </a:p>
        </p:txBody>
      </p:sp>
      <p:sp>
        <p:nvSpPr>
          <p:cNvPr id="6" name="Fußzeilenplatzhalter 5">
            <a:extLst>
              <a:ext uri="{FF2B5EF4-FFF2-40B4-BE49-F238E27FC236}">
                <a16:creationId xmlns:a16="http://schemas.microsoft.com/office/drawing/2014/main" id="{02C75924-AA3F-0853-4EB5-3A1289628BFA}"/>
              </a:ext>
            </a:extLst>
          </p:cNvPr>
          <p:cNvSpPr>
            <a:spLocks noGrp="1"/>
          </p:cNvSpPr>
          <p:nvPr>
            <p:ph type="ftr" sz="quarter" idx="11"/>
          </p:nvPr>
        </p:nvSpPr>
        <p:spPr/>
        <p:txBody>
          <a:bodyPr/>
          <a:lstStyle/>
          <a:p>
            <a:r>
              <a:rPr lang="de-DE"/>
              <a:t>Restricted</a:t>
            </a:r>
          </a:p>
        </p:txBody>
      </p:sp>
      <p:sp>
        <p:nvSpPr>
          <p:cNvPr id="7" name="Foliennummernplatzhalter 6">
            <a:extLst>
              <a:ext uri="{FF2B5EF4-FFF2-40B4-BE49-F238E27FC236}">
                <a16:creationId xmlns:a16="http://schemas.microsoft.com/office/drawing/2014/main" id="{3D9DB0BC-E090-3098-FF0C-BCD242929BB7}"/>
              </a:ext>
            </a:extLst>
          </p:cNvPr>
          <p:cNvSpPr>
            <a:spLocks noGrp="1"/>
          </p:cNvSpPr>
          <p:nvPr>
            <p:ph type="sldNum" sz="quarter" idx="12"/>
          </p:nvPr>
        </p:nvSpPr>
        <p:spPr/>
        <p:txBody>
          <a:bodyPr/>
          <a:lstStyle/>
          <a:p>
            <a:fld id="{67CD7502-7F22-405E-8273-ECAD6156DDA0}" type="slidenum">
              <a:rPr lang="de-DE" smtClean="0"/>
              <a:t>‹#›</a:t>
            </a:fld>
            <a:endParaRPr lang="de-DE"/>
          </a:p>
        </p:txBody>
      </p:sp>
      <p:pic>
        <p:nvPicPr>
          <p:cNvPr id="8" name="Picture 9">
            <a:extLst>
              <a:ext uri="{FF2B5EF4-FFF2-40B4-BE49-F238E27FC236}">
                <a16:creationId xmlns:a16="http://schemas.microsoft.com/office/drawing/2014/main" id="{DB4011F1-5FF9-915B-2EF6-91D2C86ADC0F}"/>
              </a:ext>
            </a:extLst>
          </p:cNvPr>
          <p:cNvPicPr>
            <a:picLocks noChangeAspect="1"/>
          </p:cNvPicPr>
          <p:nvPr userDrawn="1"/>
        </p:nvPicPr>
        <p:blipFill>
          <a:blip r:embed="rId2"/>
          <a:stretch>
            <a:fillRect/>
          </a:stretch>
        </p:blipFill>
        <p:spPr>
          <a:xfrm>
            <a:off x="11100625" y="0"/>
            <a:ext cx="1008000" cy="977526"/>
          </a:xfrm>
          <a:prstGeom prst="rect">
            <a:avLst/>
          </a:prstGeom>
        </p:spPr>
      </p:pic>
      <p:pic>
        <p:nvPicPr>
          <p:cNvPr id="9" name="Grafik 8">
            <a:extLst>
              <a:ext uri="{FF2B5EF4-FFF2-40B4-BE49-F238E27FC236}">
                <a16:creationId xmlns:a16="http://schemas.microsoft.com/office/drawing/2014/main" id="{B066BBA7-20AC-0A13-8A7B-CFEE0CABDDA0}"/>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87374" y="6450649"/>
            <a:ext cx="1440000" cy="201909"/>
          </a:xfrm>
          <a:prstGeom prst="rect">
            <a:avLst/>
          </a:prstGeom>
        </p:spPr>
      </p:pic>
      <p:sp>
        <p:nvSpPr>
          <p:cNvPr id="10" name="Inhaltsplatzhalter 3">
            <a:extLst>
              <a:ext uri="{FF2B5EF4-FFF2-40B4-BE49-F238E27FC236}">
                <a16:creationId xmlns:a16="http://schemas.microsoft.com/office/drawing/2014/main" id="{E0603F89-D128-8956-0877-F50544274F6B}"/>
              </a:ext>
            </a:extLst>
          </p:cNvPr>
          <p:cNvSpPr>
            <a:spLocks noGrp="1"/>
          </p:cNvSpPr>
          <p:nvPr>
            <p:ph sz="half" idx="13" hasCustomPrompt="1"/>
          </p:nvPr>
        </p:nvSpPr>
        <p:spPr>
          <a:xfrm>
            <a:off x="6205117" y="1484313"/>
            <a:ext cx="2591221" cy="4692650"/>
          </a:xfrm>
        </p:spPr>
        <p:txBody>
          <a:bodyPr/>
          <a:lstStyle/>
          <a:p>
            <a:pPr lvl="0"/>
            <a:r>
              <a:rPr lang="de-DE" dirty="0"/>
              <a:t>[Copy </a:t>
            </a:r>
            <a:r>
              <a:rPr lang="de-DE" dirty="0" err="1"/>
              <a:t>text</a:t>
            </a:r>
            <a:r>
              <a:rPr lang="de-DE" dirty="0"/>
              <a:t> </a:t>
            </a:r>
            <a:r>
              <a:rPr lang="de-DE" dirty="0" err="1"/>
              <a:t>level</a:t>
            </a:r>
            <a:r>
              <a:rPr lang="de-DE" dirty="0"/>
              <a:t> 1, </a:t>
            </a:r>
            <a:r>
              <a:rPr lang="de-DE" dirty="0" err="1"/>
              <a:t>heading</a:t>
            </a:r>
            <a:r>
              <a:rPr lang="de-DE" dirty="0"/>
              <a:t> </a:t>
            </a:r>
            <a:r>
              <a:rPr lang="de-DE" dirty="0" err="1"/>
              <a:t>with</a:t>
            </a:r>
            <a:r>
              <a:rPr lang="de-DE" dirty="0"/>
              <a:t> </a:t>
            </a:r>
            <a:r>
              <a:rPr lang="de-DE" dirty="0" err="1"/>
              <a:t>level</a:t>
            </a:r>
            <a:r>
              <a:rPr lang="de-DE" dirty="0"/>
              <a:t> 2 and </a:t>
            </a:r>
            <a:r>
              <a:rPr lang="de-DE" dirty="0" err="1"/>
              <a:t>bullet</a:t>
            </a:r>
            <a:r>
              <a:rPr lang="de-DE" dirty="0"/>
              <a:t> </a:t>
            </a:r>
            <a:r>
              <a:rPr lang="de-DE" dirty="0" err="1"/>
              <a:t>points</a:t>
            </a:r>
            <a:r>
              <a:rPr lang="de-DE" dirty="0"/>
              <a:t> </a:t>
            </a:r>
            <a:r>
              <a:rPr lang="de-DE" dirty="0" err="1"/>
              <a:t>with</a:t>
            </a:r>
            <a:r>
              <a:rPr lang="de-DE" dirty="0"/>
              <a:t> </a:t>
            </a:r>
            <a:r>
              <a:rPr lang="de-DE" dirty="0" err="1"/>
              <a:t>level</a:t>
            </a:r>
            <a:r>
              <a:rPr lang="de-DE" dirty="0"/>
              <a:t> 3]</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11" name="Inhaltsplatzhalter 3">
            <a:extLst>
              <a:ext uri="{FF2B5EF4-FFF2-40B4-BE49-F238E27FC236}">
                <a16:creationId xmlns:a16="http://schemas.microsoft.com/office/drawing/2014/main" id="{81603627-8AB0-CF2D-B84C-29F63D7A9574}"/>
              </a:ext>
            </a:extLst>
          </p:cNvPr>
          <p:cNvSpPr>
            <a:spLocks noGrp="1"/>
          </p:cNvSpPr>
          <p:nvPr>
            <p:ph sz="half" idx="14" hasCustomPrompt="1"/>
          </p:nvPr>
        </p:nvSpPr>
        <p:spPr>
          <a:xfrm>
            <a:off x="9013405" y="1484313"/>
            <a:ext cx="2591221" cy="4692650"/>
          </a:xfrm>
        </p:spPr>
        <p:txBody>
          <a:bodyPr/>
          <a:lstStyle/>
          <a:p>
            <a:pPr lvl="0"/>
            <a:r>
              <a:rPr lang="de-DE" dirty="0"/>
              <a:t>[Copy </a:t>
            </a:r>
            <a:r>
              <a:rPr lang="de-DE" dirty="0" err="1"/>
              <a:t>text</a:t>
            </a:r>
            <a:r>
              <a:rPr lang="de-DE" dirty="0"/>
              <a:t> </a:t>
            </a:r>
            <a:r>
              <a:rPr lang="de-DE" dirty="0" err="1"/>
              <a:t>level</a:t>
            </a:r>
            <a:r>
              <a:rPr lang="de-DE" dirty="0"/>
              <a:t> 1, </a:t>
            </a:r>
            <a:r>
              <a:rPr lang="de-DE" dirty="0" err="1"/>
              <a:t>heading</a:t>
            </a:r>
            <a:r>
              <a:rPr lang="de-DE" dirty="0"/>
              <a:t> </a:t>
            </a:r>
            <a:r>
              <a:rPr lang="de-DE" dirty="0" err="1"/>
              <a:t>with</a:t>
            </a:r>
            <a:r>
              <a:rPr lang="de-DE" dirty="0"/>
              <a:t> </a:t>
            </a:r>
            <a:r>
              <a:rPr lang="de-DE" dirty="0" err="1"/>
              <a:t>level</a:t>
            </a:r>
            <a:r>
              <a:rPr lang="de-DE" dirty="0"/>
              <a:t> 2 and </a:t>
            </a:r>
            <a:r>
              <a:rPr lang="de-DE" dirty="0" err="1"/>
              <a:t>bullet</a:t>
            </a:r>
            <a:r>
              <a:rPr lang="de-DE" dirty="0"/>
              <a:t> </a:t>
            </a:r>
            <a:r>
              <a:rPr lang="de-DE" dirty="0" err="1"/>
              <a:t>points</a:t>
            </a:r>
            <a:r>
              <a:rPr lang="de-DE" dirty="0"/>
              <a:t> </a:t>
            </a:r>
            <a:r>
              <a:rPr lang="de-DE" dirty="0" err="1"/>
              <a:t>with</a:t>
            </a:r>
            <a:r>
              <a:rPr lang="de-DE" dirty="0"/>
              <a:t> </a:t>
            </a:r>
            <a:r>
              <a:rPr lang="de-DE" dirty="0" err="1"/>
              <a:t>level</a:t>
            </a:r>
            <a:r>
              <a:rPr lang="de-DE" dirty="0"/>
              <a:t> 3]</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12" name="Text Placeholder 4">
            <a:extLst>
              <a:ext uri="{FF2B5EF4-FFF2-40B4-BE49-F238E27FC236}">
                <a16:creationId xmlns:a16="http://schemas.microsoft.com/office/drawing/2014/main" id="{401A3AEE-AF89-373F-6A9A-884A592715AC}"/>
              </a:ext>
            </a:extLst>
          </p:cNvPr>
          <p:cNvSpPr>
            <a:spLocks noGrp="1"/>
          </p:cNvSpPr>
          <p:nvPr>
            <p:ph type="body" sz="quarter" idx="15" hasCustomPrompt="1"/>
          </p:nvPr>
        </p:nvSpPr>
        <p:spPr>
          <a:xfrm>
            <a:off x="587375" y="225425"/>
            <a:ext cx="10513249" cy="323850"/>
          </a:xfrm>
        </p:spPr>
        <p:txBody>
          <a:bodyPr/>
          <a:lstStyle>
            <a:lvl1pPr>
              <a:lnSpc>
                <a:spcPct val="90000"/>
              </a:lnSpc>
              <a:spcBef>
                <a:spcPts val="0"/>
              </a:spcBef>
              <a:defRPr sz="1300" b="1" kern="1000" cap="all" spc="100" baseline="0">
                <a:solidFill>
                  <a:schemeClr val="tx1"/>
                </a:solidFill>
              </a:defRPr>
            </a:lvl1pPr>
          </a:lstStyle>
          <a:p>
            <a:pPr lvl="0"/>
            <a:r>
              <a:rPr lang="en-US" dirty="0"/>
              <a:t>[Running header, optional]</a:t>
            </a:r>
            <a:endParaRPr lang="de-DE" dirty="0"/>
          </a:p>
        </p:txBody>
      </p:sp>
    </p:spTree>
    <p:extLst>
      <p:ext uri="{BB962C8B-B14F-4D97-AF65-F5344CB8AC3E}">
        <p14:creationId xmlns:p14="http://schemas.microsoft.com/office/powerpoint/2010/main" val="223053537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ext and Image">
    <p:spTree>
      <p:nvGrpSpPr>
        <p:cNvPr id="1" name=""/>
        <p:cNvGrpSpPr/>
        <p:nvPr/>
      </p:nvGrpSpPr>
      <p:grpSpPr>
        <a:xfrm>
          <a:off x="0" y="0"/>
          <a:ext cx="0" cy="0"/>
          <a:chOff x="0" y="0"/>
          <a:chExt cx="0" cy="0"/>
        </a:xfrm>
      </p:grpSpPr>
      <p:sp>
        <p:nvSpPr>
          <p:cNvPr id="8" name="Bildplatzhalter 7">
            <a:extLst>
              <a:ext uri="{FF2B5EF4-FFF2-40B4-BE49-F238E27FC236}">
                <a16:creationId xmlns:a16="http://schemas.microsoft.com/office/drawing/2014/main" id="{8EF4D1DA-1663-614E-485D-14EA085134B3}"/>
              </a:ext>
            </a:extLst>
          </p:cNvPr>
          <p:cNvSpPr>
            <a:spLocks noGrp="1"/>
          </p:cNvSpPr>
          <p:nvPr>
            <p:ph type="pic" sz="quarter" idx="13" hasCustomPrompt="1"/>
          </p:nvPr>
        </p:nvSpPr>
        <p:spPr>
          <a:xfrm>
            <a:off x="6203950" y="0"/>
            <a:ext cx="5988050" cy="6858000"/>
          </a:xfrm>
          <a:solidFill>
            <a:srgbClr val="73737D"/>
          </a:solidFill>
        </p:spPr>
        <p:txBody>
          <a:bodyPr/>
          <a:lstStyle>
            <a:lvl1pPr algn="ctr">
              <a:defRPr>
                <a:solidFill>
                  <a:schemeClr val="bg1"/>
                </a:solidFill>
              </a:defRPr>
            </a:lvl1pPr>
          </a:lstStyle>
          <a:p>
            <a:r>
              <a:rPr lang="de-DE" dirty="0"/>
              <a:t>[Image]</a:t>
            </a:r>
          </a:p>
        </p:txBody>
      </p:sp>
      <p:sp>
        <p:nvSpPr>
          <p:cNvPr id="2" name="Titel 1">
            <a:extLst>
              <a:ext uri="{FF2B5EF4-FFF2-40B4-BE49-F238E27FC236}">
                <a16:creationId xmlns:a16="http://schemas.microsoft.com/office/drawing/2014/main" id="{80E285A7-CD47-AED1-12FA-5AFDA12120B0}"/>
              </a:ext>
            </a:extLst>
          </p:cNvPr>
          <p:cNvSpPr>
            <a:spLocks noGrp="1"/>
          </p:cNvSpPr>
          <p:nvPr>
            <p:ph type="title" hasCustomPrompt="1"/>
          </p:nvPr>
        </p:nvSpPr>
        <p:spPr>
          <a:xfrm>
            <a:off x="587375" y="549275"/>
            <a:ext cx="5400675" cy="466725"/>
          </a:xfrm>
        </p:spPr>
        <p:txBody>
          <a:bodyPr/>
          <a:lstStyle>
            <a:lvl1pPr>
              <a:defRPr/>
            </a:lvl1pPr>
          </a:lstStyle>
          <a:p>
            <a:r>
              <a:rPr lang="de-DE" dirty="0"/>
              <a:t>[Slide title]</a:t>
            </a:r>
          </a:p>
        </p:txBody>
      </p:sp>
      <p:sp>
        <p:nvSpPr>
          <p:cNvPr id="3" name="Inhaltsplatzhalter 2">
            <a:extLst>
              <a:ext uri="{FF2B5EF4-FFF2-40B4-BE49-F238E27FC236}">
                <a16:creationId xmlns:a16="http://schemas.microsoft.com/office/drawing/2014/main" id="{F4DE9139-8797-C0FA-077A-2ADDF67464CF}"/>
              </a:ext>
            </a:extLst>
          </p:cNvPr>
          <p:cNvSpPr>
            <a:spLocks noGrp="1"/>
          </p:cNvSpPr>
          <p:nvPr>
            <p:ph idx="1" hasCustomPrompt="1"/>
          </p:nvPr>
        </p:nvSpPr>
        <p:spPr>
          <a:xfrm>
            <a:off x="587375" y="1484313"/>
            <a:ext cx="5400675" cy="4681537"/>
          </a:xfrm>
        </p:spPr>
        <p:txBody>
          <a:bodyPr/>
          <a:lstStyle>
            <a:lvl1pPr>
              <a:defRPr/>
            </a:lvl1pPr>
          </a:lstStyle>
          <a:p>
            <a:pPr lvl="0"/>
            <a:r>
              <a:rPr lang="de-DE" dirty="0"/>
              <a:t>[Copy </a:t>
            </a:r>
            <a:r>
              <a:rPr lang="de-DE" dirty="0" err="1"/>
              <a:t>text</a:t>
            </a:r>
            <a:r>
              <a:rPr lang="de-DE" dirty="0"/>
              <a:t> </a:t>
            </a:r>
            <a:r>
              <a:rPr lang="de-DE" dirty="0" err="1"/>
              <a:t>level</a:t>
            </a:r>
            <a:r>
              <a:rPr lang="de-DE" dirty="0"/>
              <a:t> 1, </a:t>
            </a:r>
            <a:r>
              <a:rPr lang="de-DE" dirty="0" err="1"/>
              <a:t>heading</a:t>
            </a:r>
            <a:r>
              <a:rPr lang="de-DE" dirty="0"/>
              <a:t> </a:t>
            </a:r>
            <a:r>
              <a:rPr lang="de-DE" dirty="0" err="1"/>
              <a:t>with</a:t>
            </a:r>
            <a:r>
              <a:rPr lang="de-DE" dirty="0"/>
              <a:t> </a:t>
            </a:r>
            <a:r>
              <a:rPr lang="de-DE" dirty="0" err="1"/>
              <a:t>level</a:t>
            </a:r>
            <a:r>
              <a:rPr lang="de-DE" dirty="0"/>
              <a:t> 2 and </a:t>
            </a:r>
            <a:r>
              <a:rPr lang="de-DE" dirty="0" err="1"/>
              <a:t>bullet</a:t>
            </a:r>
            <a:r>
              <a:rPr lang="de-DE" dirty="0"/>
              <a:t> </a:t>
            </a:r>
            <a:r>
              <a:rPr lang="de-DE" dirty="0" err="1"/>
              <a:t>points</a:t>
            </a:r>
            <a:r>
              <a:rPr lang="de-DE" dirty="0"/>
              <a:t> </a:t>
            </a:r>
            <a:r>
              <a:rPr lang="de-DE" dirty="0" err="1"/>
              <a:t>with</a:t>
            </a:r>
            <a:r>
              <a:rPr lang="de-DE" dirty="0"/>
              <a:t> </a:t>
            </a:r>
            <a:r>
              <a:rPr lang="de-DE" dirty="0" err="1"/>
              <a:t>level</a:t>
            </a:r>
            <a:r>
              <a:rPr lang="de-DE" dirty="0"/>
              <a:t> 3]</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Datumsplatzhalter 3">
            <a:extLst>
              <a:ext uri="{FF2B5EF4-FFF2-40B4-BE49-F238E27FC236}">
                <a16:creationId xmlns:a16="http://schemas.microsoft.com/office/drawing/2014/main" id="{B55D882F-D3F6-3E6B-BDCF-80EC5DFB3BEB}"/>
              </a:ext>
            </a:extLst>
          </p:cNvPr>
          <p:cNvSpPr>
            <a:spLocks noGrp="1"/>
          </p:cNvSpPr>
          <p:nvPr>
            <p:ph type="dt" sz="half" idx="10"/>
          </p:nvPr>
        </p:nvSpPr>
        <p:spPr/>
        <p:txBody>
          <a:bodyPr/>
          <a:lstStyle/>
          <a:p>
            <a:fld id="{A8B7F5AE-B02A-4789-B767-2FD44C933930}" type="datetime1">
              <a:rPr lang="de-DE" smtClean="0"/>
              <a:t>05.02.25</a:t>
            </a:fld>
            <a:endParaRPr lang="de-DE"/>
          </a:p>
        </p:txBody>
      </p:sp>
      <p:sp>
        <p:nvSpPr>
          <p:cNvPr id="5" name="Fußzeilenplatzhalter 4">
            <a:extLst>
              <a:ext uri="{FF2B5EF4-FFF2-40B4-BE49-F238E27FC236}">
                <a16:creationId xmlns:a16="http://schemas.microsoft.com/office/drawing/2014/main" id="{CBEDF076-44F9-A4F5-BD48-3CE9411B6140}"/>
              </a:ext>
            </a:extLst>
          </p:cNvPr>
          <p:cNvSpPr>
            <a:spLocks noGrp="1"/>
          </p:cNvSpPr>
          <p:nvPr>
            <p:ph type="ftr" sz="quarter" idx="11"/>
          </p:nvPr>
        </p:nvSpPr>
        <p:spPr/>
        <p:txBody>
          <a:bodyPr/>
          <a:lstStyle>
            <a:lvl1pPr>
              <a:defRPr>
                <a:solidFill>
                  <a:schemeClr val="bg1"/>
                </a:solidFill>
              </a:defRPr>
            </a:lvl1pPr>
          </a:lstStyle>
          <a:p>
            <a:r>
              <a:rPr lang="de-DE"/>
              <a:t>Restricted</a:t>
            </a:r>
            <a:endParaRPr lang="de-DE" dirty="0"/>
          </a:p>
        </p:txBody>
      </p:sp>
      <p:sp>
        <p:nvSpPr>
          <p:cNvPr id="6" name="Foliennummernplatzhalter 5">
            <a:extLst>
              <a:ext uri="{FF2B5EF4-FFF2-40B4-BE49-F238E27FC236}">
                <a16:creationId xmlns:a16="http://schemas.microsoft.com/office/drawing/2014/main" id="{541D3232-2435-0ECC-D548-454E987BB2C9}"/>
              </a:ext>
            </a:extLst>
          </p:cNvPr>
          <p:cNvSpPr>
            <a:spLocks noGrp="1"/>
          </p:cNvSpPr>
          <p:nvPr>
            <p:ph type="sldNum" sz="quarter" idx="12"/>
          </p:nvPr>
        </p:nvSpPr>
        <p:spPr/>
        <p:txBody>
          <a:bodyPr/>
          <a:lstStyle>
            <a:lvl1pPr>
              <a:defRPr>
                <a:solidFill>
                  <a:schemeClr val="bg1"/>
                </a:solidFill>
              </a:defRPr>
            </a:lvl1pPr>
          </a:lstStyle>
          <a:p>
            <a:fld id="{67CD7502-7F22-405E-8273-ECAD6156DDA0}" type="slidenum">
              <a:rPr lang="de-DE" smtClean="0"/>
              <a:pPr/>
              <a:t>‹#›</a:t>
            </a:fld>
            <a:endParaRPr lang="de-DE"/>
          </a:p>
        </p:txBody>
      </p:sp>
      <p:pic>
        <p:nvPicPr>
          <p:cNvPr id="11" name="Grafik 10">
            <a:extLst>
              <a:ext uri="{FF2B5EF4-FFF2-40B4-BE49-F238E27FC236}">
                <a16:creationId xmlns:a16="http://schemas.microsoft.com/office/drawing/2014/main" id="{03EE0DE3-1D63-94BF-16B7-AF979C110A6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87374" y="6450649"/>
            <a:ext cx="1440000" cy="201909"/>
          </a:xfrm>
          <a:prstGeom prst="rect">
            <a:avLst/>
          </a:prstGeom>
        </p:spPr>
      </p:pic>
      <p:sp>
        <p:nvSpPr>
          <p:cNvPr id="13" name="Onlinebild-Platzhalter 11">
            <a:extLst>
              <a:ext uri="{FF2B5EF4-FFF2-40B4-BE49-F238E27FC236}">
                <a16:creationId xmlns:a16="http://schemas.microsoft.com/office/drawing/2014/main" id="{13D0FB78-56C7-804C-9CDF-8C9C5545E191}"/>
              </a:ext>
            </a:extLst>
          </p:cNvPr>
          <p:cNvSpPr>
            <a:spLocks noGrp="1"/>
          </p:cNvSpPr>
          <p:nvPr>
            <p:ph type="clipArt" sz="quarter" idx="14" hasCustomPrompt="1"/>
          </p:nvPr>
        </p:nvSpPr>
        <p:spPr>
          <a:xfrm>
            <a:off x="11099864" y="0"/>
            <a:ext cx="1008000" cy="977900"/>
          </a:xfrm>
          <a:blipFill>
            <a:blip r:embed="rId3"/>
            <a:stretch>
              <a:fillRect/>
            </a:stretch>
          </a:blipFill>
        </p:spPr>
        <p:txBody>
          <a:bodyPr/>
          <a:lstStyle/>
          <a:p>
            <a:r>
              <a:rPr lang="de-DE" dirty="0"/>
              <a:t> </a:t>
            </a:r>
          </a:p>
        </p:txBody>
      </p:sp>
      <p:sp>
        <p:nvSpPr>
          <p:cNvPr id="7" name="Text Placeholder 4">
            <a:extLst>
              <a:ext uri="{FF2B5EF4-FFF2-40B4-BE49-F238E27FC236}">
                <a16:creationId xmlns:a16="http://schemas.microsoft.com/office/drawing/2014/main" id="{527142B6-3DDC-9529-6259-98F80BB2B06C}"/>
              </a:ext>
            </a:extLst>
          </p:cNvPr>
          <p:cNvSpPr>
            <a:spLocks noGrp="1"/>
          </p:cNvSpPr>
          <p:nvPr>
            <p:ph type="body" sz="quarter" idx="15" hasCustomPrompt="1"/>
          </p:nvPr>
        </p:nvSpPr>
        <p:spPr>
          <a:xfrm>
            <a:off x="587375" y="225425"/>
            <a:ext cx="5400675" cy="323850"/>
          </a:xfrm>
        </p:spPr>
        <p:txBody>
          <a:bodyPr/>
          <a:lstStyle>
            <a:lvl1pPr>
              <a:lnSpc>
                <a:spcPct val="90000"/>
              </a:lnSpc>
              <a:spcBef>
                <a:spcPts val="0"/>
              </a:spcBef>
              <a:defRPr sz="1300" b="1" kern="1000" cap="all" spc="100" baseline="0">
                <a:solidFill>
                  <a:schemeClr val="tx1"/>
                </a:solidFill>
              </a:defRPr>
            </a:lvl1pPr>
          </a:lstStyle>
          <a:p>
            <a:pPr lvl="0"/>
            <a:r>
              <a:rPr lang="en-US" dirty="0"/>
              <a:t>[Running header, optional]</a:t>
            </a:r>
            <a:endParaRPr lang="de-DE" dirty="0"/>
          </a:p>
        </p:txBody>
      </p:sp>
    </p:spTree>
    <p:extLst>
      <p:ext uri="{BB962C8B-B14F-4D97-AF65-F5344CB8AC3E}">
        <p14:creationId xmlns:p14="http://schemas.microsoft.com/office/powerpoint/2010/main" val="186489595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Large Image">
    <p:bg>
      <p:bgPr>
        <a:solidFill>
          <a:schemeClr val="tx2"/>
        </a:solidFill>
        <a:effectLst/>
      </p:bgPr>
    </p:bg>
    <p:spTree>
      <p:nvGrpSpPr>
        <p:cNvPr id="1" name=""/>
        <p:cNvGrpSpPr/>
        <p:nvPr/>
      </p:nvGrpSpPr>
      <p:grpSpPr>
        <a:xfrm>
          <a:off x="0" y="0"/>
          <a:ext cx="0" cy="0"/>
          <a:chOff x="0" y="0"/>
          <a:chExt cx="0" cy="0"/>
        </a:xfrm>
      </p:grpSpPr>
      <p:sp>
        <p:nvSpPr>
          <p:cNvPr id="12" name="Bildplatzhalter 11">
            <a:extLst>
              <a:ext uri="{FF2B5EF4-FFF2-40B4-BE49-F238E27FC236}">
                <a16:creationId xmlns:a16="http://schemas.microsoft.com/office/drawing/2014/main" id="{9EE2F6F6-6F9F-B051-3636-EA67491CBC13}"/>
              </a:ext>
            </a:extLst>
          </p:cNvPr>
          <p:cNvSpPr>
            <a:spLocks noGrp="1"/>
          </p:cNvSpPr>
          <p:nvPr>
            <p:ph type="pic" sz="quarter" idx="16" hasCustomPrompt="1"/>
          </p:nvPr>
        </p:nvSpPr>
        <p:spPr>
          <a:xfrm>
            <a:off x="0" y="0"/>
            <a:ext cx="12192000" cy="6858000"/>
          </a:xfrm>
          <a:solidFill>
            <a:srgbClr val="73737D"/>
          </a:solidFill>
        </p:spPr>
        <p:txBody>
          <a:bodyPr/>
          <a:lstStyle>
            <a:lvl1pPr algn="ctr">
              <a:defRPr>
                <a:solidFill>
                  <a:schemeClr val="bg2"/>
                </a:solidFill>
              </a:defRPr>
            </a:lvl1pPr>
          </a:lstStyle>
          <a:p>
            <a:r>
              <a:rPr lang="de-DE" dirty="0"/>
              <a:t>[Image]</a:t>
            </a:r>
          </a:p>
        </p:txBody>
      </p:sp>
      <p:sp>
        <p:nvSpPr>
          <p:cNvPr id="2" name="Titel 1">
            <a:extLst>
              <a:ext uri="{FF2B5EF4-FFF2-40B4-BE49-F238E27FC236}">
                <a16:creationId xmlns:a16="http://schemas.microsoft.com/office/drawing/2014/main" id="{ED25BFD1-1134-EBA3-CC58-E1A42C84C14A}"/>
              </a:ext>
            </a:extLst>
          </p:cNvPr>
          <p:cNvSpPr>
            <a:spLocks noGrp="1"/>
          </p:cNvSpPr>
          <p:nvPr>
            <p:ph type="title" hasCustomPrompt="1"/>
          </p:nvPr>
        </p:nvSpPr>
        <p:spPr/>
        <p:txBody>
          <a:bodyPr/>
          <a:lstStyle>
            <a:lvl1pPr>
              <a:defRPr>
                <a:solidFill>
                  <a:schemeClr val="bg1"/>
                </a:solidFill>
              </a:defRPr>
            </a:lvl1pPr>
          </a:lstStyle>
          <a:p>
            <a:r>
              <a:rPr lang="de-DE" dirty="0"/>
              <a:t>[Slide title]</a:t>
            </a:r>
          </a:p>
        </p:txBody>
      </p:sp>
      <p:sp>
        <p:nvSpPr>
          <p:cNvPr id="3" name="Datumsplatzhalter 2">
            <a:extLst>
              <a:ext uri="{FF2B5EF4-FFF2-40B4-BE49-F238E27FC236}">
                <a16:creationId xmlns:a16="http://schemas.microsoft.com/office/drawing/2014/main" id="{0FFBF067-2F67-2287-58A8-CC4717A4C440}"/>
              </a:ext>
            </a:extLst>
          </p:cNvPr>
          <p:cNvSpPr>
            <a:spLocks noGrp="1"/>
          </p:cNvSpPr>
          <p:nvPr>
            <p:ph type="dt" sz="half" idx="10"/>
          </p:nvPr>
        </p:nvSpPr>
        <p:spPr/>
        <p:txBody>
          <a:bodyPr/>
          <a:lstStyle/>
          <a:p>
            <a:fld id="{E1C14479-9C76-411F-84AD-C34522A668D9}" type="datetime1">
              <a:rPr lang="de-DE" smtClean="0"/>
              <a:t>05.02.25</a:t>
            </a:fld>
            <a:endParaRPr lang="de-DE"/>
          </a:p>
        </p:txBody>
      </p:sp>
      <p:sp>
        <p:nvSpPr>
          <p:cNvPr id="4" name="Fußzeilenplatzhalter 3">
            <a:extLst>
              <a:ext uri="{FF2B5EF4-FFF2-40B4-BE49-F238E27FC236}">
                <a16:creationId xmlns:a16="http://schemas.microsoft.com/office/drawing/2014/main" id="{16E81B82-C788-CFFE-CAFB-4C352B9392E0}"/>
              </a:ext>
            </a:extLst>
          </p:cNvPr>
          <p:cNvSpPr>
            <a:spLocks noGrp="1"/>
          </p:cNvSpPr>
          <p:nvPr>
            <p:ph type="ftr" sz="quarter" idx="11"/>
          </p:nvPr>
        </p:nvSpPr>
        <p:spPr/>
        <p:txBody>
          <a:bodyPr/>
          <a:lstStyle>
            <a:lvl1pPr>
              <a:defRPr>
                <a:solidFill>
                  <a:schemeClr val="bg1"/>
                </a:solidFill>
              </a:defRPr>
            </a:lvl1pPr>
          </a:lstStyle>
          <a:p>
            <a:r>
              <a:rPr lang="de-DE"/>
              <a:t>Restricted</a:t>
            </a:r>
            <a:endParaRPr lang="de-DE" dirty="0"/>
          </a:p>
        </p:txBody>
      </p:sp>
      <p:sp>
        <p:nvSpPr>
          <p:cNvPr id="5" name="Foliennummernplatzhalter 4">
            <a:extLst>
              <a:ext uri="{FF2B5EF4-FFF2-40B4-BE49-F238E27FC236}">
                <a16:creationId xmlns:a16="http://schemas.microsoft.com/office/drawing/2014/main" id="{FB24445D-C574-505D-7A53-58FEE6DE8D9E}"/>
              </a:ext>
            </a:extLst>
          </p:cNvPr>
          <p:cNvSpPr>
            <a:spLocks noGrp="1"/>
          </p:cNvSpPr>
          <p:nvPr>
            <p:ph type="sldNum" sz="quarter" idx="12"/>
          </p:nvPr>
        </p:nvSpPr>
        <p:spPr/>
        <p:txBody>
          <a:bodyPr/>
          <a:lstStyle>
            <a:lvl1pPr>
              <a:defRPr>
                <a:solidFill>
                  <a:schemeClr val="bg1"/>
                </a:solidFill>
              </a:defRPr>
            </a:lvl1pPr>
          </a:lstStyle>
          <a:p>
            <a:fld id="{67CD7502-7F22-405E-8273-ECAD6156DDA0}" type="slidenum">
              <a:rPr lang="de-DE" smtClean="0"/>
              <a:pPr/>
              <a:t>‹#›</a:t>
            </a:fld>
            <a:endParaRPr lang="de-DE"/>
          </a:p>
        </p:txBody>
      </p:sp>
      <p:sp>
        <p:nvSpPr>
          <p:cNvPr id="8" name="Onlinebild-Platzhalter 11">
            <a:extLst>
              <a:ext uri="{FF2B5EF4-FFF2-40B4-BE49-F238E27FC236}">
                <a16:creationId xmlns:a16="http://schemas.microsoft.com/office/drawing/2014/main" id="{7925E6E5-E695-CE98-6733-867CF679B4DD}"/>
              </a:ext>
            </a:extLst>
          </p:cNvPr>
          <p:cNvSpPr>
            <a:spLocks noGrp="1"/>
          </p:cNvSpPr>
          <p:nvPr>
            <p:ph type="clipArt" sz="quarter" idx="14" hasCustomPrompt="1"/>
          </p:nvPr>
        </p:nvSpPr>
        <p:spPr>
          <a:xfrm>
            <a:off x="11099864" y="0"/>
            <a:ext cx="1008000" cy="977900"/>
          </a:xfrm>
          <a:blipFill>
            <a:blip r:embed="rId2"/>
            <a:stretch>
              <a:fillRect/>
            </a:stretch>
          </a:blipFill>
        </p:spPr>
        <p:txBody>
          <a:bodyPr/>
          <a:lstStyle/>
          <a:p>
            <a:r>
              <a:rPr lang="de-DE" dirty="0"/>
              <a:t> </a:t>
            </a:r>
          </a:p>
        </p:txBody>
      </p:sp>
      <p:sp>
        <p:nvSpPr>
          <p:cNvPr id="10" name="Onlinebild-Platzhalter 14">
            <a:extLst>
              <a:ext uri="{FF2B5EF4-FFF2-40B4-BE49-F238E27FC236}">
                <a16:creationId xmlns:a16="http://schemas.microsoft.com/office/drawing/2014/main" id="{AD8A6FC3-391D-C25C-04EB-6D2B99BE2B2D}"/>
              </a:ext>
            </a:extLst>
          </p:cNvPr>
          <p:cNvSpPr>
            <a:spLocks noGrp="1"/>
          </p:cNvSpPr>
          <p:nvPr>
            <p:ph type="clipArt" sz="quarter" idx="15" hasCustomPrompt="1"/>
          </p:nvPr>
        </p:nvSpPr>
        <p:spPr>
          <a:xfrm>
            <a:off x="587375" y="6450649"/>
            <a:ext cx="1440000" cy="201908"/>
          </a:xfrm>
          <a:blipFill>
            <a:blip r:embed="rId3"/>
            <a:stretch>
              <a:fillRect/>
            </a:stretch>
          </a:blipFill>
        </p:spPr>
        <p:txBody>
          <a:bodyPr/>
          <a:lstStyle/>
          <a:p>
            <a:r>
              <a:rPr lang="de-DE" dirty="0"/>
              <a:t> </a:t>
            </a:r>
          </a:p>
        </p:txBody>
      </p:sp>
      <p:sp>
        <p:nvSpPr>
          <p:cNvPr id="6" name="Text Placeholder 4">
            <a:extLst>
              <a:ext uri="{FF2B5EF4-FFF2-40B4-BE49-F238E27FC236}">
                <a16:creationId xmlns:a16="http://schemas.microsoft.com/office/drawing/2014/main" id="{6F259405-CC98-E5FE-98A8-BA04097D6838}"/>
              </a:ext>
            </a:extLst>
          </p:cNvPr>
          <p:cNvSpPr>
            <a:spLocks noGrp="1"/>
          </p:cNvSpPr>
          <p:nvPr>
            <p:ph type="body" sz="quarter" idx="13" hasCustomPrompt="1"/>
          </p:nvPr>
        </p:nvSpPr>
        <p:spPr>
          <a:xfrm>
            <a:off x="587375" y="225425"/>
            <a:ext cx="10512489" cy="323850"/>
          </a:xfrm>
        </p:spPr>
        <p:txBody>
          <a:bodyPr/>
          <a:lstStyle>
            <a:lvl1pPr>
              <a:lnSpc>
                <a:spcPct val="90000"/>
              </a:lnSpc>
              <a:spcBef>
                <a:spcPts val="0"/>
              </a:spcBef>
              <a:defRPr sz="1300" b="1" kern="1000" cap="all" spc="100" baseline="0">
                <a:solidFill>
                  <a:schemeClr val="bg1"/>
                </a:solidFill>
              </a:defRPr>
            </a:lvl1pPr>
          </a:lstStyle>
          <a:p>
            <a:pPr lvl="0"/>
            <a:r>
              <a:rPr lang="en-US" dirty="0"/>
              <a:t>[Running header, optional]</a:t>
            </a:r>
            <a:endParaRPr lang="de-DE" dirty="0"/>
          </a:p>
        </p:txBody>
      </p:sp>
    </p:spTree>
    <p:extLst>
      <p:ext uri="{BB962C8B-B14F-4D97-AF65-F5344CB8AC3E}">
        <p14:creationId xmlns:p14="http://schemas.microsoft.com/office/powerpoint/2010/main" val="277755101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Pull Quote">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0E285A7-CD47-AED1-12FA-5AFDA12120B0}"/>
              </a:ext>
            </a:extLst>
          </p:cNvPr>
          <p:cNvSpPr>
            <a:spLocks noGrp="1"/>
          </p:cNvSpPr>
          <p:nvPr>
            <p:ph type="title" hasCustomPrompt="1"/>
          </p:nvPr>
        </p:nvSpPr>
        <p:spPr/>
        <p:txBody>
          <a:bodyPr/>
          <a:lstStyle>
            <a:lvl1pPr>
              <a:defRPr>
                <a:solidFill>
                  <a:schemeClr val="bg1"/>
                </a:solidFill>
              </a:defRPr>
            </a:lvl1pPr>
          </a:lstStyle>
          <a:p>
            <a:r>
              <a:rPr lang="de-DE" dirty="0"/>
              <a:t>[Slide title]</a:t>
            </a:r>
          </a:p>
        </p:txBody>
      </p:sp>
      <p:sp>
        <p:nvSpPr>
          <p:cNvPr id="3" name="Inhaltsplatzhalter 2">
            <a:extLst>
              <a:ext uri="{FF2B5EF4-FFF2-40B4-BE49-F238E27FC236}">
                <a16:creationId xmlns:a16="http://schemas.microsoft.com/office/drawing/2014/main" id="{F4DE9139-8797-C0FA-077A-2ADDF67464CF}"/>
              </a:ext>
            </a:extLst>
          </p:cNvPr>
          <p:cNvSpPr>
            <a:spLocks noGrp="1"/>
          </p:cNvSpPr>
          <p:nvPr>
            <p:ph idx="1" hasCustomPrompt="1"/>
          </p:nvPr>
        </p:nvSpPr>
        <p:spPr>
          <a:xfrm>
            <a:off x="587375" y="1484313"/>
            <a:ext cx="8208963" cy="4681537"/>
          </a:xfrm>
        </p:spPr>
        <p:txBody>
          <a:bodyPr/>
          <a:lstStyle>
            <a:lvl1pPr>
              <a:lnSpc>
                <a:spcPct val="90000"/>
              </a:lnSpc>
              <a:spcAft>
                <a:spcPts val="0"/>
              </a:spcAft>
              <a:defRPr sz="4800" b="1">
                <a:solidFill>
                  <a:schemeClr val="bg1"/>
                </a:solidFill>
              </a:defRPr>
            </a:lvl1pPr>
            <a:lvl2pPr>
              <a:spcBef>
                <a:spcPts val="1200"/>
              </a:spcBef>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dirty="0"/>
              <a:t>[Pull </a:t>
            </a:r>
            <a:r>
              <a:rPr lang="de-DE" dirty="0" err="1"/>
              <a:t>quote</a:t>
            </a:r>
            <a:r>
              <a:rPr lang="de-DE" dirty="0"/>
              <a:t>]</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Datumsplatzhalter 3">
            <a:extLst>
              <a:ext uri="{FF2B5EF4-FFF2-40B4-BE49-F238E27FC236}">
                <a16:creationId xmlns:a16="http://schemas.microsoft.com/office/drawing/2014/main" id="{B55D882F-D3F6-3E6B-BDCF-80EC5DFB3BEB}"/>
              </a:ext>
            </a:extLst>
          </p:cNvPr>
          <p:cNvSpPr>
            <a:spLocks noGrp="1"/>
          </p:cNvSpPr>
          <p:nvPr>
            <p:ph type="dt" sz="half" idx="10"/>
          </p:nvPr>
        </p:nvSpPr>
        <p:spPr/>
        <p:txBody>
          <a:bodyPr/>
          <a:lstStyle/>
          <a:p>
            <a:fld id="{2FE0439B-1E44-49B0-92A5-D7E3C8488485}" type="datetime1">
              <a:rPr lang="de-DE" smtClean="0"/>
              <a:t>05.02.25</a:t>
            </a:fld>
            <a:endParaRPr lang="de-DE"/>
          </a:p>
        </p:txBody>
      </p:sp>
      <p:sp>
        <p:nvSpPr>
          <p:cNvPr id="5" name="Fußzeilenplatzhalter 4">
            <a:extLst>
              <a:ext uri="{FF2B5EF4-FFF2-40B4-BE49-F238E27FC236}">
                <a16:creationId xmlns:a16="http://schemas.microsoft.com/office/drawing/2014/main" id="{CBEDF076-44F9-A4F5-BD48-3CE9411B6140}"/>
              </a:ext>
            </a:extLst>
          </p:cNvPr>
          <p:cNvSpPr>
            <a:spLocks noGrp="1"/>
          </p:cNvSpPr>
          <p:nvPr>
            <p:ph type="ftr" sz="quarter" idx="11"/>
          </p:nvPr>
        </p:nvSpPr>
        <p:spPr/>
        <p:txBody>
          <a:bodyPr/>
          <a:lstStyle>
            <a:lvl1pPr>
              <a:defRPr>
                <a:solidFill>
                  <a:schemeClr val="bg1"/>
                </a:solidFill>
              </a:defRPr>
            </a:lvl1pPr>
          </a:lstStyle>
          <a:p>
            <a:r>
              <a:rPr lang="de-DE"/>
              <a:t>Restricted</a:t>
            </a:r>
            <a:endParaRPr lang="de-DE" dirty="0"/>
          </a:p>
        </p:txBody>
      </p:sp>
      <p:sp>
        <p:nvSpPr>
          <p:cNvPr id="6" name="Foliennummernplatzhalter 5">
            <a:extLst>
              <a:ext uri="{FF2B5EF4-FFF2-40B4-BE49-F238E27FC236}">
                <a16:creationId xmlns:a16="http://schemas.microsoft.com/office/drawing/2014/main" id="{541D3232-2435-0ECC-D548-454E987BB2C9}"/>
              </a:ext>
            </a:extLst>
          </p:cNvPr>
          <p:cNvSpPr>
            <a:spLocks noGrp="1"/>
          </p:cNvSpPr>
          <p:nvPr>
            <p:ph type="sldNum" sz="quarter" idx="12"/>
          </p:nvPr>
        </p:nvSpPr>
        <p:spPr/>
        <p:txBody>
          <a:bodyPr/>
          <a:lstStyle>
            <a:lvl1pPr>
              <a:defRPr>
                <a:solidFill>
                  <a:schemeClr val="bg1"/>
                </a:solidFill>
              </a:defRPr>
            </a:lvl1pPr>
          </a:lstStyle>
          <a:p>
            <a:fld id="{67CD7502-7F22-405E-8273-ECAD6156DDA0}" type="slidenum">
              <a:rPr lang="de-DE" smtClean="0"/>
              <a:pPr/>
              <a:t>‹#›</a:t>
            </a:fld>
            <a:endParaRPr lang="de-DE"/>
          </a:p>
        </p:txBody>
      </p:sp>
      <p:pic>
        <p:nvPicPr>
          <p:cNvPr id="7" name="Picture 9">
            <a:extLst>
              <a:ext uri="{FF2B5EF4-FFF2-40B4-BE49-F238E27FC236}">
                <a16:creationId xmlns:a16="http://schemas.microsoft.com/office/drawing/2014/main" id="{1BDEE00A-A3E7-1A34-02F8-6891882368CF}"/>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1100625" y="98"/>
            <a:ext cx="1008000" cy="977330"/>
          </a:xfrm>
          <a:prstGeom prst="rect">
            <a:avLst/>
          </a:prstGeom>
        </p:spPr>
      </p:pic>
      <p:pic>
        <p:nvPicPr>
          <p:cNvPr id="11" name="Grafik 10">
            <a:extLst>
              <a:ext uri="{FF2B5EF4-FFF2-40B4-BE49-F238E27FC236}">
                <a16:creationId xmlns:a16="http://schemas.microsoft.com/office/drawing/2014/main" id="{63F22BA8-66BC-58FB-570E-F9B5F5DE0070}"/>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587375" y="6450648"/>
            <a:ext cx="1440000" cy="201909"/>
          </a:xfrm>
          <a:prstGeom prst="rect">
            <a:avLst/>
          </a:prstGeom>
        </p:spPr>
      </p:pic>
      <p:sp>
        <p:nvSpPr>
          <p:cNvPr id="8" name="Text Placeholder 4">
            <a:extLst>
              <a:ext uri="{FF2B5EF4-FFF2-40B4-BE49-F238E27FC236}">
                <a16:creationId xmlns:a16="http://schemas.microsoft.com/office/drawing/2014/main" id="{A9CA7AF5-47EF-3EAA-69C7-7BC3FD270A48}"/>
              </a:ext>
            </a:extLst>
          </p:cNvPr>
          <p:cNvSpPr>
            <a:spLocks noGrp="1"/>
          </p:cNvSpPr>
          <p:nvPr>
            <p:ph type="body" sz="quarter" idx="13" hasCustomPrompt="1"/>
          </p:nvPr>
        </p:nvSpPr>
        <p:spPr>
          <a:xfrm>
            <a:off x="587375" y="225425"/>
            <a:ext cx="10513249" cy="323850"/>
          </a:xfrm>
        </p:spPr>
        <p:txBody>
          <a:bodyPr/>
          <a:lstStyle>
            <a:lvl1pPr>
              <a:lnSpc>
                <a:spcPct val="90000"/>
              </a:lnSpc>
              <a:spcBef>
                <a:spcPts val="0"/>
              </a:spcBef>
              <a:defRPr sz="1300" b="1" kern="1000" cap="all" spc="100" baseline="0">
                <a:solidFill>
                  <a:schemeClr val="bg1"/>
                </a:solidFill>
              </a:defRPr>
            </a:lvl1pPr>
          </a:lstStyle>
          <a:p>
            <a:pPr lvl="0"/>
            <a:r>
              <a:rPr lang="en-US" dirty="0"/>
              <a:t>[Running header, optional]</a:t>
            </a:r>
            <a:endParaRPr lang="de-DE" dirty="0"/>
          </a:p>
        </p:txBody>
      </p:sp>
    </p:spTree>
    <p:extLst>
      <p:ext uri="{BB962C8B-B14F-4D97-AF65-F5344CB8AC3E}">
        <p14:creationId xmlns:p14="http://schemas.microsoft.com/office/powerpoint/2010/main" val="34458287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martphone">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4757E04-7E81-775E-709A-148A36F1CAA1}"/>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5003102" y="0"/>
            <a:ext cx="5007812" cy="6843690"/>
          </a:xfrm>
          <a:prstGeom prst="rect">
            <a:avLst/>
          </a:prstGeom>
        </p:spPr>
      </p:pic>
      <p:sp>
        <p:nvSpPr>
          <p:cNvPr id="9" name="Content Placeholder 9">
            <a:extLst>
              <a:ext uri="{FF2B5EF4-FFF2-40B4-BE49-F238E27FC236}">
                <a16:creationId xmlns:a16="http://schemas.microsoft.com/office/drawing/2014/main" id="{98DC5138-0190-0D0C-A29F-0A5B4A6F3F9E}"/>
              </a:ext>
            </a:extLst>
          </p:cNvPr>
          <p:cNvSpPr>
            <a:spLocks noGrp="1"/>
          </p:cNvSpPr>
          <p:nvPr>
            <p:ph sz="quarter" idx="13" hasCustomPrompt="1"/>
          </p:nvPr>
        </p:nvSpPr>
        <p:spPr>
          <a:xfrm>
            <a:off x="6290940" y="761773"/>
            <a:ext cx="2441168" cy="5364000"/>
          </a:xfrm>
          <a:prstGeom prst="roundRect">
            <a:avLst>
              <a:gd name="adj" fmla="val 17083"/>
            </a:avLst>
          </a:prstGeom>
          <a:solidFill>
            <a:schemeClr val="accent1"/>
          </a:solidFill>
        </p:spPr>
        <p:txBody>
          <a:bodyPr lIns="72000" tIns="72000"/>
          <a:lstStyle>
            <a:lvl1pPr>
              <a:defRPr>
                <a:solidFill>
                  <a:schemeClr val="bg1"/>
                </a:solidFill>
              </a:defRPr>
            </a:lvl1pPr>
          </a:lstStyle>
          <a:p>
            <a:pPr algn="l"/>
            <a:r>
              <a:rPr lang="de-DE" sz="1400" dirty="0">
                <a:solidFill>
                  <a:schemeClr val="bg1"/>
                </a:solidFill>
              </a:rPr>
              <a:t>[Click on </a:t>
            </a:r>
            <a:r>
              <a:rPr lang="de-DE" sz="1400" dirty="0" err="1">
                <a:solidFill>
                  <a:schemeClr val="bg1"/>
                </a:solidFill>
              </a:rPr>
              <a:t>icon</a:t>
            </a:r>
            <a:r>
              <a:rPr lang="de-DE" sz="1400" dirty="0">
                <a:solidFill>
                  <a:schemeClr val="bg1"/>
                </a:solidFill>
              </a:rPr>
              <a:t> </a:t>
            </a:r>
            <a:r>
              <a:rPr lang="de-DE" sz="1400" dirty="0" err="1">
                <a:solidFill>
                  <a:schemeClr val="bg1"/>
                </a:solidFill>
              </a:rPr>
              <a:t>to</a:t>
            </a:r>
            <a:r>
              <a:rPr lang="de-DE" sz="1400" dirty="0">
                <a:solidFill>
                  <a:schemeClr val="bg1"/>
                </a:solidFill>
              </a:rPr>
              <a:t> </a:t>
            </a:r>
            <a:r>
              <a:rPr lang="de-DE" sz="1400" dirty="0" err="1">
                <a:solidFill>
                  <a:schemeClr val="bg1"/>
                </a:solidFill>
              </a:rPr>
              <a:t>insert</a:t>
            </a:r>
            <a:r>
              <a:rPr lang="de-DE" sz="1400" dirty="0">
                <a:solidFill>
                  <a:schemeClr val="bg1"/>
                </a:solidFill>
              </a:rPr>
              <a:t> </a:t>
            </a:r>
            <a:r>
              <a:rPr lang="de-DE" sz="1400" dirty="0" err="1">
                <a:solidFill>
                  <a:schemeClr val="bg1"/>
                </a:solidFill>
              </a:rPr>
              <a:t>content</a:t>
            </a:r>
            <a:r>
              <a:rPr lang="de-DE" sz="1400" dirty="0">
                <a:solidFill>
                  <a:schemeClr val="bg1"/>
                </a:solidFill>
              </a:rPr>
              <a:t>.]</a:t>
            </a:r>
            <a:endParaRPr lang="en-US" sz="1400" dirty="0">
              <a:solidFill>
                <a:schemeClr val="bg1"/>
              </a:solidFill>
            </a:endParaRPr>
          </a:p>
        </p:txBody>
      </p:sp>
      <p:sp>
        <p:nvSpPr>
          <p:cNvPr id="2" name="Titel 1">
            <a:extLst>
              <a:ext uri="{FF2B5EF4-FFF2-40B4-BE49-F238E27FC236}">
                <a16:creationId xmlns:a16="http://schemas.microsoft.com/office/drawing/2014/main" id="{80E285A7-CD47-AED1-12FA-5AFDA12120B0}"/>
              </a:ext>
            </a:extLst>
          </p:cNvPr>
          <p:cNvSpPr>
            <a:spLocks noGrp="1"/>
          </p:cNvSpPr>
          <p:nvPr>
            <p:ph type="title" hasCustomPrompt="1"/>
          </p:nvPr>
        </p:nvSpPr>
        <p:spPr>
          <a:xfrm>
            <a:off x="587375" y="549275"/>
            <a:ext cx="5400675" cy="466725"/>
          </a:xfrm>
        </p:spPr>
        <p:txBody>
          <a:bodyPr/>
          <a:lstStyle>
            <a:lvl1pPr>
              <a:defRPr/>
            </a:lvl1pPr>
          </a:lstStyle>
          <a:p>
            <a:r>
              <a:rPr lang="de-DE" dirty="0"/>
              <a:t>[Slide title]</a:t>
            </a:r>
          </a:p>
        </p:txBody>
      </p:sp>
      <p:sp>
        <p:nvSpPr>
          <p:cNvPr id="3" name="Inhaltsplatzhalter 2">
            <a:extLst>
              <a:ext uri="{FF2B5EF4-FFF2-40B4-BE49-F238E27FC236}">
                <a16:creationId xmlns:a16="http://schemas.microsoft.com/office/drawing/2014/main" id="{F4DE9139-8797-C0FA-077A-2ADDF67464CF}"/>
              </a:ext>
            </a:extLst>
          </p:cNvPr>
          <p:cNvSpPr>
            <a:spLocks noGrp="1"/>
          </p:cNvSpPr>
          <p:nvPr>
            <p:ph idx="1" hasCustomPrompt="1"/>
          </p:nvPr>
        </p:nvSpPr>
        <p:spPr>
          <a:xfrm>
            <a:off x="587376" y="1484313"/>
            <a:ext cx="2592388" cy="4681537"/>
          </a:xfrm>
        </p:spPr>
        <p:txBody>
          <a:bodyPr/>
          <a:lstStyle>
            <a:lvl1pPr>
              <a:defRPr/>
            </a:lvl1pPr>
          </a:lstStyle>
          <a:p>
            <a:pPr lvl="0"/>
            <a:r>
              <a:rPr lang="de-DE" dirty="0"/>
              <a:t>[Copy </a:t>
            </a:r>
            <a:r>
              <a:rPr lang="de-DE" dirty="0" err="1"/>
              <a:t>text</a:t>
            </a:r>
            <a:r>
              <a:rPr lang="de-DE" dirty="0"/>
              <a:t> </a:t>
            </a:r>
            <a:r>
              <a:rPr lang="de-DE" dirty="0" err="1"/>
              <a:t>level</a:t>
            </a:r>
            <a:r>
              <a:rPr lang="de-DE" dirty="0"/>
              <a:t> 1, </a:t>
            </a:r>
            <a:r>
              <a:rPr lang="de-DE" dirty="0" err="1"/>
              <a:t>heading</a:t>
            </a:r>
            <a:r>
              <a:rPr lang="de-DE" dirty="0"/>
              <a:t> </a:t>
            </a:r>
            <a:r>
              <a:rPr lang="de-DE" dirty="0" err="1"/>
              <a:t>with</a:t>
            </a:r>
            <a:r>
              <a:rPr lang="de-DE" dirty="0"/>
              <a:t> </a:t>
            </a:r>
            <a:r>
              <a:rPr lang="de-DE" dirty="0" err="1"/>
              <a:t>level</a:t>
            </a:r>
            <a:r>
              <a:rPr lang="de-DE" dirty="0"/>
              <a:t> 2 and </a:t>
            </a:r>
            <a:r>
              <a:rPr lang="de-DE" dirty="0" err="1"/>
              <a:t>bullet</a:t>
            </a:r>
            <a:r>
              <a:rPr lang="de-DE" dirty="0"/>
              <a:t> </a:t>
            </a:r>
            <a:r>
              <a:rPr lang="de-DE" dirty="0" err="1"/>
              <a:t>points</a:t>
            </a:r>
            <a:r>
              <a:rPr lang="de-DE" dirty="0"/>
              <a:t> </a:t>
            </a:r>
            <a:r>
              <a:rPr lang="de-DE" dirty="0" err="1"/>
              <a:t>with</a:t>
            </a:r>
            <a:r>
              <a:rPr lang="de-DE" dirty="0"/>
              <a:t> </a:t>
            </a:r>
            <a:r>
              <a:rPr lang="de-DE" dirty="0" err="1"/>
              <a:t>level</a:t>
            </a:r>
            <a:r>
              <a:rPr lang="de-DE" dirty="0"/>
              <a:t> 3]</a:t>
            </a:r>
          </a:p>
          <a:p>
            <a:pPr lvl="1"/>
            <a:r>
              <a:rPr lang="de-DE" dirty="0"/>
              <a:t>Zweite Ebene</a:t>
            </a:r>
          </a:p>
          <a:p>
            <a:pPr lvl="2"/>
            <a:r>
              <a:rPr lang="de-DE" dirty="0"/>
              <a:t>Dritte Ebene</a:t>
            </a:r>
          </a:p>
          <a:p>
            <a:pPr lvl="3"/>
            <a:r>
              <a:rPr lang="de-DE" dirty="0"/>
              <a:t>Vierte Ebene</a:t>
            </a:r>
          </a:p>
          <a:p>
            <a:pPr lvl="4"/>
            <a:r>
              <a:rPr lang="de-DE" dirty="0"/>
              <a:t>Fünfte Ebene</a:t>
            </a:r>
          </a:p>
        </p:txBody>
      </p:sp>
      <p:pic>
        <p:nvPicPr>
          <p:cNvPr id="11" name="Grafik 10">
            <a:extLst>
              <a:ext uri="{FF2B5EF4-FFF2-40B4-BE49-F238E27FC236}">
                <a16:creationId xmlns:a16="http://schemas.microsoft.com/office/drawing/2014/main" id="{03EE0DE3-1D63-94BF-16B7-AF979C110A6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87374" y="6450649"/>
            <a:ext cx="1440000" cy="201909"/>
          </a:xfrm>
          <a:prstGeom prst="rect">
            <a:avLst/>
          </a:prstGeom>
        </p:spPr>
      </p:pic>
      <p:pic>
        <p:nvPicPr>
          <p:cNvPr id="10" name="Picture 9">
            <a:extLst>
              <a:ext uri="{FF2B5EF4-FFF2-40B4-BE49-F238E27FC236}">
                <a16:creationId xmlns:a16="http://schemas.microsoft.com/office/drawing/2014/main" id="{E0F94619-A54B-4704-2C66-C8EEA140B3C2}"/>
              </a:ext>
            </a:extLst>
          </p:cNvPr>
          <p:cNvPicPr>
            <a:picLocks noChangeAspect="1"/>
          </p:cNvPicPr>
          <p:nvPr userDrawn="1"/>
        </p:nvPicPr>
        <p:blipFill>
          <a:blip r:embed="rId4"/>
          <a:stretch>
            <a:fillRect/>
          </a:stretch>
        </p:blipFill>
        <p:spPr>
          <a:xfrm>
            <a:off x="11100625" y="0"/>
            <a:ext cx="1008000" cy="977526"/>
          </a:xfrm>
          <a:prstGeom prst="rect">
            <a:avLst/>
          </a:prstGeom>
        </p:spPr>
      </p:pic>
      <p:sp>
        <p:nvSpPr>
          <p:cNvPr id="12" name="Datumsplatzhalter 11">
            <a:extLst>
              <a:ext uri="{FF2B5EF4-FFF2-40B4-BE49-F238E27FC236}">
                <a16:creationId xmlns:a16="http://schemas.microsoft.com/office/drawing/2014/main" id="{F4D218FB-BE0E-6EA2-5F9F-CBBE0EA348F0}"/>
              </a:ext>
            </a:extLst>
          </p:cNvPr>
          <p:cNvSpPr>
            <a:spLocks noGrp="1"/>
          </p:cNvSpPr>
          <p:nvPr>
            <p:ph type="dt" sz="half" idx="14"/>
          </p:nvPr>
        </p:nvSpPr>
        <p:spPr/>
        <p:txBody>
          <a:bodyPr/>
          <a:lstStyle/>
          <a:p>
            <a:fld id="{49BCF856-45E1-4225-8864-65C356F7EC31}" type="datetime1">
              <a:rPr lang="de-DE" smtClean="0"/>
              <a:t>05.02.25</a:t>
            </a:fld>
            <a:endParaRPr lang="de-DE" dirty="0"/>
          </a:p>
        </p:txBody>
      </p:sp>
      <p:sp>
        <p:nvSpPr>
          <p:cNvPr id="14" name="Fußzeilenplatzhalter 13">
            <a:extLst>
              <a:ext uri="{FF2B5EF4-FFF2-40B4-BE49-F238E27FC236}">
                <a16:creationId xmlns:a16="http://schemas.microsoft.com/office/drawing/2014/main" id="{6D103AA2-40FD-A72F-C7F7-6023EEB1965C}"/>
              </a:ext>
            </a:extLst>
          </p:cNvPr>
          <p:cNvSpPr>
            <a:spLocks noGrp="1"/>
          </p:cNvSpPr>
          <p:nvPr>
            <p:ph type="ftr" sz="quarter" idx="15"/>
          </p:nvPr>
        </p:nvSpPr>
        <p:spPr/>
        <p:txBody>
          <a:bodyPr/>
          <a:lstStyle/>
          <a:p>
            <a:r>
              <a:rPr lang="de-DE"/>
              <a:t>Restricted</a:t>
            </a:r>
            <a:endParaRPr lang="de-DE" dirty="0"/>
          </a:p>
        </p:txBody>
      </p:sp>
      <p:sp>
        <p:nvSpPr>
          <p:cNvPr id="15" name="Foliennummernplatzhalter 14">
            <a:extLst>
              <a:ext uri="{FF2B5EF4-FFF2-40B4-BE49-F238E27FC236}">
                <a16:creationId xmlns:a16="http://schemas.microsoft.com/office/drawing/2014/main" id="{9CEA1F14-C3B1-62EB-3115-96B6C0D30D4B}"/>
              </a:ext>
            </a:extLst>
          </p:cNvPr>
          <p:cNvSpPr>
            <a:spLocks noGrp="1"/>
          </p:cNvSpPr>
          <p:nvPr>
            <p:ph type="sldNum" sz="quarter" idx="16"/>
          </p:nvPr>
        </p:nvSpPr>
        <p:spPr/>
        <p:txBody>
          <a:bodyPr/>
          <a:lstStyle/>
          <a:p>
            <a:fld id="{67CD7502-7F22-405E-8273-ECAD6156DDA0}" type="slidenum">
              <a:rPr lang="de-DE" smtClean="0"/>
              <a:pPr/>
              <a:t>‹#›</a:t>
            </a:fld>
            <a:endParaRPr lang="de-DE" dirty="0"/>
          </a:p>
        </p:txBody>
      </p:sp>
      <p:sp>
        <p:nvSpPr>
          <p:cNvPr id="4" name="Text Placeholder 4">
            <a:extLst>
              <a:ext uri="{FF2B5EF4-FFF2-40B4-BE49-F238E27FC236}">
                <a16:creationId xmlns:a16="http://schemas.microsoft.com/office/drawing/2014/main" id="{E8B0708E-EAE9-1193-BFCD-0D227DDA4AF7}"/>
              </a:ext>
            </a:extLst>
          </p:cNvPr>
          <p:cNvSpPr>
            <a:spLocks noGrp="1"/>
          </p:cNvSpPr>
          <p:nvPr>
            <p:ph type="body" sz="quarter" idx="17" hasCustomPrompt="1"/>
          </p:nvPr>
        </p:nvSpPr>
        <p:spPr>
          <a:xfrm>
            <a:off x="587375" y="225425"/>
            <a:ext cx="10513249" cy="323850"/>
          </a:xfrm>
        </p:spPr>
        <p:txBody>
          <a:bodyPr/>
          <a:lstStyle>
            <a:lvl1pPr>
              <a:lnSpc>
                <a:spcPct val="90000"/>
              </a:lnSpc>
              <a:spcBef>
                <a:spcPts val="0"/>
              </a:spcBef>
              <a:defRPr sz="1300" b="1" kern="1000" cap="all" spc="100" baseline="0">
                <a:solidFill>
                  <a:schemeClr val="tx1"/>
                </a:solidFill>
              </a:defRPr>
            </a:lvl1pPr>
          </a:lstStyle>
          <a:p>
            <a:pPr lvl="0"/>
            <a:r>
              <a:rPr lang="en-US" dirty="0"/>
              <a:t>[Running header, optional]</a:t>
            </a:r>
            <a:endParaRPr lang="de-DE" dirty="0"/>
          </a:p>
        </p:txBody>
      </p:sp>
    </p:spTree>
    <p:extLst>
      <p:ext uri="{BB962C8B-B14F-4D97-AF65-F5344CB8AC3E}">
        <p14:creationId xmlns:p14="http://schemas.microsoft.com/office/powerpoint/2010/main" val="25365249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V">
    <p:spTree>
      <p:nvGrpSpPr>
        <p:cNvPr id="1" name=""/>
        <p:cNvGrpSpPr/>
        <p:nvPr/>
      </p:nvGrpSpPr>
      <p:grpSpPr>
        <a:xfrm>
          <a:off x="0" y="0"/>
          <a:ext cx="0" cy="0"/>
          <a:chOff x="0" y="0"/>
          <a:chExt cx="0" cy="0"/>
        </a:xfrm>
      </p:grpSpPr>
      <p:pic>
        <p:nvPicPr>
          <p:cNvPr id="4" name="Picture 6" descr="A black screen with legs&#10;&#10;Description automatically generated">
            <a:extLst>
              <a:ext uri="{FF2B5EF4-FFF2-40B4-BE49-F238E27FC236}">
                <a16:creationId xmlns:a16="http://schemas.microsoft.com/office/drawing/2014/main" id="{9FCE3626-1E82-C4AC-94F4-BF725D78B870}"/>
              </a:ext>
            </a:extLst>
          </p:cNvPr>
          <p:cNvPicPr>
            <a:picLocks noChangeAspect="1"/>
          </p:cNvPicPr>
          <p:nvPr userDrawn="1"/>
        </p:nvPicPr>
        <p:blipFill>
          <a:blip r:embed="rId2"/>
          <a:stretch>
            <a:fillRect/>
          </a:stretch>
        </p:blipFill>
        <p:spPr>
          <a:xfrm>
            <a:off x="3807332" y="1168018"/>
            <a:ext cx="8172000" cy="5376315"/>
          </a:xfrm>
          <a:prstGeom prst="rect">
            <a:avLst/>
          </a:prstGeom>
        </p:spPr>
      </p:pic>
      <p:sp>
        <p:nvSpPr>
          <p:cNvPr id="5" name="Content Placeholder 9">
            <a:extLst>
              <a:ext uri="{FF2B5EF4-FFF2-40B4-BE49-F238E27FC236}">
                <a16:creationId xmlns:a16="http://schemas.microsoft.com/office/drawing/2014/main" id="{7BDB95A9-61DA-A3DD-9279-5C24D46D4163}"/>
              </a:ext>
            </a:extLst>
          </p:cNvPr>
          <p:cNvSpPr>
            <a:spLocks noGrp="1"/>
          </p:cNvSpPr>
          <p:nvPr>
            <p:ph sz="quarter" idx="13" hasCustomPrompt="1"/>
          </p:nvPr>
        </p:nvSpPr>
        <p:spPr>
          <a:xfrm>
            <a:off x="4324096" y="1604004"/>
            <a:ext cx="6880858" cy="3861158"/>
          </a:xfrm>
          <a:solidFill>
            <a:schemeClr val="accent1"/>
          </a:solidFill>
        </p:spPr>
        <p:txBody>
          <a:bodyPr lIns="72000" tIns="72000"/>
          <a:lstStyle>
            <a:lvl1pPr>
              <a:defRPr>
                <a:solidFill>
                  <a:schemeClr val="bg1"/>
                </a:solidFill>
              </a:defRPr>
            </a:lvl1pPr>
          </a:lstStyle>
          <a:p>
            <a:pPr algn="l"/>
            <a:r>
              <a:rPr lang="de-DE" dirty="0">
                <a:solidFill>
                  <a:schemeClr val="bg1"/>
                </a:solidFill>
              </a:rPr>
              <a:t>[Click on </a:t>
            </a:r>
            <a:r>
              <a:rPr lang="de-DE" dirty="0" err="1">
                <a:solidFill>
                  <a:schemeClr val="bg1"/>
                </a:solidFill>
              </a:rPr>
              <a:t>icon</a:t>
            </a:r>
            <a:r>
              <a:rPr lang="de-DE" dirty="0">
                <a:solidFill>
                  <a:schemeClr val="bg1"/>
                </a:solidFill>
              </a:rPr>
              <a:t> </a:t>
            </a:r>
            <a:r>
              <a:rPr lang="de-DE" dirty="0" err="1">
                <a:solidFill>
                  <a:schemeClr val="bg1"/>
                </a:solidFill>
              </a:rPr>
              <a:t>to</a:t>
            </a:r>
            <a:r>
              <a:rPr lang="de-DE" dirty="0">
                <a:solidFill>
                  <a:schemeClr val="bg1"/>
                </a:solidFill>
              </a:rPr>
              <a:t> </a:t>
            </a:r>
            <a:r>
              <a:rPr lang="de-DE" dirty="0" err="1">
                <a:solidFill>
                  <a:schemeClr val="bg1"/>
                </a:solidFill>
              </a:rPr>
              <a:t>insert</a:t>
            </a:r>
            <a:r>
              <a:rPr lang="de-DE" dirty="0">
                <a:solidFill>
                  <a:schemeClr val="bg1"/>
                </a:solidFill>
              </a:rPr>
              <a:t> </a:t>
            </a:r>
            <a:r>
              <a:rPr lang="de-DE" dirty="0" err="1">
                <a:solidFill>
                  <a:schemeClr val="bg1"/>
                </a:solidFill>
              </a:rPr>
              <a:t>content</a:t>
            </a:r>
            <a:r>
              <a:rPr lang="de-DE" dirty="0">
                <a:solidFill>
                  <a:schemeClr val="bg1"/>
                </a:solidFill>
              </a:rPr>
              <a:t> in 16:9]</a:t>
            </a:r>
            <a:endParaRPr lang="en-US" dirty="0">
              <a:solidFill>
                <a:schemeClr val="bg1"/>
              </a:solidFill>
            </a:endParaRPr>
          </a:p>
        </p:txBody>
      </p:sp>
      <p:sp>
        <p:nvSpPr>
          <p:cNvPr id="2" name="Titel 1">
            <a:extLst>
              <a:ext uri="{FF2B5EF4-FFF2-40B4-BE49-F238E27FC236}">
                <a16:creationId xmlns:a16="http://schemas.microsoft.com/office/drawing/2014/main" id="{80E285A7-CD47-AED1-12FA-5AFDA12120B0}"/>
              </a:ext>
            </a:extLst>
          </p:cNvPr>
          <p:cNvSpPr>
            <a:spLocks noGrp="1"/>
          </p:cNvSpPr>
          <p:nvPr>
            <p:ph type="title" hasCustomPrompt="1"/>
          </p:nvPr>
        </p:nvSpPr>
        <p:spPr>
          <a:xfrm>
            <a:off x="587375" y="549275"/>
            <a:ext cx="10513249" cy="466725"/>
          </a:xfrm>
        </p:spPr>
        <p:txBody>
          <a:bodyPr/>
          <a:lstStyle>
            <a:lvl1pPr>
              <a:defRPr/>
            </a:lvl1pPr>
          </a:lstStyle>
          <a:p>
            <a:r>
              <a:rPr lang="de-DE" dirty="0"/>
              <a:t>[Slide title]</a:t>
            </a:r>
          </a:p>
        </p:txBody>
      </p:sp>
      <p:sp>
        <p:nvSpPr>
          <p:cNvPr id="3" name="Inhaltsplatzhalter 2">
            <a:extLst>
              <a:ext uri="{FF2B5EF4-FFF2-40B4-BE49-F238E27FC236}">
                <a16:creationId xmlns:a16="http://schemas.microsoft.com/office/drawing/2014/main" id="{F4DE9139-8797-C0FA-077A-2ADDF67464CF}"/>
              </a:ext>
            </a:extLst>
          </p:cNvPr>
          <p:cNvSpPr>
            <a:spLocks noGrp="1"/>
          </p:cNvSpPr>
          <p:nvPr>
            <p:ph idx="1" hasCustomPrompt="1"/>
          </p:nvPr>
        </p:nvSpPr>
        <p:spPr>
          <a:xfrm>
            <a:off x="587376" y="1484313"/>
            <a:ext cx="2592388" cy="4681537"/>
          </a:xfrm>
        </p:spPr>
        <p:txBody>
          <a:bodyPr/>
          <a:lstStyle>
            <a:lvl1pPr>
              <a:defRPr/>
            </a:lvl1pPr>
          </a:lstStyle>
          <a:p>
            <a:pPr lvl="0"/>
            <a:r>
              <a:rPr lang="de-DE" dirty="0"/>
              <a:t>[Copy </a:t>
            </a:r>
            <a:r>
              <a:rPr lang="de-DE" dirty="0" err="1"/>
              <a:t>text</a:t>
            </a:r>
            <a:r>
              <a:rPr lang="de-DE" dirty="0"/>
              <a:t> </a:t>
            </a:r>
            <a:r>
              <a:rPr lang="de-DE" dirty="0" err="1"/>
              <a:t>level</a:t>
            </a:r>
            <a:r>
              <a:rPr lang="de-DE" dirty="0"/>
              <a:t> 1, </a:t>
            </a:r>
            <a:r>
              <a:rPr lang="de-DE" dirty="0" err="1"/>
              <a:t>heading</a:t>
            </a:r>
            <a:r>
              <a:rPr lang="de-DE" dirty="0"/>
              <a:t> </a:t>
            </a:r>
            <a:r>
              <a:rPr lang="de-DE" dirty="0" err="1"/>
              <a:t>with</a:t>
            </a:r>
            <a:r>
              <a:rPr lang="de-DE" dirty="0"/>
              <a:t> </a:t>
            </a:r>
            <a:r>
              <a:rPr lang="de-DE" dirty="0" err="1"/>
              <a:t>level</a:t>
            </a:r>
            <a:r>
              <a:rPr lang="de-DE" dirty="0"/>
              <a:t> 2 and </a:t>
            </a:r>
            <a:r>
              <a:rPr lang="de-DE" dirty="0" err="1"/>
              <a:t>bullet</a:t>
            </a:r>
            <a:r>
              <a:rPr lang="de-DE" dirty="0"/>
              <a:t> </a:t>
            </a:r>
            <a:r>
              <a:rPr lang="de-DE" dirty="0" err="1"/>
              <a:t>points</a:t>
            </a:r>
            <a:r>
              <a:rPr lang="de-DE" dirty="0"/>
              <a:t> </a:t>
            </a:r>
            <a:r>
              <a:rPr lang="de-DE" dirty="0" err="1"/>
              <a:t>with</a:t>
            </a:r>
            <a:r>
              <a:rPr lang="de-DE" dirty="0"/>
              <a:t> </a:t>
            </a:r>
            <a:r>
              <a:rPr lang="de-DE" dirty="0" err="1"/>
              <a:t>level</a:t>
            </a:r>
            <a:r>
              <a:rPr lang="de-DE" dirty="0"/>
              <a:t> 3]</a:t>
            </a:r>
          </a:p>
          <a:p>
            <a:pPr lvl="1"/>
            <a:r>
              <a:rPr lang="de-DE" dirty="0"/>
              <a:t>Zweite Ebene</a:t>
            </a:r>
          </a:p>
          <a:p>
            <a:pPr lvl="2"/>
            <a:r>
              <a:rPr lang="de-DE" dirty="0"/>
              <a:t>Dritte Ebene</a:t>
            </a:r>
          </a:p>
          <a:p>
            <a:pPr lvl="3"/>
            <a:r>
              <a:rPr lang="de-DE" dirty="0"/>
              <a:t>Vierte Ebene</a:t>
            </a:r>
          </a:p>
          <a:p>
            <a:pPr lvl="4"/>
            <a:r>
              <a:rPr lang="de-DE" dirty="0"/>
              <a:t>Fünfte Ebene</a:t>
            </a:r>
          </a:p>
        </p:txBody>
      </p:sp>
      <p:pic>
        <p:nvPicPr>
          <p:cNvPr id="11" name="Grafik 10">
            <a:extLst>
              <a:ext uri="{FF2B5EF4-FFF2-40B4-BE49-F238E27FC236}">
                <a16:creationId xmlns:a16="http://schemas.microsoft.com/office/drawing/2014/main" id="{03EE0DE3-1D63-94BF-16B7-AF979C110A6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87374" y="6450649"/>
            <a:ext cx="1440000" cy="201909"/>
          </a:xfrm>
          <a:prstGeom prst="rect">
            <a:avLst/>
          </a:prstGeom>
        </p:spPr>
      </p:pic>
      <p:pic>
        <p:nvPicPr>
          <p:cNvPr id="10" name="Picture 9">
            <a:extLst>
              <a:ext uri="{FF2B5EF4-FFF2-40B4-BE49-F238E27FC236}">
                <a16:creationId xmlns:a16="http://schemas.microsoft.com/office/drawing/2014/main" id="{E0F94619-A54B-4704-2C66-C8EEA140B3C2}"/>
              </a:ext>
            </a:extLst>
          </p:cNvPr>
          <p:cNvPicPr>
            <a:picLocks noChangeAspect="1"/>
          </p:cNvPicPr>
          <p:nvPr userDrawn="1"/>
        </p:nvPicPr>
        <p:blipFill>
          <a:blip r:embed="rId4"/>
          <a:stretch>
            <a:fillRect/>
          </a:stretch>
        </p:blipFill>
        <p:spPr>
          <a:xfrm>
            <a:off x="11100625" y="0"/>
            <a:ext cx="1008000" cy="977526"/>
          </a:xfrm>
          <a:prstGeom prst="rect">
            <a:avLst/>
          </a:prstGeom>
        </p:spPr>
      </p:pic>
      <p:sp>
        <p:nvSpPr>
          <p:cNvPr id="12" name="Datumsplatzhalter 11">
            <a:extLst>
              <a:ext uri="{FF2B5EF4-FFF2-40B4-BE49-F238E27FC236}">
                <a16:creationId xmlns:a16="http://schemas.microsoft.com/office/drawing/2014/main" id="{F4D218FB-BE0E-6EA2-5F9F-CBBE0EA348F0}"/>
              </a:ext>
            </a:extLst>
          </p:cNvPr>
          <p:cNvSpPr>
            <a:spLocks noGrp="1"/>
          </p:cNvSpPr>
          <p:nvPr>
            <p:ph type="dt" sz="half" idx="14"/>
          </p:nvPr>
        </p:nvSpPr>
        <p:spPr/>
        <p:txBody>
          <a:bodyPr/>
          <a:lstStyle/>
          <a:p>
            <a:fld id="{41C91DAE-4E53-4BE4-A04D-E494414272C7}" type="datetime1">
              <a:rPr lang="de-DE" smtClean="0"/>
              <a:t>05.02.25</a:t>
            </a:fld>
            <a:endParaRPr lang="de-DE" dirty="0"/>
          </a:p>
        </p:txBody>
      </p:sp>
      <p:sp>
        <p:nvSpPr>
          <p:cNvPr id="14" name="Fußzeilenplatzhalter 13">
            <a:extLst>
              <a:ext uri="{FF2B5EF4-FFF2-40B4-BE49-F238E27FC236}">
                <a16:creationId xmlns:a16="http://schemas.microsoft.com/office/drawing/2014/main" id="{6D103AA2-40FD-A72F-C7F7-6023EEB1965C}"/>
              </a:ext>
            </a:extLst>
          </p:cNvPr>
          <p:cNvSpPr>
            <a:spLocks noGrp="1"/>
          </p:cNvSpPr>
          <p:nvPr>
            <p:ph type="ftr" sz="quarter" idx="15"/>
          </p:nvPr>
        </p:nvSpPr>
        <p:spPr/>
        <p:txBody>
          <a:bodyPr/>
          <a:lstStyle/>
          <a:p>
            <a:r>
              <a:rPr lang="de-DE"/>
              <a:t>Restricted</a:t>
            </a:r>
            <a:endParaRPr lang="de-DE" dirty="0"/>
          </a:p>
        </p:txBody>
      </p:sp>
      <p:sp>
        <p:nvSpPr>
          <p:cNvPr id="15" name="Foliennummernplatzhalter 14">
            <a:extLst>
              <a:ext uri="{FF2B5EF4-FFF2-40B4-BE49-F238E27FC236}">
                <a16:creationId xmlns:a16="http://schemas.microsoft.com/office/drawing/2014/main" id="{9CEA1F14-C3B1-62EB-3115-96B6C0D30D4B}"/>
              </a:ext>
            </a:extLst>
          </p:cNvPr>
          <p:cNvSpPr>
            <a:spLocks noGrp="1"/>
          </p:cNvSpPr>
          <p:nvPr>
            <p:ph type="sldNum" sz="quarter" idx="16"/>
          </p:nvPr>
        </p:nvSpPr>
        <p:spPr/>
        <p:txBody>
          <a:bodyPr/>
          <a:lstStyle/>
          <a:p>
            <a:fld id="{67CD7502-7F22-405E-8273-ECAD6156DDA0}" type="slidenum">
              <a:rPr lang="de-DE" smtClean="0"/>
              <a:pPr/>
              <a:t>‹#›</a:t>
            </a:fld>
            <a:endParaRPr lang="de-DE" dirty="0"/>
          </a:p>
        </p:txBody>
      </p:sp>
      <p:sp>
        <p:nvSpPr>
          <p:cNvPr id="6" name="Text Placeholder 4">
            <a:extLst>
              <a:ext uri="{FF2B5EF4-FFF2-40B4-BE49-F238E27FC236}">
                <a16:creationId xmlns:a16="http://schemas.microsoft.com/office/drawing/2014/main" id="{EED2C58B-C006-DD9E-C751-9303D0EE52DB}"/>
              </a:ext>
            </a:extLst>
          </p:cNvPr>
          <p:cNvSpPr>
            <a:spLocks noGrp="1"/>
          </p:cNvSpPr>
          <p:nvPr>
            <p:ph type="body" sz="quarter" idx="17" hasCustomPrompt="1"/>
          </p:nvPr>
        </p:nvSpPr>
        <p:spPr>
          <a:xfrm>
            <a:off x="587375" y="225425"/>
            <a:ext cx="10513249" cy="323850"/>
          </a:xfrm>
        </p:spPr>
        <p:txBody>
          <a:bodyPr/>
          <a:lstStyle>
            <a:lvl1pPr>
              <a:lnSpc>
                <a:spcPct val="90000"/>
              </a:lnSpc>
              <a:spcBef>
                <a:spcPts val="0"/>
              </a:spcBef>
              <a:defRPr sz="1300" b="1" kern="1000" cap="all" spc="100" baseline="0">
                <a:solidFill>
                  <a:schemeClr val="tx1"/>
                </a:solidFill>
              </a:defRPr>
            </a:lvl1pPr>
          </a:lstStyle>
          <a:p>
            <a:pPr lvl="0"/>
            <a:r>
              <a:rPr lang="en-US" dirty="0"/>
              <a:t>[Running header, optional]</a:t>
            </a:r>
            <a:endParaRPr lang="de-DE" dirty="0"/>
          </a:p>
        </p:txBody>
      </p:sp>
    </p:spTree>
    <p:extLst>
      <p:ext uri="{BB962C8B-B14F-4D97-AF65-F5344CB8AC3E}">
        <p14:creationId xmlns:p14="http://schemas.microsoft.com/office/powerpoint/2010/main" val="312594737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ablet">
    <p:spTree>
      <p:nvGrpSpPr>
        <p:cNvPr id="1" name=""/>
        <p:cNvGrpSpPr/>
        <p:nvPr/>
      </p:nvGrpSpPr>
      <p:grpSpPr>
        <a:xfrm>
          <a:off x="0" y="0"/>
          <a:ext cx="0" cy="0"/>
          <a:chOff x="0" y="0"/>
          <a:chExt cx="0" cy="0"/>
        </a:xfrm>
      </p:grpSpPr>
      <p:pic>
        <p:nvPicPr>
          <p:cNvPr id="6" name="Picture 3" descr="A picture containing monitor, screen, picture frame&#10;&#10;Description automatically generated">
            <a:extLst>
              <a:ext uri="{FF2B5EF4-FFF2-40B4-BE49-F238E27FC236}">
                <a16:creationId xmlns:a16="http://schemas.microsoft.com/office/drawing/2014/main" id="{AFFE4BA6-AA06-406F-ECEF-367C292209B6}"/>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4376500" y="831552"/>
            <a:ext cx="7766470" cy="6026448"/>
          </a:xfrm>
          <a:prstGeom prst="rect">
            <a:avLst/>
          </a:prstGeom>
        </p:spPr>
      </p:pic>
      <p:sp>
        <p:nvSpPr>
          <p:cNvPr id="7" name="Content Placeholder 9">
            <a:extLst>
              <a:ext uri="{FF2B5EF4-FFF2-40B4-BE49-F238E27FC236}">
                <a16:creationId xmlns:a16="http://schemas.microsoft.com/office/drawing/2014/main" id="{0887F610-F49C-60A1-8700-DB9E137E1712}"/>
              </a:ext>
            </a:extLst>
          </p:cNvPr>
          <p:cNvSpPr>
            <a:spLocks noGrp="1"/>
          </p:cNvSpPr>
          <p:nvPr>
            <p:ph sz="quarter" idx="13" hasCustomPrompt="1"/>
          </p:nvPr>
        </p:nvSpPr>
        <p:spPr>
          <a:xfrm>
            <a:off x="5623560" y="1394247"/>
            <a:ext cx="5812971" cy="4338858"/>
          </a:xfrm>
          <a:prstGeom prst="roundRect">
            <a:avLst>
              <a:gd name="adj" fmla="val 1925"/>
            </a:avLst>
          </a:prstGeom>
          <a:solidFill>
            <a:schemeClr val="accent1"/>
          </a:solidFill>
        </p:spPr>
        <p:txBody>
          <a:bodyPr lIns="72000" tIns="72000"/>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algn="l"/>
            <a:r>
              <a:rPr lang="de-DE" dirty="0">
                <a:solidFill>
                  <a:schemeClr val="bg1"/>
                </a:solidFill>
              </a:rPr>
              <a:t>[Click on </a:t>
            </a:r>
            <a:r>
              <a:rPr lang="de-DE" dirty="0" err="1">
                <a:solidFill>
                  <a:schemeClr val="bg1"/>
                </a:solidFill>
              </a:rPr>
              <a:t>icon</a:t>
            </a:r>
            <a:r>
              <a:rPr lang="de-DE" dirty="0">
                <a:solidFill>
                  <a:schemeClr val="bg1"/>
                </a:solidFill>
              </a:rPr>
              <a:t> </a:t>
            </a:r>
            <a:r>
              <a:rPr lang="de-DE" dirty="0" err="1">
                <a:solidFill>
                  <a:schemeClr val="bg1"/>
                </a:solidFill>
              </a:rPr>
              <a:t>to</a:t>
            </a:r>
            <a:r>
              <a:rPr lang="de-DE" dirty="0">
                <a:solidFill>
                  <a:schemeClr val="bg1"/>
                </a:solidFill>
              </a:rPr>
              <a:t> </a:t>
            </a:r>
            <a:r>
              <a:rPr lang="de-DE" dirty="0" err="1">
                <a:solidFill>
                  <a:schemeClr val="bg1"/>
                </a:solidFill>
              </a:rPr>
              <a:t>insert</a:t>
            </a:r>
            <a:r>
              <a:rPr lang="de-DE" dirty="0">
                <a:solidFill>
                  <a:schemeClr val="bg1"/>
                </a:solidFill>
              </a:rPr>
              <a:t> </a:t>
            </a:r>
            <a:r>
              <a:rPr lang="de-DE" dirty="0" err="1">
                <a:solidFill>
                  <a:schemeClr val="bg1"/>
                </a:solidFill>
              </a:rPr>
              <a:t>content</a:t>
            </a:r>
            <a:r>
              <a:rPr lang="de-DE" dirty="0">
                <a:solidFill>
                  <a:schemeClr val="bg1"/>
                </a:solidFill>
              </a:rPr>
              <a:t> in 4:3]</a:t>
            </a:r>
            <a:endParaRPr lang="en-US" dirty="0">
              <a:solidFill>
                <a:schemeClr val="bg1"/>
              </a:solidFill>
            </a:endParaRPr>
          </a:p>
        </p:txBody>
      </p:sp>
      <p:sp>
        <p:nvSpPr>
          <p:cNvPr id="2" name="Titel 1">
            <a:extLst>
              <a:ext uri="{FF2B5EF4-FFF2-40B4-BE49-F238E27FC236}">
                <a16:creationId xmlns:a16="http://schemas.microsoft.com/office/drawing/2014/main" id="{80E285A7-CD47-AED1-12FA-5AFDA12120B0}"/>
              </a:ext>
            </a:extLst>
          </p:cNvPr>
          <p:cNvSpPr>
            <a:spLocks noGrp="1"/>
          </p:cNvSpPr>
          <p:nvPr>
            <p:ph type="title" hasCustomPrompt="1"/>
          </p:nvPr>
        </p:nvSpPr>
        <p:spPr>
          <a:xfrm>
            <a:off x="587375" y="549275"/>
            <a:ext cx="10513249" cy="466725"/>
          </a:xfrm>
        </p:spPr>
        <p:txBody>
          <a:bodyPr/>
          <a:lstStyle>
            <a:lvl1pPr>
              <a:defRPr/>
            </a:lvl1pPr>
          </a:lstStyle>
          <a:p>
            <a:r>
              <a:rPr lang="de-DE" dirty="0"/>
              <a:t>[Slide title]</a:t>
            </a:r>
          </a:p>
        </p:txBody>
      </p:sp>
      <p:sp>
        <p:nvSpPr>
          <p:cNvPr id="3" name="Inhaltsplatzhalter 2">
            <a:extLst>
              <a:ext uri="{FF2B5EF4-FFF2-40B4-BE49-F238E27FC236}">
                <a16:creationId xmlns:a16="http://schemas.microsoft.com/office/drawing/2014/main" id="{F4DE9139-8797-C0FA-077A-2ADDF67464CF}"/>
              </a:ext>
            </a:extLst>
          </p:cNvPr>
          <p:cNvSpPr>
            <a:spLocks noGrp="1"/>
          </p:cNvSpPr>
          <p:nvPr>
            <p:ph idx="1" hasCustomPrompt="1"/>
          </p:nvPr>
        </p:nvSpPr>
        <p:spPr>
          <a:xfrm>
            <a:off x="587376" y="1484313"/>
            <a:ext cx="2592388" cy="4681537"/>
          </a:xfrm>
        </p:spPr>
        <p:txBody>
          <a:bodyPr/>
          <a:lstStyle>
            <a:lvl1pPr>
              <a:defRPr/>
            </a:lvl1pPr>
          </a:lstStyle>
          <a:p>
            <a:pPr lvl="0"/>
            <a:r>
              <a:rPr lang="de-DE" dirty="0"/>
              <a:t>[Copy </a:t>
            </a:r>
            <a:r>
              <a:rPr lang="de-DE" dirty="0" err="1"/>
              <a:t>text</a:t>
            </a:r>
            <a:r>
              <a:rPr lang="de-DE" dirty="0"/>
              <a:t> </a:t>
            </a:r>
            <a:r>
              <a:rPr lang="de-DE" dirty="0" err="1"/>
              <a:t>level</a:t>
            </a:r>
            <a:r>
              <a:rPr lang="de-DE" dirty="0"/>
              <a:t> 1, </a:t>
            </a:r>
            <a:r>
              <a:rPr lang="de-DE" dirty="0" err="1"/>
              <a:t>heading</a:t>
            </a:r>
            <a:r>
              <a:rPr lang="de-DE" dirty="0"/>
              <a:t> </a:t>
            </a:r>
            <a:r>
              <a:rPr lang="de-DE" dirty="0" err="1"/>
              <a:t>with</a:t>
            </a:r>
            <a:r>
              <a:rPr lang="de-DE" dirty="0"/>
              <a:t> </a:t>
            </a:r>
            <a:r>
              <a:rPr lang="de-DE" dirty="0" err="1"/>
              <a:t>level</a:t>
            </a:r>
            <a:r>
              <a:rPr lang="de-DE" dirty="0"/>
              <a:t> 2 and </a:t>
            </a:r>
            <a:r>
              <a:rPr lang="de-DE" dirty="0" err="1"/>
              <a:t>bullet</a:t>
            </a:r>
            <a:r>
              <a:rPr lang="de-DE" dirty="0"/>
              <a:t> </a:t>
            </a:r>
            <a:r>
              <a:rPr lang="de-DE" dirty="0" err="1"/>
              <a:t>points</a:t>
            </a:r>
            <a:r>
              <a:rPr lang="de-DE" dirty="0"/>
              <a:t> </a:t>
            </a:r>
            <a:r>
              <a:rPr lang="de-DE" dirty="0" err="1"/>
              <a:t>with</a:t>
            </a:r>
            <a:r>
              <a:rPr lang="de-DE" dirty="0"/>
              <a:t> </a:t>
            </a:r>
            <a:r>
              <a:rPr lang="de-DE" dirty="0" err="1"/>
              <a:t>level</a:t>
            </a:r>
            <a:r>
              <a:rPr lang="de-DE" dirty="0"/>
              <a:t> 3]</a:t>
            </a:r>
          </a:p>
          <a:p>
            <a:pPr lvl="1"/>
            <a:r>
              <a:rPr lang="de-DE" dirty="0"/>
              <a:t>Zweite Ebene</a:t>
            </a:r>
          </a:p>
          <a:p>
            <a:pPr lvl="2"/>
            <a:r>
              <a:rPr lang="de-DE" dirty="0"/>
              <a:t>Dritte Ebene</a:t>
            </a:r>
          </a:p>
          <a:p>
            <a:pPr lvl="3"/>
            <a:r>
              <a:rPr lang="de-DE" dirty="0"/>
              <a:t>Vierte Ebene</a:t>
            </a:r>
          </a:p>
          <a:p>
            <a:pPr lvl="4"/>
            <a:r>
              <a:rPr lang="de-DE" dirty="0"/>
              <a:t>Fünfte Ebene</a:t>
            </a:r>
          </a:p>
        </p:txBody>
      </p:sp>
      <p:pic>
        <p:nvPicPr>
          <p:cNvPr id="11" name="Grafik 10">
            <a:extLst>
              <a:ext uri="{FF2B5EF4-FFF2-40B4-BE49-F238E27FC236}">
                <a16:creationId xmlns:a16="http://schemas.microsoft.com/office/drawing/2014/main" id="{03EE0DE3-1D63-94BF-16B7-AF979C110A6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87374" y="6450649"/>
            <a:ext cx="1440000" cy="201909"/>
          </a:xfrm>
          <a:prstGeom prst="rect">
            <a:avLst/>
          </a:prstGeom>
        </p:spPr>
      </p:pic>
      <p:pic>
        <p:nvPicPr>
          <p:cNvPr id="10" name="Picture 9">
            <a:extLst>
              <a:ext uri="{FF2B5EF4-FFF2-40B4-BE49-F238E27FC236}">
                <a16:creationId xmlns:a16="http://schemas.microsoft.com/office/drawing/2014/main" id="{E0F94619-A54B-4704-2C66-C8EEA140B3C2}"/>
              </a:ext>
            </a:extLst>
          </p:cNvPr>
          <p:cNvPicPr>
            <a:picLocks noChangeAspect="1"/>
          </p:cNvPicPr>
          <p:nvPr userDrawn="1"/>
        </p:nvPicPr>
        <p:blipFill>
          <a:blip r:embed="rId4"/>
          <a:stretch>
            <a:fillRect/>
          </a:stretch>
        </p:blipFill>
        <p:spPr>
          <a:xfrm>
            <a:off x="11100625" y="0"/>
            <a:ext cx="1008000" cy="977526"/>
          </a:xfrm>
          <a:prstGeom prst="rect">
            <a:avLst/>
          </a:prstGeom>
        </p:spPr>
      </p:pic>
      <p:sp>
        <p:nvSpPr>
          <p:cNvPr id="12" name="Datumsplatzhalter 11">
            <a:extLst>
              <a:ext uri="{FF2B5EF4-FFF2-40B4-BE49-F238E27FC236}">
                <a16:creationId xmlns:a16="http://schemas.microsoft.com/office/drawing/2014/main" id="{F4D218FB-BE0E-6EA2-5F9F-CBBE0EA348F0}"/>
              </a:ext>
            </a:extLst>
          </p:cNvPr>
          <p:cNvSpPr>
            <a:spLocks noGrp="1"/>
          </p:cNvSpPr>
          <p:nvPr>
            <p:ph type="dt" sz="half" idx="14"/>
          </p:nvPr>
        </p:nvSpPr>
        <p:spPr/>
        <p:txBody>
          <a:bodyPr/>
          <a:lstStyle/>
          <a:p>
            <a:fld id="{F070B70E-3BA3-4238-B3C0-526BAF9A5951}" type="datetime1">
              <a:rPr lang="de-DE" smtClean="0"/>
              <a:t>05.02.25</a:t>
            </a:fld>
            <a:endParaRPr lang="de-DE" dirty="0"/>
          </a:p>
        </p:txBody>
      </p:sp>
      <p:sp>
        <p:nvSpPr>
          <p:cNvPr id="14" name="Fußzeilenplatzhalter 13">
            <a:extLst>
              <a:ext uri="{FF2B5EF4-FFF2-40B4-BE49-F238E27FC236}">
                <a16:creationId xmlns:a16="http://schemas.microsoft.com/office/drawing/2014/main" id="{6D103AA2-40FD-A72F-C7F7-6023EEB1965C}"/>
              </a:ext>
            </a:extLst>
          </p:cNvPr>
          <p:cNvSpPr>
            <a:spLocks noGrp="1"/>
          </p:cNvSpPr>
          <p:nvPr>
            <p:ph type="ftr" sz="quarter" idx="15"/>
          </p:nvPr>
        </p:nvSpPr>
        <p:spPr/>
        <p:txBody>
          <a:bodyPr/>
          <a:lstStyle/>
          <a:p>
            <a:r>
              <a:rPr lang="de-DE"/>
              <a:t>Restricted</a:t>
            </a:r>
            <a:endParaRPr lang="de-DE" dirty="0"/>
          </a:p>
        </p:txBody>
      </p:sp>
      <p:sp>
        <p:nvSpPr>
          <p:cNvPr id="15" name="Foliennummernplatzhalter 14">
            <a:extLst>
              <a:ext uri="{FF2B5EF4-FFF2-40B4-BE49-F238E27FC236}">
                <a16:creationId xmlns:a16="http://schemas.microsoft.com/office/drawing/2014/main" id="{9CEA1F14-C3B1-62EB-3115-96B6C0D30D4B}"/>
              </a:ext>
            </a:extLst>
          </p:cNvPr>
          <p:cNvSpPr>
            <a:spLocks noGrp="1"/>
          </p:cNvSpPr>
          <p:nvPr>
            <p:ph type="sldNum" sz="quarter" idx="16"/>
          </p:nvPr>
        </p:nvSpPr>
        <p:spPr/>
        <p:txBody>
          <a:bodyPr/>
          <a:lstStyle/>
          <a:p>
            <a:fld id="{67CD7502-7F22-405E-8273-ECAD6156DDA0}" type="slidenum">
              <a:rPr lang="de-DE" smtClean="0"/>
              <a:pPr/>
              <a:t>‹#›</a:t>
            </a:fld>
            <a:endParaRPr lang="de-DE" dirty="0"/>
          </a:p>
        </p:txBody>
      </p:sp>
      <p:sp>
        <p:nvSpPr>
          <p:cNvPr id="4" name="Text Placeholder 4">
            <a:extLst>
              <a:ext uri="{FF2B5EF4-FFF2-40B4-BE49-F238E27FC236}">
                <a16:creationId xmlns:a16="http://schemas.microsoft.com/office/drawing/2014/main" id="{064A4C50-F7E5-D853-F0BD-5C8519FE3877}"/>
              </a:ext>
            </a:extLst>
          </p:cNvPr>
          <p:cNvSpPr>
            <a:spLocks noGrp="1"/>
          </p:cNvSpPr>
          <p:nvPr>
            <p:ph type="body" sz="quarter" idx="17" hasCustomPrompt="1"/>
          </p:nvPr>
        </p:nvSpPr>
        <p:spPr>
          <a:xfrm>
            <a:off x="587375" y="225425"/>
            <a:ext cx="10513249" cy="323850"/>
          </a:xfrm>
        </p:spPr>
        <p:txBody>
          <a:bodyPr/>
          <a:lstStyle>
            <a:lvl1pPr>
              <a:lnSpc>
                <a:spcPct val="90000"/>
              </a:lnSpc>
              <a:spcBef>
                <a:spcPts val="0"/>
              </a:spcBef>
              <a:defRPr sz="1300" b="1" kern="1000" cap="all" spc="100" baseline="0">
                <a:solidFill>
                  <a:schemeClr val="tx1"/>
                </a:solidFill>
              </a:defRPr>
            </a:lvl1pPr>
          </a:lstStyle>
          <a:p>
            <a:pPr lvl="0"/>
            <a:r>
              <a:rPr lang="en-US" dirty="0"/>
              <a:t>[Running header, optional]</a:t>
            </a:r>
            <a:endParaRPr lang="de-DE" dirty="0"/>
          </a:p>
        </p:txBody>
      </p:sp>
    </p:spTree>
    <p:extLst>
      <p:ext uri="{BB962C8B-B14F-4D97-AF65-F5344CB8AC3E}">
        <p14:creationId xmlns:p14="http://schemas.microsoft.com/office/powerpoint/2010/main" val="409150044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platzhalter 2">
            <a:extLst>
              <a:ext uri="{FF2B5EF4-FFF2-40B4-BE49-F238E27FC236}">
                <a16:creationId xmlns:a16="http://schemas.microsoft.com/office/drawing/2014/main" id="{6F5B4956-C8D5-F8DA-F18C-3430303362EA}"/>
              </a:ext>
            </a:extLst>
          </p:cNvPr>
          <p:cNvSpPr>
            <a:spLocks noGrp="1"/>
          </p:cNvSpPr>
          <p:nvPr>
            <p:ph type="body" idx="1" hasCustomPrompt="1"/>
          </p:nvPr>
        </p:nvSpPr>
        <p:spPr>
          <a:xfrm>
            <a:off x="587374" y="1484314"/>
            <a:ext cx="5400676" cy="753932"/>
          </a:xfrm>
        </p:spPr>
        <p:txBody>
          <a:bodyPr anchor="b"/>
          <a:lstStyle>
            <a:lvl1pPr marL="0" indent="0">
              <a:lnSpc>
                <a:spcPct val="90000"/>
              </a:lnSpc>
              <a:spcAft>
                <a:spcPts val="0"/>
              </a:spcAft>
              <a:buNone/>
              <a:defRPr sz="24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dirty="0"/>
              <a:t>[</a:t>
            </a:r>
            <a:r>
              <a:rPr lang="de-DE" dirty="0" err="1"/>
              <a:t>Comparison</a:t>
            </a:r>
            <a:r>
              <a:rPr lang="de-DE" dirty="0"/>
              <a:t> </a:t>
            </a:r>
            <a:r>
              <a:rPr lang="de-DE" dirty="0" err="1"/>
              <a:t>heading</a:t>
            </a:r>
            <a:r>
              <a:rPr lang="de-DE" dirty="0"/>
              <a:t>]</a:t>
            </a:r>
          </a:p>
        </p:txBody>
      </p:sp>
      <p:sp>
        <p:nvSpPr>
          <p:cNvPr id="4" name="Inhaltsplatzhalter 3">
            <a:extLst>
              <a:ext uri="{FF2B5EF4-FFF2-40B4-BE49-F238E27FC236}">
                <a16:creationId xmlns:a16="http://schemas.microsoft.com/office/drawing/2014/main" id="{0038E781-08EF-B4B2-8B89-D3708C96143C}"/>
              </a:ext>
            </a:extLst>
          </p:cNvPr>
          <p:cNvSpPr>
            <a:spLocks noGrp="1"/>
          </p:cNvSpPr>
          <p:nvPr>
            <p:ph sz="half" idx="2" hasCustomPrompt="1"/>
          </p:nvPr>
        </p:nvSpPr>
        <p:spPr>
          <a:xfrm>
            <a:off x="587374" y="2420939"/>
            <a:ext cx="5400676" cy="3744912"/>
          </a:xfrm>
        </p:spPr>
        <p:txBody>
          <a:bodyPr/>
          <a:lstStyle/>
          <a:p>
            <a:pPr lvl="0"/>
            <a:r>
              <a:rPr lang="de-DE" dirty="0"/>
              <a:t>[Copy </a:t>
            </a:r>
            <a:r>
              <a:rPr lang="de-DE" dirty="0" err="1"/>
              <a:t>text</a:t>
            </a:r>
            <a:r>
              <a:rPr lang="de-DE" dirty="0"/>
              <a:t> </a:t>
            </a:r>
            <a:r>
              <a:rPr lang="de-DE" dirty="0" err="1"/>
              <a:t>level</a:t>
            </a:r>
            <a:r>
              <a:rPr lang="de-DE" dirty="0"/>
              <a:t> 1, </a:t>
            </a:r>
            <a:r>
              <a:rPr lang="de-DE" dirty="0" err="1"/>
              <a:t>heading</a:t>
            </a:r>
            <a:r>
              <a:rPr lang="de-DE" dirty="0"/>
              <a:t> </a:t>
            </a:r>
            <a:r>
              <a:rPr lang="de-DE" dirty="0" err="1"/>
              <a:t>with</a:t>
            </a:r>
            <a:r>
              <a:rPr lang="de-DE" dirty="0"/>
              <a:t> </a:t>
            </a:r>
            <a:r>
              <a:rPr lang="de-DE" dirty="0" err="1"/>
              <a:t>level</a:t>
            </a:r>
            <a:r>
              <a:rPr lang="de-DE" dirty="0"/>
              <a:t> 2 and </a:t>
            </a:r>
            <a:r>
              <a:rPr lang="de-DE" dirty="0" err="1"/>
              <a:t>bullet</a:t>
            </a:r>
            <a:r>
              <a:rPr lang="de-DE" dirty="0"/>
              <a:t> </a:t>
            </a:r>
            <a:r>
              <a:rPr lang="de-DE" dirty="0" err="1"/>
              <a:t>points</a:t>
            </a:r>
            <a:r>
              <a:rPr lang="de-DE" dirty="0"/>
              <a:t> </a:t>
            </a:r>
            <a:r>
              <a:rPr lang="de-DE" dirty="0" err="1"/>
              <a:t>with</a:t>
            </a:r>
            <a:r>
              <a:rPr lang="de-DE" dirty="0"/>
              <a:t> </a:t>
            </a:r>
            <a:r>
              <a:rPr lang="de-DE" dirty="0" err="1"/>
              <a:t>level</a:t>
            </a:r>
            <a:r>
              <a:rPr lang="de-DE" dirty="0"/>
              <a:t> 3]</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5" name="Textplatzhalter 4">
            <a:extLst>
              <a:ext uri="{FF2B5EF4-FFF2-40B4-BE49-F238E27FC236}">
                <a16:creationId xmlns:a16="http://schemas.microsoft.com/office/drawing/2014/main" id="{C0DC58C6-A444-9F7D-93DA-546ABF6EDBD1}"/>
              </a:ext>
            </a:extLst>
          </p:cNvPr>
          <p:cNvSpPr>
            <a:spLocks noGrp="1"/>
          </p:cNvSpPr>
          <p:nvPr>
            <p:ph type="body" sz="quarter" idx="3" hasCustomPrompt="1"/>
          </p:nvPr>
        </p:nvSpPr>
        <p:spPr>
          <a:xfrm>
            <a:off x="6203951" y="1484314"/>
            <a:ext cx="5400673" cy="753932"/>
          </a:xfrm>
        </p:spPr>
        <p:txBody>
          <a:bodyPr anchor="b"/>
          <a:lstStyle>
            <a:lvl1pPr marL="0" indent="0">
              <a:lnSpc>
                <a:spcPct val="90000"/>
              </a:lnSpc>
              <a:spcAft>
                <a:spcPts val="0"/>
              </a:spcAft>
              <a:buNone/>
              <a:defRPr sz="24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dirty="0"/>
              <a:t>[</a:t>
            </a:r>
            <a:r>
              <a:rPr lang="de-DE" dirty="0" err="1"/>
              <a:t>Comparison</a:t>
            </a:r>
            <a:r>
              <a:rPr lang="de-DE" dirty="0"/>
              <a:t> </a:t>
            </a:r>
            <a:r>
              <a:rPr lang="de-DE" dirty="0" err="1"/>
              <a:t>heading</a:t>
            </a:r>
            <a:r>
              <a:rPr lang="de-DE" dirty="0"/>
              <a:t>]</a:t>
            </a:r>
          </a:p>
        </p:txBody>
      </p:sp>
      <p:sp>
        <p:nvSpPr>
          <p:cNvPr id="6" name="Inhaltsplatzhalter 5">
            <a:extLst>
              <a:ext uri="{FF2B5EF4-FFF2-40B4-BE49-F238E27FC236}">
                <a16:creationId xmlns:a16="http://schemas.microsoft.com/office/drawing/2014/main" id="{E21DDDB8-FB10-ADEB-117A-323429E3D2B0}"/>
              </a:ext>
            </a:extLst>
          </p:cNvPr>
          <p:cNvSpPr>
            <a:spLocks noGrp="1"/>
          </p:cNvSpPr>
          <p:nvPr>
            <p:ph sz="quarter" idx="4" hasCustomPrompt="1"/>
          </p:nvPr>
        </p:nvSpPr>
        <p:spPr>
          <a:xfrm>
            <a:off x="6203951" y="2420939"/>
            <a:ext cx="5400673" cy="3744912"/>
          </a:xfrm>
        </p:spPr>
        <p:txBody>
          <a:bodyPr/>
          <a:lstStyle/>
          <a:p>
            <a:pPr lvl="0"/>
            <a:r>
              <a:rPr lang="de-DE" dirty="0"/>
              <a:t>[Copy </a:t>
            </a:r>
            <a:r>
              <a:rPr lang="de-DE" dirty="0" err="1"/>
              <a:t>text</a:t>
            </a:r>
            <a:r>
              <a:rPr lang="de-DE" dirty="0"/>
              <a:t> </a:t>
            </a:r>
            <a:r>
              <a:rPr lang="de-DE" dirty="0" err="1"/>
              <a:t>level</a:t>
            </a:r>
            <a:r>
              <a:rPr lang="de-DE" dirty="0"/>
              <a:t> 1, </a:t>
            </a:r>
            <a:r>
              <a:rPr lang="de-DE" dirty="0" err="1"/>
              <a:t>heading</a:t>
            </a:r>
            <a:r>
              <a:rPr lang="de-DE" dirty="0"/>
              <a:t> </a:t>
            </a:r>
            <a:r>
              <a:rPr lang="de-DE" dirty="0" err="1"/>
              <a:t>with</a:t>
            </a:r>
            <a:r>
              <a:rPr lang="de-DE" dirty="0"/>
              <a:t> </a:t>
            </a:r>
            <a:r>
              <a:rPr lang="de-DE" dirty="0" err="1"/>
              <a:t>level</a:t>
            </a:r>
            <a:r>
              <a:rPr lang="de-DE" dirty="0"/>
              <a:t> 2 and </a:t>
            </a:r>
            <a:r>
              <a:rPr lang="de-DE" dirty="0" err="1"/>
              <a:t>bullet</a:t>
            </a:r>
            <a:r>
              <a:rPr lang="de-DE" dirty="0"/>
              <a:t> </a:t>
            </a:r>
            <a:r>
              <a:rPr lang="de-DE" dirty="0" err="1"/>
              <a:t>points</a:t>
            </a:r>
            <a:r>
              <a:rPr lang="de-DE" dirty="0"/>
              <a:t> </a:t>
            </a:r>
            <a:r>
              <a:rPr lang="de-DE" dirty="0" err="1"/>
              <a:t>with</a:t>
            </a:r>
            <a:r>
              <a:rPr lang="de-DE" dirty="0"/>
              <a:t> </a:t>
            </a:r>
            <a:r>
              <a:rPr lang="de-DE" dirty="0" err="1"/>
              <a:t>level</a:t>
            </a:r>
            <a:r>
              <a:rPr lang="de-DE" dirty="0"/>
              <a:t> 3]</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7" name="Datumsplatzhalter 6">
            <a:extLst>
              <a:ext uri="{FF2B5EF4-FFF2-40B4-BE49-F238E27FC236}">
                <a16:creationId xmlns:a16="http://schemas.microsoft.com/office/drawing/2014/main" id="{3DA9900A-55C9-2C4C-7EBB-5CD8C597DEAB}"/>
              </a:ext>
            </a:extLst>
          </p:cNvPr>
          <p:cNvSpPr>
            <a:spLocks noGrp="1"/>
          </p:cNvSpPr>
          <p:nvPr>
            <p:ph type="dt" sz="half" idx="10"/>
          </p:nvPr>
        </p:nvSpPr>
        <p:spPr/>
        <p:txBody>
          <a:bodyPr/>
          <a:lstStyle/>
          <a:p>
            <a:fld id="{A39ED7E0-41B2-4DCD-A612-CD3A640D7722}" type="datetime1">
              <a:rPr lang="de-DE" smtClean="0"/>
              <a:t>05.02.25</a:t>
            </a:fld>
            <a:endParaRPr lang="de-DE"/>
          </a:p>
        </p:txBody>
      </p:sp>
      <p:sp>
        <p:nvSpPr>
          <p:cNvPr id="8" name="Fußzeilenplatzhalter 7">
            <a:extLst>
              <a:ext uri="{FF2B5EF4-FFF2-40B4-BE49-F238E27FC236}">
                <a16:creationId xmlns:a16="http://schemas.microsoft.com/office/drawing/2014/main" id="{0548F13E-0805-C4DA-082B-E9F591608DAB}"/>
              </a:ext>
            </a:extLst>
          </p:cNvPr>
          <p:cNvSpPr>
            <a:spLocks noGrp="1"/>
          </p:cNvSpPr>
          <p:nvPr>
            <p:ph type="ftr" sz="quarter" idx="11"/>
          </p:nvPr>
        </p:nvSpPr>
        <p:spPr/>
        <p:txBody>
          <a:bodyPr/>
          <a:lstStyle/>
          <a:p>
            <a:r>
              <a:rPr lang="de-DE"/>
              <a:t>Restricted</a:t>
            </a:r>
          </a:p>
        </p:txBody>
      </p:sp>
      <p:sp>
        <p:nvSpPr>
          <p:cNvPr id="9" name="Foliennummernplatzhalter 8">
            <a:extLst>
              <a:ext uri="{FF2B5EF4-FFF2-40B4-BE49-F238E27FC236}">
                <a16:creationId xmlns:a16="http://schemas.microsoft.com/office/drawing/2014/main" id="{59EC5376-F748-A9CA-6E9F-0478B8946CD1}"/>
              </a:ext>
            </a:extLst>
          </p:cNvPr>
          <p:cNvSpPr>
            <a:spLocks noGrp="1"/>
          </p:cNvSpPr>
          <p:nvPr>
            <p:ph type="sldNum" sz="quarter" idx="12"/>
          </p:nvPr>
        </p:nvSpPr>
        <p:spPr/>
        <p:txBody>
          <a:bodyPr/>
          <a:lstStyle/>
          <a:p>
            <a:fld id="{67CD7502-7F22-405E-8273-ECAD6156DDA0}" type="slidenum">
              <a:rPr lang="de-DE" smtClean="0"/>
              <a:t>‹#›</a:t>
            </a:fld>
            <a:endParaRPr lang="de-DE"/>
          </a:p>
        </p:txBody>
      </p:sp>
      <p:pic>
        <p:nvPicPr>
          <p:cNvPr id="10" name="Picture 9">
            <a:extLst>
              <a:ext uri="{FF2B5EF4-FFF2-40B4-BE49-F238E27FC236}">
                <a16:creationId xmlns:a16="http://schemas.microsoft.com/office/drawing/2014/main" id="{57326C67-CAE1-A8F0-621B-2C10323F907C}"/>
              </a:ext>
            </a:extLst>
          </p:cNvPr>
          <p:cNvPicPr>
            <a:picLocks noChangeAspect="1"/>
          </p:cNvPicPr>
          <p:nvPr userDrawn="1"/>
        </p:nvPicPr>
        <p:blipFill>
          <a:blip r:embed="rId2"/>
          <a:stretch>
            <a:fillRect/>
          </a:stretch>
        </p:blipFill>
        <p:spPr>
          <a:xfrm>
            <a:off x="11100625" y="0"/>
            <a:ext cx="1008000" cy="977526"/>
          </a:xfrm>
          <a:prstGeom prst="rect">
            <a:avLst/>
          </a:prstGeom>
        </p:spPr>
      </p:pic>
      <p:pic>
        <p:nvPicPr>
          <p:cNvPr id="11" name="Grafik 10">
            <a:extLst>
              <a:ext uri="{FF2B5EF4-FFF2-40B4-BE49-F238E27FC236}">
                <a16:creationId xmlns:a16="http://schemas.microsoft.com/office/drawing/2014/main" id="{AC0B0482-6993-564B-B14D-37D26257CE34}"/>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87374" y="6450649"/>
            <a:ext cx="1440000" cy="201909"/>
          </a:xfrm>
          <a:prstGeom prst="rect">
            <a:avLst/>
          </a:prstGeom>
        </p:spPr>
      </p:pic>
      <p:sp>
        <p:nvSpPr>
          <p:cNvPr id="12" name="Titel 11">
            <a:extLst>
              <a:ext uri="{FF2B5EF4-FFF2-40B4-BE49-F238E27FC236}">
                <a16:creationId xmlns:a16="http://schemas.microsoft.com/office/drawing/2014/main" id="{CAA4F72A-1218-CC71-2121-651B1E0CF589}"/>
              </a:ext>
            </a:extLst>
          </p:cNvPr>
          <p:cNvSpPr>
            <a:spLocks noGrp="1"/>
          </p:cNvSpPr>
          <p:nvPr>
            <p:ph type="title" hasCustomPrompt="1"/>
          </p:nvPr>
        </p:nvSpPr>
        <p:spPr/>
        <p:txBody>
          <a:bodyPr/>
          <a:lstStyle/>
          <a:p>
            <a:r>
              <a:rPr lang="de-DE" dirty="0"/>
              <a:t>[Slide title]</a:t>
            </a:r>
          </a:p>
        </p:txBody>
      </p:sp>
      <p:sp>
        <p:nvSpPr>
          <p:cNvPr id="2" name="Text Placeholder 4">
            <a:extLst>
              <a:ext uri="{FF2B5EF4-FFF2-40B4-BE49-F238E27FC236}">
                <a16:creationId xmlns:a16="http://schemas.microsoft.com/office/drawing/2014/main" id="{37A12D2F-2C3F-7515-D80A-5F62AC8EB7EC}"/>
              </a:ext>
            </a:extLst>
          </p:cNvPr>
          <p:cNvSpPr>
            <a:spLocks noGrp="1"/>
          </p:cNvSpPr>
          <p:nvPr>
            <p:ph type="body" sz="quarter" idx="13" hasCustomPrompt="1"/>
          </p:nvPr>
        </p:nvSpPr>
        <p:spPr>
          <a:xfrm>
            <a:off x="587375" y="225425"/>
            <a:ext cx="10513249" cy="323850"/>
          </a:xfrm>
        </p:spPr>
        <p:txBody>
          <a:bodyPr/>
          <a:lstStyle>
            <a:lvl1pPr>
              <a:lnSpc>
                <a:spcPct val="90000"/>
              </a:lnSpc>
              <a:spcBef>
                <a:spcPts val="0"/>
              </a:spcBef>
              <a:defRPr sz="1300" b="1" kern="1000" cap="all" spc="100" baseline="0">
                <a:solidFill>
                  <a:schemeClr val="tx1"/>
                </a:solidFill>
              </a:defRPr>
            </a:lvl1pPr>
          </a:lstStyle>
          <a:p>
            <a:pPr lvl="0"/>
            <a:r>
              <a:rPr lang="en-US" dirty="0"/>
              <a:t>[Running header, optional]</a:t>
            </a:r>
            <a:endParaRPr lang="de-DE" dirty="0"/>
          </a:p>
        </p:txBody>
      </p:sp>
    </p:spTree>
    <p:extLst>
      <p:ext uri="{BB962C8B-B14F-4D97-AF65-F5344CB8AC3E}">
        <p14:creationId xmlns:p14="http://schemas.microsoft.com/office/powerpoint/2010/main" val="157879297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D25BFD1-1134-EBA3-CC58-E1A42C84C14A}"/>
              </a:ext>
            </a:extLst>
          </p:cNvPr>
          <p:cNvSpPr>
            <a:spLocks noGrp="1"/>
          </p:cNvSpPr>
          <p:nvPr>
            <p:ph type="title" hasCustomPrompt="1"/>
          </p:nvPr>
        </p:nvSpPr>
        <p:spPr/>
        <p:txBody>
          <a:bodyPr/>
          <a:lstStyle/>
          <a:p>
            <a:r>
              <a:rPr lang="de-DE" dirty="0"/>
              <a:t>[Slide title]</a:t>
            </a:r>
          </a:p>
        </p:txBody>
      </p:sp>
      <p:sp>
        <p:nvSpPr>
          <p:cNvPr id="3" name="Datumsplatzhalter 2">
            <a:extLst>
              <a:ext uri="{FF2B5EF4-FFF2-40B4-BE49-F238E27FC236}">
                <a16:creationId xmlns:a16="http://schemas.microsoft.com/office/drawing/2014/main" id="{0FFBF067-2F67-2287-58A8-CC4717A4C440}"/>
              </a:ext>
            </a:extLst>
          </p:cNvPr>
          <p:cNvSpPr>
            <a:spLocks noGrp="1"/>
          </p:cNvSpPr>
          <p:nvPr>
            <p:ph type="dt" sz="half" idx="10"/>
          </p:nvPr>
        </p:nvSpPr>
        <p:spPr/>
        <p:txBody>
          <a:bodyPr/>
          <a:lstStyle/>
          <a:p>
            <a:fld id="{D4F7EB0D-2FD5-4387-9050-CAB71C31A229}" type="datetime1">
              <a:rPr lang="de-DE" smtClean="0"/>
              <a:t>05.02.25</a:t>
            </a:fld>
            <a:endParaRPr lang="de-DE"/>
          </a:p>
        </p:txBody>
      </p:sp>
      <p:sp>
        <p:nvSpPr>
          <p:cNvPr id="4" name="Fußzeilenplatzhalter 3">
            <a:extLst>
              <a:ext uri="{FF2B5EF4-FFF2-40B4-BE49-F238E27FC236}">
                <a16:creationId xmlns:a16="http://schemas.microsoft.com/office/drawing/2014/main" id="{16E81B82-C788-CFFE-CAFB-4C352B9392E0}"/>
              </a:ext>
            </a:extLst>
          </p:cNvPr>
          <p:cNvSpPr>
            <a:spLocks noGrp="1"/>
          </p:cNvSpPr>
          <p:nvPr>
            <p:ph type="ftr" sz="quarter" idx="11"/>
          </p:nvPr>
        </p:nvSpPr>
        <p:spPr/>
        <p:txBody>
          <a:bodyPr/>
          <a:lstStyle/>
          <a:p>
            <a:r>
              <a:rPr lang="de-DE"/>
              <a:t>Restricted</a:t>
            </a:r>
          </a:p>
        </p:txBody>
      </p:sp>
      <p:sp>
        <p:nvSpPr>
          <p:cNvPr id="5" name="Foliennummernplatzhalter 4">
            <a:extLst>
              <a:ext uri="{FF2B5EF4-FFF2-40B4-BE49-F238E27FC236}">
                <a16:creationId xmlns:a16="http://schemas.microsoft.com/office/drawing/2014/main" id="{FB24445D-C574-505D-7A53-58FEE6DE8D9E}"/>
              </a:ext>
            </a:extLst>
          </p:cNvPr>
          <p:cNvSpPr>
            <a:spLocks noGrp="1"/>
          </p:cNvSpPr>
          <p:nvPr>
            <p:ph type="sldNum" sz="quarter" idx="12"/>
          </p:nvPr>
        </p:nvSpPr>
        <p:spPr/>
        <p:txBody>
          <a:bodyPr/>
          <a:lstStyle/>
          <a:p>
            <a:fld id="{67CD7502-7F22-405E-8273-ECAD6156DDA0}" type="slidenum">
              <a:rPr lang="de-DE" smtClean="0"/>
              <a:t>‹#›</a:t>
            </a:fld>
            <a:endParaRPr lang="de-DE"/>
          </a:p>
        </p:txBody>
      </p:sp>
      <p:pic>
        <p:nvPicPr>
          <p:cNvPr id="6" name="Picture 9">
            <a:extLst>
              <a:ext uri="{FF2B5EF4-FFF2-40B4-BE49-F238E27FC236}">
                <a16:creationId xmlns:a16="http://schemas.microsoft.com/office/drawing/2014/main" id="{942364E7-8EF9-BA54-AC85-67B6236C722C}"/>
              </a:ext>
            </a:extLst>
          </p:cNvPr>
          <p:cNvPicPr>
            <a:picLocks noChangeAspect="1"/>
          </p:cNvPicPr>
          <p:nvPr userDrawn="1"/>
        </p:nvPicPr>
        <p:blipFill>
          <a:blip r:embed="rId2"/>
          <a:stretch>
            <a:fillRect/>
          </a:stretch>
        </p:blipFill>
        <p:spPr>
          <a:xfrm>
            <a:off x="11100625" y="0"/>
            <a:ext cx="1008000" cy="977526"/>
          </a:xfrm>
          <a:prstGeom prst="rect">
            <a:avLst/>
          </a:prstGeom>
        </p:spPr>
      </p:pic>
      <p:pic>
        <p:nvPicPr>
          <p:cNvPr id="7" name="Grafik 6">
            <a:extLst>
              <a:ext uri="{FF2B5EF4-FFF2-40B4-BE49-F238E27FC236}">
                <a16:creationId xmlns:a16="http://schemas.microsoft.com/office/drawing/2014/main" id="{EB91E7E6-1116-FAF6-E077-9CC4EA71B768}"/>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87374" y="6450649"/>
            <a:ext cx="1440000" cy="201909"/>
          </a:xfrm>
          <a:prstGeom prst="rect">
            <a:avLst/>
          </a:prstGeom>
        </p:spPr>
      </p:pic>
      <p:sp>
        <p:nvSpPr>
          <p:cNvPr id="8" name="Text Placeholder 4">
            <a:extLst>
              <a:ext uri="{FF2B5EF4-FFF2-40B4-BE49-F238E27FC236}">
                <a16:creationId xmlns:a16="http://schemas.microsoft.com/office/drawing/2014/main" id="{AF7AB486-5320-C1AD-CA25-8FBE99AF181F}"/>
              </a:ext>
            </a:extLst>
          </p:cNvPr>
          <p:cNvSpPr>
            <a:spLocks noGrp="1"/>
          </p:cNvSpPr>
          <p:nvPr>
            <p:ph type="body" sz="quarter" idx="13" hasCustomPrompt="1"/>
          </p:nvPr>
        </p:nvSpPr>
        <p:spPr>
          <a:xfrm>
            <a:off x="587375" y="225425"/>
            <a:ext cx="10513249" cy="323850"/>
          </a:xfrm>
        </p:spPr>
        <p:txBody>
          <a:bodyPr/>
          <a:lstStyle>
            <a:lvl1pPr>
              <a:lnSpc>
                <a:spcPct val="90000"/>
              </a:lnSpc>
              <a:spcBef>
                <a:spcPts val="0"/>
              </a:spcBef>
              <a:defRPr sz="1300" b="1" kern="1000" cap="all" spc="100" baseline="0">
                <a:solidFill>
                  <a:schemeClr val="tx1"/>
                </a:solidFill>
              </a:defRPr>
            </a:lvl1pPr>
          </a:lstStyle>
          <a:p>
            <a:pPr lvl="0"/>
            <a:r>
              <a:rPr lang="en-US" dirty="0"/>
              <a:t>[Running header, optional]</a:t>
            </a:r>
            <a:endParaRPr lang="de-DE" dirty="0"/>
          </a:p>
        </p:txBody>
      </p:sp>
    </p:spTree>
    <p:extLst>
      <p:ext uri="{BB962C8B-B14F-4D97-AF65-F5344CB8AC3E}">
        <p14:creationId xmlns:p14="http://schemas.microsoft.com/office/powerpoint/2010/main" val="296812537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Only with Running Header">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D25BFD1-1134-EBA3-CC58-E1A42C84C14A}"/>
              </a:ext>
            </a:extLst>
          </p:cNvPr>
          <p:cNvSpPr>
            <a:spLocks noGrp="1"/>
          </p:cNvSpPr>
          <p:nvPr>
            <p:ph type="title" hasCustomPrompt="1"/>
          </p:nvPr>
        </p:nvSpPr>
        <p:spPr/>
        <p:txBody>
          <a:bodyPr/>
          <a:lstStyle/>
          <a:p>
            <a:r>
              <a:rPr lang="de-DE" dirty="0"/>
              <a:t>[Slide title]</a:t>
            </a:r>
          </a:p>
        </p:txBody>
      </p:sp>
      <p:sp>
        <p:nvSpPr>
          <p:cNvPr id="3" name="Datumsplatzhalter 2">
            <a:extLst>
              <a:ext uri="{FF2B5EF4-FFF2-40B4-BE49-F238E27FC236}">
                <a16:creationId xmlns:a16="http://schemas.microsoft.com/office/drawing/2014/main" id="{0FFBF067-2F67-2287-58A8-CC4717A4C440}"/>
              </a:ext>
            </a:extLst>
          </p:cNvPr>
          <p:cNvSpPr>
            <a:spLocks noGrp="1"/>
          </p:cNvSpPr>
          <p:nvPr>
            <p:ph type="dt" sz="half" idx="10"/>
          </p:nvPr>
        </p:nvSpPr>
        <p:spPr/>
        <p:txBody>
          <a:bodyPr/>
          <a:lstStyle/>
          <a:p>
            <a:fld id="{2D0A4472-CE5F-40B3-B7EB-C227B7A1B7FC}" type="datetime1">
              <a:rPr lang="de-DE" smtClean="0"/>
              <a:t>05.02.25</a:t>
            </a:fld>
            <a:endParaRPr lang="de-DE"/>
          </a:p>
        </p:txBody>
      </p:sp>
      <p:sp>
        <p:nvSpPr>
          <p:cNvPr id="4" name="Fußzeilenplatzhalter 3">
            <a:extLst>
              <a:ext uri="{FF2B5EF4-FFF2-40B4-BE49-F238E27FC236}">
                <a16:creationId xmlns:a16="http://schemas.microsoft.com/office/drawing/2014/main" id="{16E81B82-C788-CFFE-CAFB-4C352B9392E0}"/>
              </a:ext>
            </a:extLst>
          </p:cNvPr>
          <p:cNvSpPr>
            <a:spLocks noGrp="1"/>
          </p:cNvSpPr>
          <p:nvPr>
            <p:ph type="ftr" sz="quarter" idx="11"/>
          </p:nvPr>
        </p:nvSpPr>
        <p:spPr/>
        <p:txBody>
          <a:bodyPr/>
          <a:lstStyle/>
          <a:p>
            <a:r>
              <a:rPr lang="de-DE"/>
              <a:t>Restricted</a:t>
            </a:r>
          </a:p>
        </p:txBody>
      </p:sp>
      <p:sp>
        <p:nvSpPr>
          <p:cNvPr id="5" name="Foliennummernplatzhalter 4">
            <a:extLst>
              <a:ext uri="{FF2B5EF4-FFF2-40B4-BE49-F238E27FC236}">
                <a16:creationId xmlns:a16="http://schemas.microsoft.com/office/drawing/2014/main" id="{FB24445D-C574-505D-7A53-58FEE6DE8D9E}"/>
              </a:ext>
            </a:extLst>
          </p:cNvPr>
          <p:cNvSpPr>
            <a:spLocks noGrp="1"/>
          </p:cNvSpPr>
          <p:nvPr>
            <p:ph type="sldNum" sz="quarter" idx="12"/>
          </p:nvPr>
        </p:nvSpPr>
        <p:spPr/>
        <p:txBody>
          <a:bodyPr/>
          <a:lstStyle/>
          <a:p>
            <a:fld id="{67CD7502-7F22-405E-8273-ECAD6156DDA0}" type="slidenum">
              <a:rPr lang="de-DE" smtClean="0"/>
              <a:t>‹#›</a:t>
            </a:fld>
            <a:endParaRPr lang="de-DE"/>
          </a:p>
        </p:txBody>
      </p:sp>
      <p:sp>
        <p:nvSpPr>
          <p:cNvPr id="6" name="Text Placeholder 4">
            <a:extLst>
              <a:ext uri="{FF2B5EF4-FFF2-40B4-BE49-F238E27FC236}">
                <a16:creationId xmlns:a16="http://schemas.microsoft.com/office/drawing/2014/main" id="{4F5E1A28-10ED-4B78-C636-6983D95E7002}"/>
              </a:ext>
            </a:extLst>
          </p:cNvPr>
          <p:cNvSpPr>
            <a:spLocks noGrp="1"/>
          </p:cNvSpPr>
          <p:nvPr>
            <p:ph type="body" sz="quarter" idx="13" hasCustomPrompt="1"/>
          </p:nvPr>
        </p:nvSpPr>
        <p:spPr>
          <a:xfrm>
            <a:off x="587375" y="225425"/>
            <a:ext cx="10513249" cy="323850"/>
          </a:xfrm>
        </p:spPr>
        <p:txBody>
          <a:bodyPr/>
          <a:lstStyle>
            <a:lvl1pPr>
              <a:lnSpc>
                <a:spcPct val="90000"/>
              </a:lnSpc>
              <a:spcBef>
                <a:spcPts val="0"/>
              </a:spcBef>
              <a:defRPr sz="1300" b="1" kern="1000" cap="all" spc="100" baseline="0">
                <a:solidFill>
                  <a:schemeClr val="tx1"/>
                </a:solidFill>
              </a:defRPr>
            </a:lvl1pPr>
          </a:lstStyle>
          <a:p>
            <a:pPr lvl="0"/>
            <a:r>
              <a:rPr lang="en-US" dirty="0"/>
              <a:t>[Running header, optional]</a:t>
            </a:r>
            <a:endParaRPr lang="de-DE" dirty="0"/>
          </a:p>
        </p:txBody>
      </p:sp>
      <p:pic>
        <p:nvPicPr>
          <p:cNvPr id="7" name="Picture 9">
            <a:extLst>
              <a:ext uri="{FF2B5EF4-FFF2-40B4-BE49-F238E27FC236}">
                <a16:creationId xmlns:a16="http://schemas.microsoft.com/office/drawing/2014/main" id="{245C404F-A56E-1D1D-8992-5B18521449C7}"/>
              </a:ext>
            </a:extLst>
          </p:cNvPr>
          <p:cNvPicPr>
            <a:picLocks noChangeAspect="1"/>
          </p:cNvPicPr>
          <p:nvPr userDrawn="1"/>
        </p:nvPicPr>
        <p:blipFill>
          <a:blip r:embed="rId2"/>
          <a:stretch>
            <a:fillRect/>
          </a:stretch>
        </p:blipFill>
        <p:spPr>
          <a:xfrm>
            <a:off x="11100625" y="0"/>
            <a:ext cx="1008000" cy="977526"/>
          </a:xfrm>
          <a:prstGeom prst="rect">
            <a:avLst/>
          </a:prstGeom>
        </p:spPr>
      </p:pic>
      <p:pic>
        <p:nvPicPr>
          <p:cNvPr id="8" name="Grafik 7">
            <a:extLst>
              <a:ext uri="{FF2B5EF4-FFF2-40B4-BE49-F238E27FC236}">
                <a16:creationId xmlns:a16="http://schemas.microsoft.com/office/drawing/2014/main" id="{F31E3FBD-2634-5C51-27C9-A6AC4DFF814B}"/>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87374" y="6450649"/>
            <a:ext cx="1440000" cy="201909"/>
          </a:xfrm>
          <a:prstGeom prst="rect">
            <a:avLst/>
          </a:prstGeom>
        </p:spPr>
      </p:pic>
    </p:spTree>
    <p:extLst>
      <p:ext uri="{BB962C8B-B14F-4D97-AF65-F5344CB8AC3E}">
        <p14:creationId xmlns:p14="http://schemas.microsoft.com/office/powerpoint/2010/main" val="10197756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9567B842-93B0-2DD8-F925-3C5F5CF2AAE7}"/>
              </a:ext>
            </a:extLst>
          </p:cNvPr>
          <p:cNvSpPr>
            <a:spLocks noGrp="1"/>
          </p:cNvSpPr>
          <p:nvPr>
            <p:ph type="dt" sz="half" idx="10"/>
          </p:nvPr>
        </p:nvSpPr>
        <p:spPr/>
        <p:txBody>
          <a:bodyPr/>
          <a:lstStyle/>
          <a:p>
            <a:fld id="{C8DAECF3-C60A-43CA-9A3B-0F593D285073}" type="datetime1">
              <a:rPr lang="de-DE" smtClean="0"/>
              <a:t>05.02.25</a:t>
            </a:fld>
            <a:endParaRPr lang="de-DE"/>
          </a:p>
        </p:txBody>
      </p:sp>
      <p:sp>
        <p:nvSpPr>
          <p:cNvPr id="3" name="Fußzeilenplatzhalter 2">
            <a:extLst>
              <a:ext uri="{FF2B5EF4-FFF2-40B4-BE49-F238E27FC236}">
                <a16:creationId xmlns:a16="http://schemas.microsoft.com/office/drawing/2014/main" id="{92871C31-377F-E8F2-073E-488F9B853F4A}"/>
              </a:ext>
            </a:extLst>
          </p:cNvPr>
          <p:cNvSpPr>
            <a:spLocks noGrp="1"/>
          </p:cNvSpPr>
          <p:nvPr>
            <p:ph type="ftr" sz="quarter" idx="11"/>
          </p:nvPr>
        </p:nvSpPr>
        <p:spPr/>
        <p:txBody>
          <a:bodyPr/>
          <a:lstStyle/>
          <a:p>
            <a:r>
              <a:rPr lang="de-DE"/>
              <a:t>Restricted</a:t>
            </a:r>
          </a:p>
        </p:txBody>
      </p:sp>
      <p:sp>
        <p:nvSpPr>
          <p:cNvPr id="4" name="Foliennummernplatzhalter 3">
            <a:extLst>
              <a:ext uri="{FF2B5EF4-FFF2-40B4-BE49-F238E27FC236}">
                <a16:creationId xmlns:a16="http://schemas.microsoft.com/office/drawing/2014/main" id="{59C733A5-C05E-C7EC-2D2A-120F0BC68D55}"/>
              </a:ext>
            </a:extLst>
          </p:cNvPr>
          <p:cNvSpPr>
            <a:spLocks noGrp="1"/>
          </p:cNvSpPr>
          <p:nvPr>
            <p:ph type="sldNum" sz="quarter" idx="12"/>
          </p:nvPr>
        </p:nvSpPr>
        <p:spPr/>
        <p:txBody>
          <a:bodyPr/>
          <a:lstStyle/>
          <a:p>
            <a:fld id="{67CD7502-7F22-405E-8273-ECAD6156DDA0}" type="slidenum">
              <a:rPr lang="de-DE" smtClean="0"/>
              <a:t>‹#›</a:t>
            </a:fld>
            <a:endParaRPr lang="de-DE"/>
          </a:p>
        </p:txBody>
      </p:sp>
      <p:pic>
        <p:nvPicPr>
          <p:cNvPr id="5" name="Picture 9">
            <a:extLst>
              <a:ext uri="{FF2B5EF4-FFF2-40B4-BE49-F238E27FC236}">
                <a16:creationId xmlns:a16="http://schemas.microsoft.com/office/drawing/2014/main" id="{2D9E1BBF-F68A-5181-B732-6E47A9E60A1C}"/>
              </a:ext>
            </a:extLst>
          </p:cNvPr>
          <p:cNvPicPr>
            <a:picLocks noChangeAspect="1"/>
          </p:cNvPicPr>
          <p:nvPr userDrawn="1"/>
        </p:nvPicPr>
        <p:blipFill>
          <a:blip r:embed="rId2"/>
          <a:stretch>
            <a:fillRect/>
          </a:stretch>
        </p:blipFill>
        <p:spPr>
          <a:xfrm>
            <a:off x="11100625" y="0"/>
            <a:ext cx="1008000" cy="977526"/>
          </a:xfrm>
          <a:prstGeom prst="rect">
            <a:avLst/>
          </a:prstGeom>
        </p:spPr>
      </p:pic>
      <p:pic>
        <p:nvPicPr>
          <p:cNvPr id="6" name="Grafik 5">
            <a:extLst>
              <a:ext uri="{FF2B5EF4-FFF2-40B4-BE49-F238E27FC236}">
                <a16:creationId xmlns:a16="http://schemas.microsoft.com/office/drawing/2014/main" id="{7BFB5692-FD20-02DC-A3FF-74DC5BDFE4AA}"/>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87374" y="6450649"/>
            <a:ext cx="1440000" cy="201909"/>
          </a:xfrm>
          <a:prstGeom prst="rect">
            <a:avLst/>
          </a:prstGeom>
        </p:spPr>
      </p:pic>
    </p:spTree>
    <p:extLst>
      <p:ext uri="{BB962C8B-B14F-4D97-AF65-F5344CB8AC3E}">
        <p14:creationId xmlns:p14="http://schemas.microsoft.com/office/powerpoint/2010/main" val="11689401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losing-1">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pic>
        <p:nvPicPr>
          <p:cNvPr id="10" name="Grafik 9">
            <a:extLst>
              <a:ext uri="{FF2B5EF4-FFF2-40B4-BE49-F238E27FC236}">
                <a16:creationId xmlns:a16="http://schemas.microsoft.com/office/drawing/2014/main" id="{0629ABD7-3957-4B01-AF21-91A3C521DE6D}"/>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4341813" y="4305714"/>
            <a:ext cx="3354324" cy="1876044"/>
          </a:xfrm>
          <a:prstGeom prst="rect">
            <a:avLst/>
          </a:prstGeom>
        </p:spPr>
      </p:pic>
      <p:sp>
        <p:nvSpPr>
          <p:cNvPr id="2" name="Titel 1">
            <a:extLst>
              <a:ext uri="{FF2B5EF4-FFF2-40B4-BE49-F238E27FC236}">
                <a16:creationId xmlns:a16="http://schemas.microsoft.com/office/drawing/2014/main" id="{7B92E4FB-79D7-305F-AE80-FD70A7C5284D}"/>
              </a:ext>
            </a:extLst>
          </p:cNvPr>
          <p:cNvSpPr>
            <a:spLocks noGrp="1"/>
          </p:cNvSpPr>
          <p:nvPr>
            <p:ph type="title" hasCustomPrompt="1"/>
          </p:nvPr>
        </p:nvSpPr>
        <p:spPr>
          <a:xfrm>
            <a:off x="587375" y="1963686"/>
            <a:ext cx="11017250" cy="1860602"/>
          </a:xfrm>
        </p:spPr>
        <p:txBody>
          <a:bodyPr/>
          <a:lstStyle>
            <a:lvl1pPr algn="ctr">
              <a:lnSpc>
                <a:spcPct val="80000"/>
              </a:lnSpc>
              <a:defRPr sz="8000">
                <a:solidFill>
                  <a:schemeClr val="bg1"/>
                </a:solidFill>
              </a:defRPr>
            </a:lvl1pPr>
          </a:lstStyle>
          <a:p>
            <a:r>
              <a:rPr lang="de-DE" dirty="0"/>
              <a:t>[Optional </a:t>
            </a:r>
            <a:r>
              <a:rPr lang="de-DE" dirty="0" err="1"/>
              <a:t>closing</a:t>
            </a:r>
            <a:r>
              <a:rPr lang="de-DE" dirty="0"/>
              <a:t> </a:t>
            </a:r>
            <a:r>
              <a:rPr lang="de-DE" dirty="0" err="1"/>
              <a:t>statement</a:t>
            </a:r>
            <a:r>
              <a:rPr lang="de-DE" dirty="0"/>
              <a:t>]</a:t>
            </a:r>
          </a:p>
        </p:txBody>
      </p:sp>
    </p:spTree>
    <p:extLst>
      <p:ext uri="{BB962C8B-B14F-4D97-AF65-F5344CB8AC3E}">
        <p14:creationId xmlns:p14="http://schemas.microsoft.com/office/powerpoint/2010/main" val="359963330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blank" preserve="1">
  <p:cSld name="Closing-2">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pic>
        <p:nvPicPr>
          <p:cNvPr id="2" name="Picture 2">
            <a:extLst>
              <a:ext uri="{FF2B5EF4-FFF2-40B4-BE49-F238E27FC236}">
                <a16:creationId xmlns:a16="http://schemas.microsoft.com/office/drawing/2014/main" id="{5602683C-5973-E927-B692-511059B14EF3}"/>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486" y="1491"/>
            <a:ext cx="12189241" cy="6856509"/>
          </a:xfrm>
          <a:prstGeom prst="rect">
            <a:avLst/>
          </a:prstGeom>
        </p:spPr>
      </p:pic>
      <p:pic>
        <p:nvPicPr>
          <p:cNvPr id="3" name="Grafik 2">
            <a:extLst>
              <a:ext uri="{FF2B5EF4-FFF2-40B4-BE49-F238E27FC236}">
                <a16:creationId xmlns:a16="http://schemas.microsoft.com/office/drawing/2014/main" id="{0629ABD7-3957-4B01-AF21-91A3C521DE6D}"/>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2510900" y="1519373"/>
            <a:ext cx="6840000" cy="3825552"/>
          </a:xfrm>
          <a:prstGeom prst="rect">
            <a:avLst/>
          </a:prstGeom>
        </p:spPr>
      </p:pic>
    </p:spTree>
    <p:extLst>
      <p:ext uri="{BB962C8B-B14F-4D97-AF65-F5344CB8AC3E}">
        <p14:creationId xmlns:p14="http://schemas.microsoft.com/office/powerpoint/2010/main" val="91286160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Closing-3">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pic>
        <p:nvPicPr>
          <p:cNvPr id="3" name="Picture 3">
            <a:extLst>
              <a:ext uri="{FF2B5EF4-FFF2-40B4-BE49-F238E27FC236}">
                <a16:creationId xmlns:a16="http://schemas.microsoft.com/office/drawing/2014/main" id="{A898AF33-56AC-6414-C38B-8EE146278F12}"/>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486" y="1491"/>
            <a:ext cx="12189241" cy="6856509"/>
          </a:xfrm>
          <a:prstGeom prst="rect">
            <a:avLst/>
          </a:prstGeom>
        </p:spPr>
      </p:pic>
      <p:pic>
        <p:nvPicPr>
          <p:cNvPr id="2" name="Grafik 1">
            <a:extLst>
              <a:ext uri="{FF2B5EF4-FFF2-40B4-BE49-F238E27FC236}">
                <a16:creationId xmlns:a16="http://schemas.microsoft.com/office/drawing/2014/main" id="{A87164A5-B5C0-881B-F98D-1C782EC675C7}"/>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2510900" y="1519373"/>
            <a:ext cx="6840000" cy="3825552"/>
          </a:xfrm>
          <a:prstGeom prst="rect">
            <a:avLst/>
          </a:prstGeom>
        </p:spPr>
      </p:pic>
    </p:spTree>
    <p:extLst>
      <p:ext uri="{BB962C8B-B14F-4D97-AF65-F5344CB8AC3E}">
        <p14:creationId xmlns:p14="http://schemas.microsoft.com/office/powerpoint/2010/main" val="139603525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Closing-4">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pic>
        <p:nvPicPr>
          <p:cNvPr id="4" name="Grafik 3">
            <a:extLst>
              <a:ext uri="{FF2B5EF4-FFF2-40B4-BE49-F238E27FC236}">
                <a16:creationId xmlns:a16="http://schemas.microsoft.com/office/drawing/2014/main" id="{BCFA35D1-532A-91F7-39CA-3862D629177D}"/>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835" y="469"/>
            <a:ext cx="12190330" cy="6857061"/>
          </a:xfrm>
          <a:prstGeom prst="rect">
            <a:avLst/>
          </a:prstGeom>
        </p:spPr>
      </p:pic>
      <p:pic>
        <p:nvPicPr>
          <p:cNvPr id="3" name="Grafik 2">
            <a:extLst>
              <a:ext uri="{FF2B5EF4-FFF2-40B4-BE49-F238E27FC236}">
                <a16:creationId xmlns:a16="http://schemas.microsoft.com/office/drawing/2014/main" id="{0629ABD7-3957-4B01-AF21-91A3C521DE6D}"/>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2510900" y="1519373"/>
            <a:ext cx="6840000" cy="3825552"/>
          </a:xfrm>
          <a:prstGeom prst="rect">
            <a:avLst/>
          </a:prstGeom>
        </p:spPr>
      </p:pic>
    </p:spTree>
    <p:extLst>
      <p:ext uri="{BB962C8B-B14F-4D97-AF65-F5344CB8AC3E}">
        <p14:creationId xmlns:p14="http://schemas.microsoft.com/office/powerpoint/2010/main" val="282023235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Closing-5">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pic>
        <p:nvPicPr>
          <p:cNvPr id="4" name="Grafik 3">
            <a:extLst>
              <a:ext uri="{FF2B5EF4-FFF2-40B4-BE49-F238E27FC236}">
                <a16:creationId xmlns:a16="http://schemas.microsoft.com/office/drawing/2014/main" id="{37EED713-F19E-CB21-4D29-F1E6A920D237}"/>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339" y="190"/>
            <a:ext cx="12191322" cy="6857619"/>
          </a:xfrm>
          <a:prstGeom prst="rect">
            <a:avLst/>
          </a:prstGeom>
        </p:spPr>
      </p:pic>
      <p:pic>
        <p:nvPicPr>
          <p:cNvPr id="3" name="Grafik 2">
            <a:extLst>
              <a:ext uri="{FF2B5EF4-FFF2-40B4-BE49-F238E27FC236}">
                <a16:creationId xmlns:a16="http://schemas.microsoft.com/office/drawing/2014/main" id="{0629ABD7-3957-4B01-AF21-91A3C521DE6D}"/>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2510900" y="1519373"/>
            <a:ext cx="6840000" cy="3825552"/>
          </a:xfrm>
          <a:prstGeom prst="rect">
            <a:avLst/>
          </a:prstGeom>
        </p:spPr>
      </p:pic>
    </p:spTree>
    <p:extLst>
      <p:ext uri="{BB962C8B-B14F-4D97-AF65-F5344CB8AC3E}">
        <p14:creationId xmlns:p14="http://schemas.microsoft.com/office/powerpoint/2010/main" val="1422248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192390D4-9555-91B3-647B-75DC9247ED35}"/>
              </a:ext>
            </a:extLst>
          </p:cNvPr>
          <p:cNvSpPr>
            <a:spLocks noGrp="1"/>
          </p:cNvSpPr>
          <p:nvPr>
            <p:ph type="title"/>
          </p:nvPr>
        </p:nvSpPr>
        <p:spPr>
          <a:xfrm>
            <a:off x="587375" y="549275"/>
            <a:ext cx="10513250" cy="466725"/>
          </a:xfrm>
          <a:prstGeom prst="rect">
            <a:avLst/>
          </a:prstGeom>
        </p:spPr>
        <p:txBody>
          <a:bodyPr vert="horz" lIns="0" tIns="0" rIns="0" bIns="0" rtlCol="0" anchor="t">
            <a:noAutofit/>
          </a:bodyPr>
          <a:lstStyle/>
          <a:p>
            <a:r>
              <a:rPr lang="de-DE" dirty="0"/>
              <a:t>Mastertitelformat bearbeiten</a:t>
            </a:r>
          </a:p>
        </p:txBody>
      </p:sp>
      <p:sp>
        <p:nvSpPr>
          <p:cNvPr id="3" name="Textplatzhalter 2">
            <a:extLst>
              <a:ext uri="{FF2B5EF4-FFF2-40B4-BE49-F238E27FC236}">
                <a16:creationId xmlns:a16="http://schemas.microsoft.com/office/drawing/2014/main" id="{5A67DA4F-85C0-1328-BA8B-9EE8D5292571}"/>
              </a:ext>
            </a:extLst>
          </p:cNvPr>
          <p:cNvSpPr>
            <a:spLocks noGrp="1"/>
          </p:cNvSpPr>
          <p:nvPr>
            <p:ph type="body" idx="1"/>
          </p:nvPr>
        </p:nvSpPr>
        <p:spPr>
          <a:xfrm>
            <a:off x="587375" y="1484313"/>
            <a:ext cx="11017250" cy="4681537"/>
          </a:xfrm>
          <a:prstGeom prst="rect">
            <a:avLst/>
          </a:prstGeom>
        </p:spPr>
        <p:txBody>
          <a:bodyPr vert="horz" lIns="0" tIns="0" rIns="0" bIns="0" spcCol="216000" rtlCol="0">
            <a:noAutofit/>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Datumsplatzhalter 3">
            <a:extLst>
              <a:ext uri="{FF2B5EF4-FFF2-40B4-BE49-F238E27FC236}">
                <a16:creationId xmlns:a16="http://schemas.microsoft.com/office/drawing/2014/main" id="{46D8AA71-5FC0-F520-F9A2-1CB690492E4D}"/>
              </a:ext>
            </a:extLst>
          </p:cNvPr>
          <p:cNvSpPr>
            <a:spLocks noGrp="1"/>
          </p:cNvSpPr>
          <p:nvPr>
            <p:ph type="dt" sz="half" idx="2"/>
          </p:nvPr>
        </p:nvSpPr>
        <p:spPr>
          <a:xfrm>
            <a:off x="587375" y="6994655"/>
            <a:ext cx="2592388" cy="195263"/>
          </a:xfrm>
          <a:prstGeom prst="rect">
            <a:avLst/>
          </a:prstGeom>
        </p:spPr>
        <p:txBody>
          <a:bodyPr vert="horz" lIns="0" tIns="0" rIns="0" bIns="0" rtlCol="0" anchor="ctr"/>
          <a:lstStyle>
            <a:lvl1pPr algn="l">
              <a:defRPr sz="800">
                <a:solidFill>
                  <a:srgbClr val="73737D"/>
                </a:solidFill>
              </a:defRPr>
            </a:lvl1pPr>
          </a:lstStyle>
          <a:p>
            <a:fld id="{617C0899-C81D-48BC-A8F0-F542C862946A}" type="datetime1">
              <a:rPr lang="de-DE" smtClean="0"/>
              <a:t>05.02.25</a:t>
            </a:fld>
            <a:endParaRPr lang="de-DE" dirty="0"/>
          </a:p>
        </p:txBody>
      </p:sp>
      <p:sp>
        <p:nvSpPr>
          <p:cNvPr id="5" name="Fußzeilenplatzhalter 4">
            <a:extLst>
              <a:ext uri="{FF2B5EF4-FFF2-40B4-BE49-F238E27FC236}">
                <a16:creationId xmlns:a16="http://schemas.microsoft.com/office/drawing/2014/main" id="{4BB3BDC7-17C3-0AAE-C4D2-FF24BBDC6CA3}"/>
              </a:ext>
            </a:extLst>
          </p:cNvPr>
          <p:cNvSpPr>
            <a:spLocks noGrp="1"/>
          </p:cNvSpPr>
          <p:nvPr>
            <p:ph type="ftr" sz="quarter" idx="3"/>
          </p:nvPr>
        </p:nvSpPr>
        <p:spPr>
          <a:xfrm>
            <a:off x="8075613" y="6432680"/>
            <a:ext cx="3025011" cy="195263"/>
          </a:xfrm>
          <a:prstGeom prst="rect">
            <a:avLst/>
          </a:prstGeom>
        </p:spPr>
        <p:txBody>
          <a:bodyPr vert="horz" wrap="none" lIns="0" tIns="0" rIns="0" bIns="0" rtlCol="0" anchor="ctr"/>
          <a:lstStyle>
            <a:lvl1pPr algn="l">
              <a:defRPr sz="800">
                <a:solidFill>
                  <a:srgbClr val="73737D"/>
                </a:solidFill>
              </a:defRPr>
            </a:lvl1pPr>
          </a:lstStyle>
          <a:p>
            <a:r>
              <a:rPr lang="de-DE"/>
              <a:t>Restricted</a:t>
            </a:r>
            <a:endParaRPr lang="de-DE" dirty="0"/>
          </a:p>
        </p:txBody>
      </p:sp>
      <p:sp>
        <p:nvSpPr>
          <p:cNvPr id="6" name="Foliennummernplatzhalter 5">
            <a:extLst>
              <a:ext uri="{FF2B5EF4-FFF2-40B4-BE49-F238E27FC236}">
                <a16:creationId xmlns:a16="http://schemas.microsoft.com/office/drawing/2014/main" id="{C9B7E196-22E6-EBAF-14A8-CEC2A136462F}"/>
              </a:ext>
            </a:extLst>
          </p:cNvPr>
          <p:cNvSpPr>
            <a:spLocks noGrp="1"/>
          </p:cNvSpPr>
          <p:nvPr>
            <p:ph type="sldNum" sz="quarter" idx="4"/>
          </p:nvPr>
        </p:nvSpPr>
        <p:spPr>
          <a:xfrm>
            <a:off x="11100625" y="6432680"/>
            <a:ext cx="504000" cy="195263"/>
          </a:xfrm>
          <a:prstGeom prst="rect">
            <a:avLst/>
          </a:prstGeom>
        </p:spPr>
        <p:txBody>
          <a:bodyPr vert="horz" wrap="none" lIns="0" tIns="0" rIns="0" bIns="0" rtlCol="0" anchor="ctr"/>
          <a:lstStyle>
            <a:lvl1pPr algn="r">
              <a:defRPr sz="800">
                <a:solidFill>
                  <a:srgbClr val="73737D"/>
                </a:solidFill>
              </a:defRPr>
            </a:lvl1pPr>
          </a:lstStyle>
          <a:p>
            <a:fld id="{67CD7502-7F22-405E-8273-ECAD6156DDA0}" type="slidenum">
              <a:rPr lang="de-DE" smtClean="0"/>
              <a:pPr/>
              <a:t>‹#›</a:t>
            </a:fld>
            <a:endParaRPr lang="de-DE" dirty="0"/>
          </a:p>
        </p:txBody>
      </p:sp>
    </p:spTree>
    <p:extLst>
      <p:ext uri="{BB962C8B-B14F-4D97-AF65-F5344CB8AC3E}">
        <p14:creationId xmlns:p14="http://schemas.microsoft.com/office/powerpoint/2010/main" val="2723563844"/>
      </p:ext>
    </p:extLst>
  </p:cSld>
  <p:clrMap bg1="lt1" tx1="dk1" bg2="lt2" tx2="dk2" accent1="accent1" accent2="accent2" accent3="accent3" accent4="accent4" accent5="accent5" accent6="accent6" hlink="hlink" folHlink="folHlink"/>
  <p:sldLayoutIdLst>
    <p:sldLayoutId id="2147483658" r:id="rId1"/>
    <p:sldLayoutId id="2147483660" r:id="rId2"/>
    <p:sldLayoutId id="2147483659" r:id="rId3"/>
    <p:sldLayoutId id="2147483662" r:id="rId4"/>
    <p:sldLayoutId id="2147483663" r:id="rId5"/>
    <p:sldLayoutId id="2147483679" r:id="rId6"/>
    <p:sldLayoutId id="2147483665" r:id="rId7"/>
    <p:sldLayoutId id="2147483651" r:id="rId8"/>
    <p:sldLayoutId id="2147483664" r:id="rId9"/>
    <p:sldLayoutId id="2147483680" r:id="rId10"/>
    <p:sldLayoutId id="2147483681" r:id="rId11"/>
    <p:sldLayoutId id="2147483650" r:id="rId12"/>
    <p:sldLayoutId id="2147483652" r:id="rId13"/>
    <p:sldLayoutId id="2147483657" r:id="rId14"/>
    <p:sldLayoutId id="2147483666" r:id="rId15"/>
    <p:sldLayoutId id="2147483667" r:id="rId16"/>
    <p:sldLayoutId id="2147483668" r:id="rId17"/>
    <p:sldLayoutId id="2147483669" r:id="rId18"/>
    <p:sldLayoutId id="2147483670" r:id="rId19"/>
    <p:sldLayoutId id="2147483671" r:id="rId20"/>
    <p:sldLayoutId id="2147483672" r:id="rId21"/>
    <p:sldLayoutId id="2147483673" r:id="rId22"/>
    <p:sldLayoutId id="2147483653" r:id="rId23"/>
    <p:sldLayoutId id="2147483654" r:id="rId24"/>
    <p:sldLayoutId id="2147483656" r:id="rId25"/>
    <p:sldLayoutId id="2147483655" r:id="rId26"/>
    <p:sldLayoutId id="2147483674" r:id="rId27"/>
    <p:sldLayoutId id="2147483675" r:id="rId28"/>
    <p:sldLayoutId id="2147483676" r:id="rId29"/>
    <p:sldLayoutId id="2147483677" r:id="rId30"/>
    <p:sldLayoutId id="2147483678" r:id="rId31"/>
  </p:sldLayoutIdLst>
  <p:hf hdr="0" dt="0"/>
  <p:txStyles>
    <p:titleStyle>
      <a:lvl1pPr algn="l" defTabSz="914400" rtl="0" eaLnBrk="1" latinLnBrk="0" hangingPunct="1">
        <a:lnSpc>
          <a:spcPct val="90000"/>
        </a:lnSpc>
        <a:spcBef>
          <a:spcPct val="0"/>
        </a:spcBef>
        <a:buNone/>
        <a:defRPr sz="3000" b="1" kern="1200">
          <a:solidFill>
            <a:schemeClr val="tx2"/>
          </a:solidFill>
          <a:latin typeface="+mj-lt"/>
          <a:ea typeface="+mj-ea"/>
          <a:cs typeface="+mj-cs"/>
        </a:defRPr>
      </a:lvl1pPr>
    </p:titleStyle>
    <p:bodyStyle>
      <a:lvl1pPr marL="0" indent="0" algn="l" defTabSz="914400" rtl="0" eaLnBrk="1" latinLnBrk="0" hangingPunct="1">
        <a:lnSpc>
          <a:spcPct val="100000"/>
        </a:lnSpc>
        <a:spcBef>
          <a:spcPts val="0"/>
        </a:spcBef>
        <a:spcAft>
          <a:spcPts val="600"/>
        </a:spcAft>
        <a:buFont typeface="On Air" panose="020F0503030404020204" pitchFamily="34" charset="0"/>
        <a:buNone/>
        <a:defRPr sz="1400"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 typeface="On Air" panose="020F0503030404020204" pitchFamily="34" charset="0"/>
        <a:buNone/>
        <a:defRPr sz="1600" b="1" kern="1200">
          <a:solidFill>
            <a:schemeClr val="tx2"/>
          </a:solidFill>
          <a:latin typeface="+mn-lt"/>
          <a:ea typeface="+mn-ea"/>
          <a:cs typeface="+mn-cs"/>
        </a:defRPr>
      </a:lvl2pPr>
      <a:lvl3pPr marL="180000" indent="-180000" algn="l" defTabSz="914400" rtl="0" eaLnBrk="1" latinLnBrk="0" hangingPunct="1">
        <a:lnSpc>
          <a:spcPct val="100000"/>
        </a:lnSpc>
        <a:spcBef>
          <a:spcPts val="0"/>
        </a:spcBef>
        <a:buFont typeface="On Air" panose="020F0503030404020204" pitchFamily="34" charset="0"/>
        <a:buChar char="•"/>
        <a:defRPr sz="1400" kern="1200">
          <a:solidFill>
            <a:schemeClr val="tx1"/>
          </a:solidFill>
          <a:latin typeface="+mn-lt"/>
          <a:ea typeface="+mn-ea"/>
          <a:cs typeface="+mn-cs"/>
        </a:defRPr>
      </a:lvl3pPr>
      <a:lvl4pPr marL="360000" indent="-180000" algn="l" defTabSz="914400" rtl="0" eaLnBrk="1" latinLnBrk="0" hangingPunct="1">
        <a:lnSpc>
          <a:spcPct val="100000"/>
        </a:lnSpc>
        <a:spcBef>
          <a:spcPts val="0"/>
        </a:spcBef>
        <a:buFont typeface="On Air" panose="020F0503030404020204" pitchFamily="34" charset="0"/>
        <a:buChar char="•"/>
        <a:defRPr sz="1400" kern="1200">
          <a:solidFill>
            <a:schemeClr val="tx1"/>
          </a:solidFill>
          <a:latin typeface="+mn-lt"/>
          <a:ea typeface="+mn-ea"/>
          <a:cs typeface="+mn-cs"/>
        </a:defRPr>
      </a:lvl4pPr>
      <a:lvl5pPr marL="540000" indent="-180000" algn="l" defTabSz="914400" rtl="0" eaLnBrk="1" latinLnBrk="0" hangingPunct="1">
        <a:lnSpc>
          <a:spcPct val="100000"/>
        </a:lnSpc>
        <a:spcBef>
          <a:spcPts val="0"/>
        </a:spcBef>
        <a:buFont typeface="On Air" panose="020F0503030404020204" pitchFamily="34" charset="0"/>
        <a:buChar char="•"/>
        <a:defRPr sz="1400" kern="1200">
          <a:solidFill>
            <a:schemeClr val="tx1"/>
          </a:solidFill>
          <a:latin typeface="+mn-lt"/>
          <a:ea typeface="+mn-ea"/>
          <a:cs typeface="+mn-cs"/>
        </a:defRPr>
      </a:lvl5pPr>
      <a:lvl6pPr marL="0" indent="0" algn="l" defTabSz="914400" rtl="0" eaLnBrk="1" latinLnBrk="0" hangingPunct="1">
        <a:lnSpc>
          <a:spcPct val="100000"/>
        </a:lnSpc>
        <a:spcBef>
          <a:spcPts val="0"/>
        </a:spcBef>
        <a:buFont typeface="On Air" panose="020F0503030404020204" pitchFamily="34" charset="0"/>
        <a:buNone/>
        <a:defRPr sz="1400" kern="1200">
          <a:solidFill>
            <a:schemeClr val="tx1"/>
          </a:solidFill>
          <a:latin typeface="+mn-lt"/>
          <a:ea typeface="+mn-ea"/>
          <a:cs typeface="+mn-cs"/>
        </a:defRPr>
      </a:lvl6pPr>
      <a:lvl7pPr marL="0" indent="0" algn="l" defTabSz="914400" rtl="0" eaLnBrk="1" latinLnBrk="0" hangingPunct="1">
        <a:lnSpc>
          <a:spcPct val="100000"/>
        </a:lnSpc>
        <a:spcBef>
          <a:spcPts val="0"/>
        </a:spcBef>
        <a:buFont typeface="On Air" panose="020F0503030404020204" pitchFamily="34" charset="0"/>
        <a:buNone/>
        <a:defRPr sz="1400" kern="1200">
          <a:solidFill>
            <a:schemeClr val="tx1"/>
          </a:solidFill>
          <a:latin typeface="+mn-lt"/>
          <a:ea typeface="+mn-ea"/>
          <a:cs typeface="+mn-cs"/>
        </a:defRPr>
      </a:lvl7pPr>
      <a:lvl8pPr marL="0" indent="0" algn="l" defTabSz="914400" rtl="0" eaLnBrk="1" latinLnBrk="0" hangingPunct="1">
        <a:lnSpc>
          <a:spcPct val="100000"/>
        </a:lnSpc>
        <a:spcBef>
          <a:spcPts val="0"/>
        </a:spcBef>
        <a:buFont typeface="On Air" panose="020F0503030404020204" pitchFamily="34" charset="0"/>
        <a:buNone/>
        <a:defRPr sz="1400" kern="1200">
          <a:solidFill>
            <a:schemeClr val="tx1"/>
          </a:solidFill>
          <a:latin typeface="+mn-lt"/>
          <a:ea typeface="+mn-ea"/>
          <a:cs typeface="+mn-cs"/>
        </a:defRPr>
      </a:lvl8pPr>
      <a:lvl9pPr marL="0" indent="0" algn="l" defTabSz="914400" rtl="0" eaLnBrk="1" latinLnBrk="0" hangingPunct="1">
        <a:lnSpc>
          <a:spcPct val="100000"/>
        </a:lnSpc>
        <a:spcBef>
          <a:spcPts val="0"/>
        </a:spcBef>
        <a:buFont typeface="On Air" panose="020F0503030404020204" pitchFamily="34" charset="0"/>
        <a:buNone/>
        <a:defRPr sz="1400" kern="1200">
          <a:solidFill>
            <a:schemeClr val="tx1"/>
          </a:solidFill>
          <a:latin typeface="+mn-lt"/>
          <a:ea typeface="+mn-ea"/>
          <a:cs typeface="+mn-cs"/>
        </a:defRPr>
      </a:lvl9pPr>
    </p:bodyStyle>
    <p:otherStyle>
      <a:defPPr>
        <a:defRPr lang="de-DE"/>
      </a:defPPr>
      <a:lvl1pPr marL="0" indent="0" algn="l" defTabSz="914400" rtl="0" eaLnBrk="1" latinLnBrk="0" hangingPunct="1">
        <a:lnSpc>
          <a:spcPct val="100000"/>
        </a:lnSpc>
        <a:spcBef>
          <a:spcPts val="0"/>
        </a:spcBef>
        <a:spcAft>
          <a:spcPts val="600"/>
        </a:spcAft>
        <a:buFont typeface="On Air" panose="020F0503030404020204" pitchFamily="34" charset="0"/>
        <a:buNone/>
        <a:defRPr sz="1400" kern="1200">
          <a:solidFill>
            <a:schemeClr val="tx1"/>
          </a:solidFill>
          <a:latin typeface="+mn-lt"/>
          <a:ea typeface="+mn-ea"/>
          <a:cs typeface="+mn-cs"/>
        </a:defRPr>
      </a:lvl1pPr>
      <a:lvl2pPr marL="180000" indent="-180000" algn="l" defTabSz="914400" rtl="0" eaLnBrk="1" latinLnBrk="0" hangingPunct="1">
        <a:lnSpc>
          <a:spcPct val="100000"/>
        </a:lnSpc>
        <a:spcBef>
          <a:spcPts val="0"/>
        </a:spcBef>
        <a:buFont typeface="On Air" panose="020F0503030404020204" pitchFamily="34" charset="0"/>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0"/>
        </a:spcBef>
        <a:buFont typeface="On Air" panose="020F0503030404020204" pitchFamily="34" charset="0"/>
        <a:buChar char="•"/>
        <a:defRPr sz="1400" kern="1200">
          <a:solidFill>
            <a:schemeClr val="tx1"/>
          </a:solidFill>
          <a:latin typeface="+mn-lt"/>
          <a:ea typeface="+mn-ea"/>
          <a:cs typeface="+mn-cs"/>
        </a:defRPr>
      </a:lvl3pPr>
      <a:lvl4pPr marL="540000" indent="-180000" algn="l" defTabSz="914400" rtl="0" eaLnBrk="1" latinLnBrk="0" hangingPunct="1">
        <a:lnSpc>
          <a:spcPct val="100000"/>
        </a:lnSpc>
        <a:spcBef>
          <a:spcPts val="0"/>
        </a:spcBef>
        <a:buFont typeface="On Air" panose="020F0503030404020204" pitchFamily="34" charset="0"/>
        <a:buChar char="•"/>
        <a:defRPr sz="1400" kern="1200">
          <a:solidFill>
            <a:schemeClr val="tx1"/>
          </a:solidFill>
          <a:latin typeface="+mn-lt"/>
          <a:ea typeface="+mn-ea"/>
          <a:cs typeface="+mn-cs"/>
        </a:defRPr>
      </a:lvl4pPr>
      <a:lvl5pPr marL="0" indent="0" algn="l" defTabSz="914400" rtl="0" eaLnBrk="1" latinLnBrk="0" hangingPunct="1">
        <a:lnSpc>
          <a:spcPct val="100000"/>
        </a:lnSpc>
        <a:spcBef>
          <a:spcPts val="0"/>
        </a:spcBef>
        <a:buFont typeface="On Air" panose="020F0503030404020204" pitchFamily="34" charset="0"/>
        <a:buNone/>
        <a:defRPr sz="1400" kern="1200">
          <a:solidFill>
            <a:schemeClr val="tx1"/>
          </a:solidFill>
          <a:latin typeface="+mn-lt"/>
          <a:ea typeface="+mn-ea"/>
          <a:cs typeface="+mn-cs"/>
        </a:defRPr>
      </a:lvl5pPr>
      <a:lvl6pPr marL="0" indent="0" algn="l" defTabSz="914400" rtl="0" eaLnBrk="1" latinLnBrk="0" hangingPunct="1">
        <a:lnSpc>
          <a:spcPct val="100000"/>
        </a:lnSpc>
        <a:spcBef>
          <a:spcPts val="0"/>
        </a:spcBef>
        <a:buFont typeface="On Air" panose="020F0503030404020204" pitchFamily="34" charset="0"/>
        <a:buNone/>
        <a:defRPr sz="1400" kern="1200">
          <a:solidFill>
            <a:schemeClr val="tx1"/>
          </a:solidFill>
          <a:latin typeface="+mn-lt"/>
          <a:ea typeface="+mn-ea"/>
          <a:cs typeface="+mn-cs"/>
        </a:defRPr>
      </a:lvl6pPr>
      <a:lvl7pPr marL="0" indent="0" algn="l" defTabSz="914400" rtl="0" eaLnBrk="1" latinLnBrk="0" hangingPunct="1">
        <a:lnSpc>
          <a:spcPct val="100000"/>
        </a:lnSpc>
        <a:spcBef>
          <a:spcPts val="0"/>
        </a:spcBef>
        <a:buFont typeface="On Air" panose="020F0503030404020204" pitchFamily="34" charset="0"/>
        <a:buNone/>
        <a:defRPr sz="1400" kern="1200">
          <a:solidFill>
            <a:schemeClr val="tx1"/>
          </a:solidFill>
          <a:latin typeface="+mn-lt"/>
          <a:ea typeface="+mn-ea"/>
          <a:cs typeface="+mn-cs"/>
        </a:defRPr>
      </a:lvl7pPr>
      <a:lvl8pPr marL="0" indent="0" algn="l" defTabSz="914400" rtl="0" eaLnBrk="1" latinLnBrk="0" hangingPunct="1">
        <a:lnSpc>
          <a:spcPct val="100000"/>
        </a:lnSpc>
        <a:spcBef>
          <a:spcPts val="0"/>
        </a:spcBef>
        <a:buFont typeface="On Air" panose="020F0503030404020204" pitchFamily="34" charset="0"/>
        <a:buNone/>
        <a:defRPr sz="1400" kern="1200">
          <a:solidFill>
            <a:schemeClr val="tx1"/>
          </a:solidFill>
          <a:latin typeface="+mn-lt"/>
          <a:ea typeface="+mn-ea"/>
          <a:cs typeface="+mn-cs"/>
        </a:defRPr>
      </a:lvl8pPr>
      <a:lvl9pPr marL="0" indent="0" algn="l" defTabSz="914400" rtl="0" eaLnBrk="1" latinLnBrk="0" hangingPunct="1">
        <a:lnSpc>
          <a:spcPct val="100000"/>
        </a:lnSpc>
        <a:spcBef>
          <a:spcPts val="0"/>
        </a:spcBef>
        <a:buFont typeface="On Air" panose="020F0503030404020204" pitchFamily="34" charset="0"/>
        <a:buNone/>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46" userDrawn="1">
          <p15:clr>
            <a:srgbClr val="C35EA4"/>
          </p15:clr>
        </p15:guide>
        <p15:guide id="2" pos="3840" userDrawn="1">
          <p15:clr>
            <a:srgbClr val="A4A3A4"/>
          </p15:clr>
        </p15:guide>
        <p15:guide id="3" pos="370" userDrawn="1">
          <p15:clr>
            <a:srgbClr val="C35EA4"/>
          </p15:clr>
        </p15:guide>
        <p15:guide id="4" pos="7310" userDrawn="1">
          <p15:clr>
            <a:srgbClr val="C35EA4"/>
          </p15:clr>
        </p15:guide>
        <p15:guide id="5" orient="horz" pos="4133" userDrawn="1">
          <p15:clr>
            <a:srgbClr val="A4A3A4"/>
          </p15:clr>
        </p15:guide>
        <p15:guide id="6" orient="horz" pos="3884" userDrawn="1">
          <p15:clr>
            <a:srgbClr val="C35EA4"/>
          </p15:clr>
        </p15:guide>
        <p15:guide id="7" orient="horz" pos="640" userDrawn="1">
          <p15:clr>
            <a:srgbClr val="A4A3A4"/>
          </p15:clr>
        </p15:guide>
        <p15:guide id="8" orient="horz" pos="935" userDrawn="1">
          <p15:clr>
            <a:srgbClr val="C35EA4"/>
          </p15:clr>
        </p15:guide>
        <p15:guide id="9" orient="horz" pos="1230" userDrawn="1">
          <p15:clr>
            <a:srgbClr val="A4A3A4"/>
          </p15:clr>
        </p15:guide>
        <p15:guide id="10" orient="horz" pos="1525" userDrawn="1">
          <p15:clr>
            <a:srgbClr val="A4A3A4"/>
          </p15:clr>
        </p15:guide>
        <p15:guide id="11" orient="horz" pos="1820" userDrawn="1">
          <p15:clr>
            <a:srgbClr val="A4A3A4"/>
          </p15:clr>
        </p15:guide>
        <p15:guide id="12" orient="horz" pos="2115" userDrawn="1">
          <p15:clr>
            <a:srgbClr val="A4A3A4"/>
          </p15:clr>
        </p15:guide>
        <p15:guide id="13" orient="horz" pos="2409" userDrawn="1">
          <p15:clr>
            <a:srgbClr val="A4A3A4"/>
          </p15:clr>
        </p15:guide>
        <p15:guide id="14" orient="horz" pos="2704" userDrawn="1">
          <p15:clr>
            <a:srgbClr val="A4A3A4"/>
          </p15:clr>
        </p15:guide>
        <p15:guide id="15" orient="horz" pos="2999" userDrawn="1">
          <p15:clr>
            <a:srgbClr val="A4A3A4"/>
          </p15:clr>
        </p15:guide>
        <p15:guide id="16" orient="horz" pos="3294" userDrawn="1">
          <p15:clr>
            <a:srgbClr val="A4A3A4"/>
          </p15:clr>
        </p15:guide>
        <p15:guide id="17" orient="horz" pos="3589" userDrawn="1">
          <p15:clr>
            <a:srgbClr val="A4A3A4"/>
          </p15:clr>
        </p15:guide>
        <p15:guide id="18" pos="3908" userDrawn="1">
          <p15:clr>
            <a:srgbClr val="9FCC3B"/>
          </p15:clr>
        </p15:guide>
        <p15:guide id="19" pos="3772" userDrawn="1">
          <p15:clr>
            <a:srgbClr val="9FCC3B"/>
          </p15:clr>
        </p15:guide>
        <p15:guide id="20" pos="4951" userDrawn="1">
          <p15:clr>
            <a:srgbClr val="5ACBF0"/>
          </p15:clr>
        </p15:guide>
        <p15:guide id="21" pos="2729" userDrawn="1">
          <p15:clr>
            <a:srgbClr val="5ACBF0"/>
          </p15:clr>
        </p15:guide>
        <p15:guide id="22" pos="5087" userDrawn="1">
          <p15:clr>
            <a:srgbClr val="5ACBF0"/>
          </p15:clr>
        </p15:guide>
        <p15:guide id="23" pos="2593" userDrawn="1">
          <p15:clr>
            <a:srgbClr val="5ACBF0"/>
          </p15:clr>
        </p15:guide>
        <p15:guide id="24" pos="5541" userDrawn="1">
          <p15:clr>
            <a:srgbClr val="9FCC3B"/>
          </p15:clr>
        </p15:guide>
        <p15:guide id="25" pos="5677" userDrawn="1">
          <p15:clr>
            <a:srgbClr val="9FCC3B"/>
          </p15:clr>
        </p15:guide>
        <p15:guide id="26" pos="2139" userDrawn="1">
          <p15:clr>
            <a:srgbClr val="9FCC3B"/>
          </p15:clr>
        </p15:guide>
        <p15:guide id="27" pos="2003" userDrawn="1">
          <p15:clr>
            <a:srgbClr val="9FCC3B"/>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23.xml.rels><?xml version="1.0" encoding="UTF-8" standalone="yes"?>
<Relationships xmlns="http://schemas.openxmlformats.org/package/2006/relationships"><Relationship Id="rId26" Type="http://schemas.openxmlformats.org/officeDocument/2006/relationships/image" Target="../media/image45.png"/><Relationship Id="rId21" Type="http://schemas.openxmlformats.org/officeDocument/2006/relationships/image" Target="../media/image40.png"/><Relationship Id="rId34" Type="http://schemas.openxmlformats.org/officeDocument/2006/relationships/image" Target="../media/image53.png"/><Relationship Id="rId42" Type="http://schemas.openxmlformats.org/officeDocument/2006/relationships/image" Target="../media/image61.png"/><Relationship Id="rId47" Type="http://schemas.openxmlformats.org/officeDocument/2006/relationships/image" Target="../media/image66.png"/><Relationship Id="rId50" Type="http://schemas.openxmlformats.org/officeDocument/2006/relationships/image" Target="../media/image69.png"/><Relationship Id="rId55" Type="http://schemas.openxmlformats.org/officeDocument/2006/relationships/image" Target="../media/image74.png"/><Relationship Id="rId63" Type="http://schemas.openxmlformats.org/officeDocument/2006/relationships/image" Target="../media/image82.png"/><Relationship Id="rId7" Type="http://schemas.openxmlformats.org/officeDocument/2006/relationships/image" Target="../media/image26.png"/><Relationship Id="rId2" Type="http://schemas.openxmlformats.org/officeDocument/2006/relationships/hyperlink" Target="https://brandfactory.telefonica.com/document/3393" TargetMode="External"/><Relationship Id="rId16" Type="http://schemas.openxmlformats.org/officeDocument/2006/relationships/image" Target="../media/image35.png"/><Relationship Id="rId29" Type="http://schemas.openxmlformats.org/officeDocument/2006/relationships/image" Target="../media/image48.png"/><Relationship Id="rId11" Type="http://schemas.openxmlformats.org/officeDocument/2006/relationships/image" Target="../media/image30.png"/><Relationship Id="rId24" Type="http://schemas.openxmlformats.org/officeDocument/2006/relationships/image" Target="../media/image43.png"/><Relationship Id="rId32" Type="http://schemas.openxmlformats.org/officeDocument/2006/relationships/image" Target="../media/image51.png"/><Relationship Id="rId37" Type="http://schemas.openxmlformats.org/officeDocument/2006/relationships/image" Target="../media/image56.png"/><Relationship Id="rId40" Type="http://schemas.openxmlformats.org/officeDocument/2006/relationships/image" Target="../media/image59.png"/><Relationship Id="rId45" Type="http://schemas.openxmlformats.org/officeDocument/2006/relationships/image" Target="../media/image64.png"/><Relationship Id="rId53" Type="http://schemas.openxmlformats.org/officeDocument/2006/relationships/image" Target="../media/image72.png"/><Relationship Id="rId58" Type="http://schemas.openxmlformats.org/officeDocument/2006/relationships/image" Target="../media/image77.png"/><Relationship Id="rId66" Type="http://schemas.openxmlformats.org/officeDocument/2006/relationships/image" Target="../media/image85.svg"/><Relationship Id="rId5" Type="http://schemas.openxmlformats.org/officeDocument/2006/relationships/image" Target="../media/image24.png"/><Relationship Id="rId61" Type="http://schemas.openxmlformats.org/officeDocument/2006/relationships/image" Target="../media/image80.png"/><Relationship Id="rId19" Type="http://schemas.openxmlformats.org/officeDocument/2006/relationships/image" Target="../media/image38.png"/><Relationship Id="rId14" Type="http://schemas.openxmlformats.org/officeDocument/2006/relationships/image" Target="../media/image33.png"/><Relationship Id="rId22" Type="http://schemas.openxmlformats.org/officeDocument/2006/relationships/image" Target="../media/image41.png"/><Relationship Id="rId27" Type="http://schemas.openxmlformats.org/officeDocument/2006/relationships/image" Target="../media/image46.png"/><Relationship Id="rId30" Type="http://schemas.openxmlformats.org/officeDocument/2006/relationships/image" Target="../media/image49.png"/><Relationship Id="rId35" Type="http://schemas.openxmlformats.org/officeDocument/2006/relationships/image" Target="../media/image54.png"/><Relationship Id="rId43" Type="http://schemas.openxmlformats.org/officeDocument/2006/relationships/image" Target="../media/image62.png"/><Relationship Id="rId48" Type="http://schemas.openxmlformats.org/officeDocument/2006/relationships/image" Target="../media/image67.png"/><Relationship Id="rId56" Type="http://schemas.openxmlformats.org/officeDocument/2006/relationships/image" Target="../media/image75.png"/><Relationship Id="rId64" Type="http://schemas.openxmlformats.org/officeDocument/2006/relationships/image" Target="../media/image83.svg"/><Relationship Id="rId8" Type="http://schemas.openxmlformats.org/officeDocument/2006/relationships/image" Target="../media/image27.png"/><Relationship Id="rId51" Type="http://schemas.openxmlformats.org/officeDocument/2006/relationships/image" Target="../media/image70.png"/><Relationship Id="rId3" Type="http://schemas.openxmlformats.org/officeDocument/2006/relationships/image" Target="../media/image22.png"/><Relationship Id="rId12" Type="http://schemas.openxmlformats.org/officeDocument/2006/relationships/image" Target="../media/image31.png"/><Relationship Id="rId17" Type="http://schemas.openxmlformats.org/officeDocument/2006/relationships/image" Target="../media/image36.png"/><Relationship Id="rId25" Type="http://schemas.openxmlformats.org/officeDocument/2006/relationships/image" Target="../media/image44.png"/><Relationship Id="rId33" Type="http://schemas.openxmlformats.org/officeDocument/2006/relationships/image" Target="../media/image52.png"/><Relationship Id="rId38" Type="http://schemas.openxmlformats.org/officeDocument/2006/relationships/image" Target="../media/image57.png"/><Relationship Id="rId46" Type="http://schemas.openxmlformats.org/officeDocument/2006/relationships/image" Target="../media/image65.png"/><Relationship Id="rId59" Type="http://schemas.openxmlformats.org/officeDocument/2006/relationships/image" Target="../media/image78.png"/><Relationship Id="rId20" Type="http://schemas.openxmlformats.org/officeDocument/2006/relationships/image" Target="../media/image39.png"/><Relationship Id="rId41" Type="http://schemas.openxmlformats.org/officeDocument/2006/relationships/image" Target="../media/image60.png"/><Relationship Id="rId54" Type="http://schemas.openxmlformats.org/officeDocument/2006/relationships/image" Target="../media/image73.png"/><Relationship Id="rId62" Type="http://schemas.openxmlformats.org/officeDocument/2006/relationships/image" Target="../media/image81.svg"/><Relationship Id="rId1" Type="http://schemas.openxmlformats.org/officeDocument/2006/relationships/slideLayout" Target="../slideLayouts/slideLayout24.xml"/><Relationship Id="rId6" Type="http://schemas.openxmlformats.org/officeDocument/2006/relationships/image" Target="../media/image25.png"/><Relationship Id="rId15" Type="http://schemas.openxmlformats.org/officeDocument/2006/relationships/image" Target="../media/image34.png"/><Relationship Id="rId23" Type="http://schemas.openxmlformats.org/officeDocument/2006/relationships/image" Target="../media/image42.png"/><Relationship Id="rId28" Type="http://schemas.openxmlformats.org/officeDocument/2006/relationships/image" Target="../media/image47.png"/><Relationship Id="rId36" Type="http://schemas.openxmlformats.org/officeDocument/2006/relationships/image" Target="../media/image55.png"/><Relationship Id="rId49" Type="http://schemas.openxmlformats.org/officeDocument/2006/relationships/image" Target="../media/image68.png"/><Relationship Id="rId57" Type="http://schemas.openxmlformats.org/officeDocument/2006/relationships/image" Target="../media/image76.svg"/><Relationship Id="rId10" Type="http://schemas.openxmlformats.org/officeDocument/2006/relationships/image" Target="../media/image29.png"/><Relationship Id="rId31" Type="http://schemas.openxmlformats.org/officeDocument/2006/relationships/image" Target="../media/image50.png"/><Relationship Id="rId44" Type="http://schemas.openxmlformats.org/officeDocument/2006/relationships/image" Target="../media/image63.png"/><Relationship Id="rId52" Type="http://schemas.openxmlformats.org/officeDocument/2006/relationships/image" Target="../media/image71.png"/><Relationship Id="rId60" Type="http://schemas.openxmlformats.org/officeDocument/2006/relationships/image" Target="../media/image79.svg"/><Relationship Id="rId65" Type="http://schemas.openxmlformats.org/officeDocument/2006/relationships/image" Target="../media/image84.png"/><Relationship Id="rId4" Type="http://schemas.openxmlformats.org/officeDocument/2006/relationships/image" Target="../media/image23.png"/><Relationship Id="rId9" Type="http://schemas.openxmlformats.org/officeDocument/2006/relationships/image" Target="../media/image28.png"/><Relationship Id="rId13" Type="http://schemas.openxmlformats.org/officeDocument/2006/relationships/image" Target="../media/image32.png"/><Relationship Id="rId18" Type="http://schemas.openxmlformats.org/officeDocument/2006/relationships/image" Target="../media/image37.png"/><Relationship Id="rId39" Type="http://schemas.openxmlformats.org/officeDocument/2006/relationships/image" Target="../media/image58.png"/></Relationships>
</file>

<file path=ppt/slides/_rels/slide24.xml.rels><?xml version="1.0" encoding="UTF-8" standalone="yes"?>
<Relationships xmlns="http://schemas.openxmlformats.org/package/2006/relationships"><Relationship Id="rId8" Type="http://schemas.openxmlformats.org/officeDocument/2006/relationships/image" Target="../media/image92.jpeg"/><Relationship Id="rId13" Type="http://schemas.openxmlformats.org/officeDocument/2006/relationships/image" Target="../media/image97.jpeg"/><Relationship Id="rId18" Type="http://schemas.openxmlformats.org/officeDocument/2006/relationships/image" Target="../media/image102.jpeg"/><Relationship Id="rId3" Type="http://schemas.openxmlformats.org/officeDocument/2006/relationships/image" Target="../media/image87.jpeg"/><Relationship Id="rId7" Type="http://schemas.openxmlformats.org/officeDocument/2006/relationships/image" Target="../media/image91.jpeg"/><Relationship Id="rId12" Type="http://schemas.openxmlformats.org/officeDocument/2006/relationships/image" Target="../media/image96.jpeg"/><Relationship Id="rId17" Type="http://schemas.openxmlformats.org/officeDocument/2006/relationships/image" Target="../media/image101.jpeg"/><Relationship Id="rId2" Type="http://schemas.openxmlformats.org/officeDocument/2006/relationships/image" Target="../media/image86.jpeg"/><Relationship Id="rId16" Type="http://schemas.openxmlformats.org/officeDocument/2006/relationships/image" Target="../media/image100.jpeg"/><Relationship Id="rId20" Type="http://schemas.openxmlformats.org/officeDocument/2006/relationships/hyperlink" Target="https://brandfactory.telefonica.com/document/3955/collection/2246" TargetMode="External"/><Relationship Id="rId1" Type="http://schemas.openxmlformats.org/officeDocument/2006/relationships/slideLayout" Target="../slideLayouts/slideLayout24.xml"/><Relationship Id="rId6" Type="http://schemas.openxmlformats.org/officeDocument/2006/relationships/image" Target="../media/image90.jpeg"/><Relationship Id="rId11" Type="http://schemas.openxmlformats.org/officeDocument/2006/relationships/image" Target="../media/image95.jpeg"/><Relationship Id="rId5" Type="http://schemas.openxmlformats.org/officeDocument/2006/relationships/image" Target="../media/image89.jpeg"/><Relationship Id="rId15" Type="http://schemas.openxmlformats.org/officeDocument/2006/relationships/image" Target="../media/image99.jpeg"/><Relationship Id="rId10" Type="http://schemas.openxmlformats.org/officeDocument/2006/relationships/image" Target="../media/image94.jpeg"/><Relationship Id="rId19" Type="http://schemas.openxmlformats.org/officeDocument/2006/relationships/image" Target="../media/image103.jpeg"/><Relationship Id="rId4" Type="http://schemas.openxmlformats.org/officeDocument/2006/relationships/image" Target="../media/image88.jpeg"/><Relationship Id="rId9" Type="http://schemas.openxmlformats.org/officeDocument/2006/relationships/image" Target="../media/image93.jpeg"/><Relationship Id="rId14" Type="http://schemas.openxmlformats.org/officeDocument/2006/relationships/image" Target="../media/image98.jpeg"/></Relationships>
</file>

<file path=ppt/slides/_rels/slide25.xml.rels><?xml version="1.0" encoding="UTF-8" standalone="yes"?>
<Relationships xmlns="http://schemas.openxmlformats.org/package/2006/relationships"><Relationship Id="rId3" Type="http://schemas.openxmlformats.org/officeDocument/2006/relationships/image" Target="../media/image105.png"/><Relationship Id="rId7" Type="http://schemas.openxmlformats.org/officeDocument/2006/relationships/image" Target="../media/image109.png"/><Relationship Id="rId2" Type="http://schemas.openxmlformats.org/officeDocument/2006/relationships/image" Target="../media/image104.png"/><Relationship Id="rId1" Type="http://schemas.openxmlformats.org/officeDocument/2006/relationships/slideLayout" Target="../slideLayouts/slideLayout14.xml"/><Relationship Id="rId6" Type="http://schemas.openxmlformats.org/officeDocument/2006/relationships/image" Target="../media/image108.png"/><Relationship Id="rId5" Type="http://schemas.openxmlformats.org/officeDocument/2006/relationships/image" Target="../media/image107.png"/><Relationship Id="rId4" Type="http://schemas.openxmlformats.org/officeDocument/2006/relationships/image" Target="../media/image106.png"/></Relationships>
</file>

<file path=ppt/slides/_rels/slide26.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14.xml"/></Relationships>
</file>

<file path=ppt/slides/_rels/slide27.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24.xml"/></Relationships>
</file>

<file path=ppt/slides/_rels/slide28.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chart" Target="../charts/chart3.xml"/><Relationship Id="rId1" Type="http://schemas.openxmlformats.org/officeDocument/2006/relationships/slideLayout" Target="../slideLayouts/slideLayout24.xml"/></Relationships>
</file>

<file path=ppt/slides/_rels/slide29.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14.xml"/></Relationships>
</file>

<file path=ppt/slides/_rels/slide30.xml.rels><?xml version="1.0" encoding="UTF-8" standalone="yes"?>
<Relationships xmlns="http://schemas.openxmlformats.org/package/2006/relationships"><Relationship Id="rId8" Type="http://schemas.openxmlformats.org/officeDocument/2006/relationships/chart" Target="../charts/chart12.xml"/><Relationship Id="rId3" Type="http://schemas.openxmlformats.org/officeDocument/2006/relationships/chart" Target="../charts/chart7.xml"/><Relationship Id="rId7" Type="http://schemas.openxmlformats.org/officeDocument/2006/relationships/chart" Target="../charts/chart11.xml"/><Relationship Id="rId2" Type="http://schemas.openxmlformats.org/officeDocument/2006/relationships/chart" Target="../charts/chart6.xml"/><Relationship Id="rId1" Type="http://schemas.openxmlformats.org/officeDocument/2006/relationships/slideLayout" Target="../slideLayouts/slideLayout24.xml"/><Relationship Id="rId6" Type="http://schemas.openxmlformats.org/officeDocument/2006/relationships/chart" Target="../charts/chart10.xml"/><Relationship Id="rId5" Type="http://schemas.openxmlformats.org/officeDocument/2006/relationships/chart" Target="../charts/chart9.xml"/><Relationship Id="rId4" Type="http://schemas.openxmlformats.org/officeDocument/2006/relationships/chart" Target="../charts/chart8.xml"/><Relationship Id="rId9" Type="http://schemas.openxmlformats.org/officeDocument/2006/relationships/chart" Target="../charts/chart13.xml"/></Relationships>
</file>

<file path=ppt/slides/_rels/slide31.xml.rels><?xml version="1.0" encoding="UTF-8" standalone="yes"?>
<Relationships xmlns="http://schemas.openxmlformats.org/package/2006/relationships"><Relationship Id="rId8" Type="http://schemas.openxmlformats.org/officeDocument/2006/relationships/chart" Target="../charts/chart20.xml"/><Relationship Id="rId3" Type="http://schemas.openxmlformats.org/officeDocument/2006/relationships/chart" Target="../charts/chart15.xml"/><Relationship Id="rId7" Type="http://schemas.openxmlformats.org/officeDocument/2006/relationships/chart" Target="../charts/chart19.xml"/><Relationship Id="rId2" Type="http://schemas.openxmlformats.org/officeDocument/2006/relationships/chart" Target="../charts/chart14.xml"/><Relationship Id="rId1" Type="http://schemas.openxmlformats.org/officeDocument/2006/relationships/slideLayout" Target="../slideLayouts/slideLayout24.xml"/><Relationship Id="rId6" Type="http://schemas.openxmlformats.org/officeDocument/2006/relationships/chart" Target="../charts/chart18.xml"/><Relationship Id="rId5" Type="http://schemas.openxmlformats.org/officeDocument/2006/relationships/chart" Target="../charts/chart17.xml"/><Relationship Id="rId4" Type="http://schemas.openxmlformats.org/officeDocument/2006/relationships/chart" Target="../charts/chart16.xml"/><Relationship Id="rId9" Type="http://schemas.openxmlformats.org/officeDocument/2006/relationships/chart" Target="../charts/chart2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5.xml.rels><?xml version="1.0" encoding="UTF-8" standalone="yes"?>
<Relationships xmlns="http://schemas.openxmlformats.org/package/2006/relationships"><Relationship Id="rId8" Type="http://schemas.openxmlformats.org/officeDocument/2006/relationships/image" Target="../media/image116.png"/><Relationship Id="rId3" Type="http://schemas.openxmlformats.org/officeDocument/2006/relationships/image" Target="../media/image111.png"/><Relationship Id="rId7" Type="http://schemas.openxmlformats.org/officeDocument/2006/relationships/image" Target="../media/image115.png"/><Relationship Id="rId2" Type="http://schemas.openxmlformats.org/officeDocument/2006/relationships/image" Target="../media/image110.png"/><Relationship Id="rId1" Type="http://schemas.openxmlformats.org/officeDocument/2006/relationships/slideLayout" Target="../slideLayouts/slideLayout24.xml"/><Relationship Id="rId6" Type="http://schemas.openxmlformats.org/officeDocument/2006/relationships/image" Target="../media/image114.png"/><Relationship Id="rId5" Type="http://schemas.openxmlformats.org/officeDocument/2006/relationships/image" Target="../media/image113.png"/><Relationship Id="rId4" Type="http://schemas.openxmlformats.org/officeDocument/2006/relationships/image" Target="../media/image112.png"/><Relationship Id="rId9" Type="http://schemas.openxmlformats.org/officeDocument/2006/relationships/image" Target="../media/image117.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42.xml.rels><?xml version="1.0" encoding="UTF-8" standalone="yes"?>
<Relationships xmlns="http://schemas.openxmlformats.org/package/2006/relationships"><Relationship Id="rId3" Type="http://schemas.openxmlformats.org/officeDocument/2006/relationships/image" Target="../media/image119.png"/><Relationship Id="rId2" Type="http://schemas.openxmlformats.org/officeDocument/2006/relationships/image" Target="../media/image118.png"/><Relationship Id="rId1" Type="http://schemas.openxmlformats.org/officeDocument/2006/relationships/slideLayout" Target="../slideLayouts/slideLayout2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4.xml.rels><?xml version="1.0" encoding="UTF-8" standalone="yes"?>
<Relationships xmlns="http://schemas.openxmlformats.org/package/2006/relationships"><Relationship Id="rId2" Type="http://schemas.openxmlformats.org/officeDocument/2006/relationships/image" Target="../media/image120.png"/><Relationship Id="rId1" Type="http://schemas.openxmlformats.org/officeDocument/2006/relationships/slideLayout" Target="../slideLayouts/slideLayout24.xml"/></Relationships>
</file>

<file path=ppt/slides/_rels/slide45.xml.rels><?xml version="1.0" encoding="UTF-8" standalone="yes"?>
<Relationships xmlns="http://schemas.openxmlformats.org/package/2006/relationships"><Relationship Id="rId2" Type="http://schemas.openxmlformats.org/officeDocument/2006/relationships/image" Target="../media/image121.png"/><Relationship Id="rId1" Type="http://schemas.openxmlformats.org/officeDocument/2006/relationships/slideLayout" Target="../slideLayouts/slideLayout24.xml"/></Relationships>
</file>

<file path=ppt/slides/_rels/slide46.xml.rels><?xml version="1.0" encoding="UTF-8" standalone="yes"?>
<Relationships xmlns="http://schemas.openxmlformats.org/package/2006/relationships"><Relationship Id="rId3" Type="http://schemas.openxmlformats.org/officeDocument/2006/relationships/hyperlink" Target="https://brandfactory.telefonica.com/document/3955/collection/2246" TargetMode="External"/><Relationship Id="rId2" Type="http://schemas.openxmlformats.org/officeDocument/2006/relationships/hyperlink" Target="https://brandfactory.telefonica.com/document/3393" TargetMode="External"/><Relationship Id="rId1" Type="http://schemas.openxmlformats.org/officeDocument/2006/relationships/slideLayout" Target="../slideLayouts/slideLayout24.xml"/></Relationships>
</file>

<file path=ppt/slides/_rels/slide47.xml.rels><?xml version="1.0" encoding="UTF-8" standalone="yes"?>
<Relationships xmlns="http://schemas.openxmlformats.org/package/2006/relationships"><Relationship Id="rId2" Type="http://schemas.openxmlformats.org/officeDocument/2006/relationships/image" Target="../media/image122.png"/><Relationship Id="rId1" Type="http://schemas.openxmlformats.org/officeDocument/2006/relationships/slideLayout" Target="../slideLayouts/slideLayout24.xml"/></Relationships>
</file>

<file path=ppt/slides/_rels/slide48.xml.rels><?xml version="1.0" encoding="UTF-8" standalone="yes"?>
<Relationships xmlns="http://schemas.openxmlformats.org/package/2006/relationships"><Relationship Id="rId8" Type="http://schemas.openxmlformats.org/officeDocument/2006/relationships/image" Target="../media/image129.jpeg"/><Relationship Id="rId13" Type="http://schemas.openxmlformats.org/officeDocument/2006/relationships/image" Target="../media/image134.jpeg"/><Relationship Id="rId3" Type="http://schemas.openxmlformats.org/officeDocument/2006/relationships/image" Target="../media/image124.jpeg"/><Relationship Id="rId7" Type="http://schemas.openxmlformats.org/officeDocument/2006/relationships/image" Target="../media/image128.jpeg"/><Relationship Id="rId12" Type="http://schemas.openxmlformats.org/officeDocument/2006/relationships/image" Target="../media/image133.jpeg"/><Relationship Id="rId2" Type="http://schemas.openxmlformats.org/officeDocument/2006/relationships/image" Target="../media/image123.jpeg"/><Relationship Id="rId16" Type="http://schemas.openxmlformats.org/officeDocument/2006/relationships/image" Target="../media/image137.jpeg"/><Relationship Id="rId1" Type="http://schemas.openxmlformats.org/officeDocument/2006/relationships/slideLayout" Target="../slideLayouts/slideLayout24.xml"/><Relationship Id="rId6" Type="http://schemas.openxmlformats.org/officeDocument/2006/relationships/image" Target="../media/image127.jpeg"/><Relationship Id="rId11" Type="http://schemas.openxmlformats.org/officeDocument/2006/relationships/image" Target="../media/image132.jpeg"/><Relationship Id="rId5" Type="http://schemas.openxmlformats.org/officeDocument/2006/relationships/image" Target="../media/image126.jpeg"/><Relationship Id="rId15" Type="http://schemas.openxmlformats.org/officeDocument/2006/relationships/image" Target="../media/image136.jpeg"/><Relationship Id="rId10" Type="http://schemas.openxmlformats.org/officeDocument/2006/relationships/image" Target="../media/image131.jpeg"/><Relationship Id="rId4" Type="http://schemas.openxmlformats.org/officeDocument/2006/relationships/image" Target="../media/image125.jpeg"/><Relationship Id="rId9" Type="http://schemas.openxmlformats.org/officeDocument/2006/relationships/image" Target="../media/image130.jpeg"/><Relationship Id="rId14" Type="http://schemas.openxmlformats.org/officeDocument/2006/relationships/image" Target="../media/image135.jpe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97B9593-B82C-8D4F-3743-40D3DA1AB229}"/>
              </a:ext>
            </a:extLst>
          </p:cNvPr>
          <p:cNvSpPr>
            <a:spLocks noGrp="1"/>
          </p:cNvSpPr>
          <p:nvPr>
            <p:ph type="title"/>
          </p:nvPr>
        </p:nvSpPr>
        <p:spPr/>
        <p:txBody>
          <a:bodyPr/>
          <a:lstStyle/>
          <a:p>
            <a:r>
              <a:rPr lang="de-DE" dirty="0"/>
              <a:t>Fonts</a:t>
            </a:r>
          </a:p>
        </p:txBody>
      </p:sp>
      <p:sp>
        <p:nvSpPr>
          <p:cNvPr id="4" name="Foliennummernplatzhalter 3">
            <a:extLst>
              <a:ext uri="{FF2B5EF4-FFF2-40B4-BE49-F238E27FC236}">
                <a16:creationId xmlns:a16="http://schemas.microsoft.com/office/drawing/2014/main" id="{7627D993-D7BC-D1FE-355D-CC866EFB95E6}"/>
              </a:ext>
            </a:extLst>
          </p:cNvPr>
          <p:cNvSpPr>
            <a:spLocks noGrp="1"/>
          </p:cNvSpPr>
          <p:nvPr>
            <p:ph type="sldNum" sz="quarter" idx="12"/>
          </p:nvPr>
        </p:nvSpPr>
        <p:spPr/>
        <p:txBody>
          <a:bodyPr/>
          <a:lstStyle/>
          <a:p>
            <a:fld id="{67CD7502-7F22-405E-8273-ECAD6156DDA0}" type="slidenum">
              <a:rPr lang="de-DE" smtClean="0"/>
              <a:pPr/>
              <a:t>1</a:t>
            </a:fld>
            <a:endParaRPr lang="de-DE"/>
          </a:p>
        </p:txBody>
      </p:sp>
      <p:sp>
        <p:nvSpPr>
          <p:cNvPr id="5" name="Textplatzhalter 4">
            <a:extLst>
              <a:ext uri="{FF2B5EF4-FFF2-40B4-BE49-F238E27FC236}">
                <a16:creationId xmlns:a16="http://schemas.microsoft.com/office/drawing/2014/main" id="{80640644-3D7D-9CE4-5BF5-F55A874DCDFE}"/>
              </a:ext>
            </a:extLst>
          </p:cNvPr>
          <p:cNvSpPr>
            <a:spLocks noGrp="1"/>
          </p:cNvSpPr>
          <p:nvPr>
            <p:ph type="body" sz="quarter" idx="13"/>
          </p:nvPr>
        </p:nvSpPr>
        <p:spPr/>
        <p:txBody>
          <a:bodyPr/>
          <a:lstStyle/>
          <a:p>
            <a:r>
              <a:rPr lang="en-GB" dirty="0"/>
              <a:t>How to use this template</a:t>
            </a:r>
          </a:p>
        </p:txBody>
      </p:sp>
      <p:sp>
        <p:nvSpPr>
          <p:cNvPr id="6" name="Textfeld 5">
            <a:extLst>
              <a:ext uri="{FF2B5EF4-FFF2-40B4-BE49-F238E27FC236}">
                <a16:creationId xmlns:a16="http://schemas.microsoft.com/office/drawing/2014/main" id="{CFB600B5-857A-5D02-AF3C-2DF2E890A5D8}"/>
              </a:ext>
            </a:extLst>
          </p:cNvPr>
          <p:cNvSpPr txBox="1"/>
          <p:nvPr/>
        </p:nvSpPr>
        <p:spPr>
          <a:xfrm>
            <a:off x="587375" y="1484313"/>
            <a:ext cx="5400675" cy="2877711"/>
          </a:xfrm>
          <a:prstGeom prst="rect">
            <a:avLst/>
          </a:prstGeom>
          <a:noFill/>
        </p:spPr>
        <p:txBody>
          <a:bodyPr wrap="square" lIns="0" tIns="0" rIns="0" bIns="0" rtlCol="0">
            <a:spAutoFit/>
          </a:bodyPr>
          <a:lstStyle/>
          <a:p>
            <a:pPr lvl="1"/>
            <a:r>
              <a:rPr lang="en-GB" dirty="0"/>
              <a:t>On Air or Arial?</a:t>
            </a:r>
          </a:p>
          <a:p>
            <a:r>
              <a:rPr lang="en-GB" dirty="0"/>
              <a:t>The On Air is embedded in this PowerPoint file and should work fine for editing on Windows and macOS computers (and as of lately also on the iPad), no matter if the font is installed or not.</a:t>
            </a:r>
          </a:p>
          <a:p>
            <a:pPr algn="l"/>
            <a:r>
              <a:rPr lang="en-GB" b="1" dirty="0">
                <a:solidFill>
                  <a:schemeClr val="tx2"/>
                </a:solidFill>
              </a:rPr>
              <a:t>Please check if this template shows the On Air on your computer!</a:t>
            </a:r>
          </a:p>
          <a:p>
            <a:r>
              <a:rPr lang="en-GB" dirty="0"/>
              <a:t>In case of trouble the On Air should be installed on your computer, or the alternative PowerPoint file with system font Arial should be used instead:</a:t>
            </a:r>
          </a:p>
          <a:p>
            <a:pPr algn="l"/>
            <a:br>
              <a:rPr lang="en-GB" dirty="0"/>
            </a:br>
            <a:r>
              <a:rPr lang="en-GB" dirty="0"/>
              <a:t>o2_PPT_Template_DE_2024_Arial.pptx</a:t>
            </a:r>
          </a:p>
          <a:p>
            <a:pPr algn="l"/>
            <a:endParaRPr lang="en-GB" dirty="0"/>
          </a:p>
        </p:txBody>
      </p:sp>
      <p:sp>
        <p:nvSpPr>
          <p:cNvPr id="7" name="Textfeld 6">
            <a:extLst>
              <a:ext uri="{FF2B5EF4-FFF2-40B4-BE49-F238E27FC236}">
                <a16:creationId xmlns:a16="http://schemas.microsoft.com/office/drawing/2014/main" id="{5EFF71C8-3148-0016-D6D4-DBEDB2F6E364}"/>
              </a:ext>
            </a:extLst>
          </p:cNvPr>
          <p:cNvSpPr txBox="1"/>
          <p:nvPr/>
        </p:nvSpPr>
        <p:spPr>
          <a:xfrm>
            <a:off x="6203950" y="1484313"/>
            <a:ext cx="5400675" cy="3000821"/>
          </a:xfrm>
          <a:prstGeom prst="rect">
            <a:avLst/>
          </a:prstGeom>
          <a:noFill/>
        </p:spPr>
        <p:txBody>
          <a:bodyPr wrap="square" lIns="0" tIns="0" rIns="0" bIns="0" rtlCol="0">
            <a:spAutoFit/>
          </a:bodyPr>
          <a:lstStyle/>
          <a:p>
            <a:pPr lvl="1"/>
            <a:r>
              <a:rPr lang="en-GB" dirty="0"/>
              <a:t>Sharing a PowerPoint presentation with On Air</a:t>
            </a:r>
          </a:p>
          <a:p>
            <a:pPr algn="l"/>
            <a:r>
              <a:rPr lang="en-GB" dirty="0"/>
              <a:t>Since the On Air is embedded, sharing the presentation should work just fine, as long as the file was not edited in the browser version of PowerPoint (the embedding is lost in this case).</a:t>
            </a:r>
          </a:p>
          <a:p>
            <a:pPr algn="l"/>
            <a:r>
              <a:rPr lang="en-GB" dirty="0"/>
              <a:t>To be sure, you should check the font embedding settings (the On Air has to be installed on your machine).</a:t>
            </a:r>
          </a:p>
          <a:p>
            <a:pPr algn="l"/>
            <a:r>
              <a:rPr lang="en-GB" b="1" dirty="0"/>
              <a:t>Mac users: </a:t>
            </a:r>
            <a:br>
              <a:rPr lang="en-GB" dirty="0"/>
            </a:br>
            <a:r>
              <a:rPr lang="en-GB" dirty="0"/>
              <a:t>PowerPoint &gt; Preferences &gt; Output and Sharing &gt; Save &gt; Embed fonts in the file</a:t>
            </a:r>
          </a:p>
          <a:p>
            <a:pPr algn="l"/>
            <a:r>
              <a:rPr lang="en-GB" b="1" dirty="0"/>
              <a:t>Windows users:</a:t>
            </a:r>
            <a:br>
              <a:rPr lang="en-GB" b="1" dirty="0"/>
            </a:br>
            <a:r>
              <a:rPr lang="en-GB" dirty="0"/>
              <a:t>File &gt; Options &gt; Save</a:t>
            </a:r>
          </a:p>
          <a:p>
            <a:pPr algn="l"/>
            <a:r>
              <a:rPr lang="en-GB" dirty="0"/>
              <a:t>Use the following setting:</a:t>
            </a:r>
          </a:p>
        </p:txBody>
      </p:sp>
      <p:grpSp>
        <p:nvGrpSpPr>
          <p:cNvPr id="12" name="Group 11">
            <a:extLst>
              <a:ext uri="{FF2B5EF4-FFF2-40B4-BE49-F238E27FC236}">
                <a16:creationId xmlns:a16="http://schemas.microsoft.com/office/drawing/2014/main" id="{9827B759-514B-692D-86F2-317D91934455}"/>
              </a:ext>
            </a:extLst>
          </p:cNvPr>
          <p:cNvGrpSpPr/>
          <p:nvPr/>
        </p:nvGrpSpPr>
        <p:grpSpPr>
          <a:xfrm>
            <a:off x="6203950" y="4760913"/>
            <a:ext cx="4800635" cy="1131578"/>
            <a:chOff x="6203950" y="4760913"/>
            <a:chExt cx="4800635" cy="1131578"/>
          </a:xfrm>
        </p:grpSpPr>
        <p:pic>
          <p:nvPicPr>
            <p:cNvPr id="9" name="Picture 8">
              <a:extLst>
                <a:ext uri="{FF2B5EF4-FFF2-40B4-BE49-F238E27FC236}">
                  <a16:creationId xmlns:a16="http://schemas.microsoft.com/office/drawing/2014/main" id="{974A0CE1-623C-420E-8EDF-7C84F35B8271}"/>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6203950" y="4760913"/>
              <a:ext cx="4800635" cy="1131578"/>
            </a:xfrm>
            <a:prstGeom prst="rect">
              <a:avLst/>
            </a:prstGeom>
          </p:spPr>
        </p:pic>
        <p:sp>
          <p:nvSpPr>
            <p:cNvPr id="10" name="Rectangle 7">
              <a:extLst>
                <a:ext uri="{FF2B5EF4-FFF2-40B4-BE49-F238E27FC236}">
                  <a16:creationId xmlns:a16="http://schemas.microsoft.com/office/drawing/2014/main" id="{88837528-6D09-1465-49D8-E07A3BA3D57A}"/>
                </a:ext>
              </a:extLst>
            </p:cNvPr>
            <p:cNvSpPr/>
            <p:nvPr/>
          </p:nvSpPr>
          <p:spPr>
            <a:xfrm>
              <a:off x="7229539" y="4968619"/>
              <a:ext cx="1057211" cy="181884"/>
            </a:xfrm>
            <a:prstGeom prst="rect">
              <a:avLst/>
            </a:prstGeom>
            <a:noFill/>
            <a:ln w="28575">
              <a:solidFill>
                <a:srgbClr val="F4364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err="1"/>
            </a:p>
          </p:txBody>
        </p:sp>
        <p:sp>
          <p:nvSpPr>
            <p:cNvPr id="11" name="Rectangle 7">
              <a:extLst>
                <a:ext uri="{FF2B5EF4-FFF2-40B4-BE49-F238E27FC236}">
                  <a16:creationId xmlns:a16="http://schemas.microsoft.com/office/drawing/2014/main" id="{1F89F0E2-5662-C8DA-9215-1C8D06596338}"/>
                </a:ext>
              </a:extLst>
            </p:cNvPr>
            <p:cNvSpPr/>
            <p:nvPr/>
          </p:nvSpPr>
          <p:spPr>
            <a:xfrm>
              <a:off x="7445439" y="5257121"/>
              <a:ext cx="1850961" cy="181883"/>
            </a:xfrm>
            <a:prstGeom prst="rect">
              <a:avLst/>
            </a:prstGeom>
            <a:noFill/>
            <a:ln w="28575">
              <a:solidFill>
                <a:srgbClr val="F4364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err="1"/>
            </a:p>
          </p:txBody>
        </p:sp>
      </p:grpSp>
      <p:sp>
        <p:nvSpPr>
          <p:cNvPr id="8" name="Fußzeilenplatzhalter 7">
            <a:extLst>
              <a:ext uri="{FF2B5EF4-FFF2-40B4-BE49-F238E27FC236}">
                <a16:creationId xmlns:a16="http://schemas.microsoft.com/office/drawing/2014/main" id="{6B618CEC-92F0-A586-1332-E82A4B62DC95}"/>
              </a:ext>
            </a:extLst>
          </p:cNvPr>
          <p:cNvSpPr>
            <a:spLocks noGrp="1"/>
          </p:cNvSpPr>
          <p:nvPr>
            <p:ph type="ftr" sz="quarter" idx="11"/>
          </p:nvPr>
        </p:nvSpPr>
        <p:spPr/>
        <p:txBody>
          <a:bodyPr/>
          <a:lstStyle/>
          <a:p>
            <a:r>
              <a:rPr lang="de-DE"/>
              <a:t>Restricted</a:t>
            </a:r>
          </a:p>
        </p:txBody>
      </p:sp>
    </p:spTree>
    <p:extLst>
      <p:ext uri="{BB962C8B-B14F-4D97-AF65-F5344CB8AC3E}">
        <p14:creationId xmlns:p14="http://schemas.microsoft.com/office/powerpoint/2010/main" val="33155732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52B0453-EBDF-7D64-BACF-A746622D1CCB}"/>
              </a:ext>
            </a:extLst>
          </p:cNvPr>
          <p:cNvSpPr>
            <a:spLocks noGrp="1"/>
          </p:cNvSpPr>
          <p:nvPr>
            <p:ph type="ctrTitle"/>
          </p:nvPr>
        </p:nvSpPr>
        <p:spPr>
          <a:xfrm>
            <a:off x="587375" y="2889249"/>
            <a:ext cx="8208963" cy="1403351"/>
          </a:xfrm>
        </p:spPr>
        <p:txBody>
          <a:bodyPr/>
          <a:lstStyle/>
          <a:p>
            <a:r>
              <a:rPr lang="de-DE" dirty="0" err="1"/>
              <a:t>Presentation</a:t>
            </a:r>
            <a:r>
              <a:rPr lang="de-DE" dirty="0"/>
              <a:t> title</a:t>
            </a:r>
            <a:br>
              <a:rPr lang="de-DE" dirty="0"/>
            </a:br>
            <a:r>
              <a:rPr lang="de-DE" dirty="0" err="1"/>
              <a:t>grows</a:t>
            </a:r>
            <a:r>
              <a:rPr lang="de-DE" dirty="0"/>
              <a:t> </a:t>
            </a:r>
            <a:r>
              <a:rPr lang="de-DE" dirty="0" err="1"/>
              <a:t>from</a:t>
            </a:r>
            <a:r>
              <a:rPr lang="de-DE" dirty="0"/>
              <a:t> top</a:t>
            </a:r>
          </a:p>
        </p:txBody>
      </p:sp>
      <p:sp>
        <p:nvSpPr>
          <p:cNvPr id="3" name="Untertitel 2">
            <a:extLst>
              <a:ext uri="{FF2B5EF4-FFF2-40B4-BE49-F238E27FC236}">
                <a16:creationId xmlns:a16="http://schemas.microsoft.com/office/drawing/2014/main" id="{429517A0-CE3E-BF08-58FA-B469ABC640FF}"/>
              </a:ext>
            </a:extLst>
          </p:cNvPr>
          <p:cNvSpPr>
            <a:spLocks noGrp="1"/>
          </p:cNvSpPr>
          <p:nvPr>
            <p:ph type="subTitle" idx="1"/>
          </p:nvPr>
        </p:nvSpPr>
        <p:spPr>
          <a:xfrm>
            <a:off x="587376" y="4521598"/>
            <a:ext cx="8208962" cy="432000"/>
          </a:xfrm>
        </p:spPr>
        <p:txBody>
          <a:bodyPr/>
          <a:lstStyle/>
          <a:p>
            <a:r>
              <a:rPr lang="de-DE" dirty="0" err="1"/>
              <a:t>Presentation</a:t>
            </a:r>
            <a:r>
              <a:rPr lang="de-DE" dirty="0"/>
              <a:t> </a:t>
            </a:r>
            <a:r>
              <a:rPr lang="de-DE" dirty="0" err="1"/>
              <a:t>subtitle</a:t>
            </a:r>
            <a:endParaRPr lang="de-DE" dirty="0"/>
          </a:p>
        </p:txBody>
      </p:sp>
      <p:sp>
        <p:nvSpPr>
          <p:cNvPr id="7" name="Fußzeilenplatzhalter 6">
            <a:extLst>
              <a:ext uri="{FF2B5EF4-FFF2-40B4-BE49-F238E27FC236}">
                <a16:creationId xmlns:a16="http://schemas.microsoft.com/office/drawing/2014/main" id="{9F40A5C6-4EBA-4722-43FB-D550F97B292E}"/>
              </a:ext>
            </a:extLst>
          </p:cNvPr>
          <p:cNvSpPr>
            <a:spLocks noGrp="1"/>
          </p:cNvSpPr>
          <p:nvPr>
            <p:ph type="ftr" sz="quarter" idx="11"/>
          </p:nvPr>
        </p:nvSpPr>
        <p:spPr>
          <a:xfrm>
            <a:off x="6203950" y="6432680"/>
            <a:ext cx="2592388" cy="195263"/>
          </a:xfrm>
        </p:spPr>
        <p:txBody>
          <a:bodyPr/>
          <a:lstStyle/>
          <a:p>
            <a:r>
              <a:rPr lang="de-DE"/>
              <a:t>Restricted</a:t>
            </a:r>
            <a:endParaRPr lang="de-DE" dirty="0"/>
          </a:p>
        </p:txBody>
      </p:sp>
      <p:sp>
        <p:nvSpPr>
          <p:cNvPr id="5" name="Foliennummernplatzhalter 4">
            <a:extLst>
              <a:ext uri="{FF2B5EF4-FFF2-40B4-BE49-F238E27FC236}">
                <a16:creationId xmlns:a16="http://schemas.microsoft.com/office/drawing/2014/main" id="{CB5675F4-62E4-FA96-5895-1833E2887F03}"/>
              </a:ext>
            </a:extLst>
          </p:cNvPr>
          <p:cNvSpPr>
            <a:spLocks noGrp="1"/>
          </p:cNvSpPr>
          <p:nvPr>
            <p:ph type="sldNum" sz="quarter" idx="12"/>
          </p:nvPr>
        </p:nvSpPr>
        <p:spPr>
          <a:xfrm>
            <a:off x="11100625" y="6997960"/>
            <a:ext cx="504000" cy="195263"/>
          </a:xfrm>
        </p:spPr>
        <p:txBody>
          <a:bodyPr/>
          <a:lstStyle/>
          <a:p>
            <a:fld id="{67CD7502-7F22-405E-8273-ECAD6156DDA0}" type="slidenum">
              <a:rPr lang="de-DE" smtClean="0"/>
              <a:pPr/>
              <a:t>2</a:t>
            </a:fld>
            <a:endParaRPr lang="de-DE"/>
          </a:p>
        </p:txBody>
      </p:sp>
      <p:sp>
        <p:nvSpPr>
          <p:cNvPr id="6" name="Textplatzhalter 5">
            <a:extLst>
              <a:ext uri="{FF2B5EF4-FFF2-40B4-BE49-F238E27FC236}">
                <a16:creationId xmlns:a16="http://schemas.microsoft.com/office/drawing/2014/main" id="{596260E7-CBE1-7348-BA8B-6703C2CBB54C}"/>
              </a:ext>
            </a:extLst>
          </p:cNvPr>
          <p:cNvSpPr>
            <a:spLocks noGrp="1"/>
          </p:cNvSpPr>
          <p:nvPr>
            <p:ph type="body" sz="quarter" idx="13"/>
          </p:nvPr>
        </p:nvSpPr>
        <p:spPr>
          <a:xfrm>
            <a:off x="587375" y="4941225"/>
            <a:ext cx="5400675" cy="288000"/>
          </a:xfrm>
        </p:spPr>
        <p:txBody>
          <a:bodyPr/>
          <a:lstStyle/>
          <a:p>
            <a:r>
              <a:rPr lang="de-DE" dirty="0"/>
              <a:t>Team Name – Date</a:t>
            </a:r>
          </a:p>
        </p:txBody>
      </p:sp>
    </p:spTree>
    <p:extLst>
      <p:ext uri="{BB962C8B-B14F-4D97-AF65-F5344CB8AC3E}">
        <p14:creationId xmlns:p14="http://schemas.microsoft.com/office/powerpoint/2010/main" val="17414093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52B0453-EBDF-7D64-BACF-A746622D1CCB}"/>
              </a:ext>
            </a:extLst>
          </p:cNvPr>
          <p:cNvSpPr>
            <a:spLocks noGrp="1"/>
          </p:cNvSpPr>
          <p:nvPr>
            <p:ph type="ctrTitle"/>
          </p:nvPr>
        </p:nvSpPr>
        <p:spPr/>
        <p:txBody>
          <a:bodyPr/>
          <a:lstStyle/>
          <a:p>
            <a:r>
              <a:rPr lang="de-DE"/>
              <a:t>Presentation title</a:t>
            </a:r>
            <a:br>
              <a:rPr lang="de-DE"/>
            </a:br>
            <a:r>
              <a:rPr lang="de-DE"/>
              <a:t>grows from top</a:t>
            </a:r>
            <a:endParaRPr lang="de-DE" dirty="0"/>
          </a:p>
        </p:txBody>
      </p:sp>
      <p:sp>
        <p:nvSpPr>
          <p:cNvPr id="3" name="Untertitel 2">
            <a:extLst>
              <a:ext uri="{FF2B5EF4-FFF2-40B4-BE49-F238E27FC236}">
                <a16:creationId xmlns:a16="http://schemas.microsoft.com/office/drawing/2014/main" id="{429517A0-CE3E-BF08-58FA-B469ABC640FF}"/>
              </a:ext>
            </a:extLst>
          </p:cNvPr>
          <p:cNvSpPr>
            <a:spLocks noGrp="1"/>
          </p:cNvSpPr>
          <p:nvPr>
            <p:ph type="subTitle" idx="1"/>
          </p:nvPr>
        </p:nvSpPr>
        <p:spPr/>
        <p:txBody>
          <a:bodyPr/>
          <a:lstStyle/>
          <a:p>
            <a:r>
              <a:rPr lang="de-DE"/>
              <a:t>Presentation subtitle</a:t>
            </a:r>
            <a:endParaRPr lang="de-DE" dirty="0"/>
          </a:p>
        </p:txBody>
      </p:sp>
      <p:sp>
        <p:nvSpPr>
          <p:cNvPr id="5" name="Foliennummernplatzhalter 4">
            <a:extLst>
              <a:ext uri="{FF2B5EF4-FFF2-40B4-BE49-F238E27FC236}">
                <a16:creationId xmlns:a16="http://schemas.microsoft.com/office/drawing/2014/main" id="{CB5675F4-62E4-FA96-5895-1833E2887F03}"/>
              </a:ext>
            </a:extLst>
          </p:cNvPr>
          <p:cNvSpPr>
            <a:spLocks noGrp="1"/>
          </p:cNvSpPr>
          <p:nvPr>
            <p:ph type="sldNum" sz="quarter" idx="12"/>
          </p:nvPr>
        </p:nvSpPr>
        <p:spPr/>
        <p:txBody>
          <a:bodyPr/>
          <a:lstStyle/>
          <a:p>
            <a:fld id="{67CD7502-7F22-405E-8273-ECAD6156DDA0}" type="slidenum">
              <a:rPr lang="de-DE" smtClean="0"/>
              <a:pPr/>
              <a:t>3</a:t>
            </a:fld>
            <a:endParaRPr lang="de-DE"/>
          </a:p>
        </p:txBody>
      </p:sp>
      <p:sp>
        <p:nvSpPr>
          <p:cNvPr id="20" name="Fußzeilenplatzhalter 19">
            <a:extLst>
              <a:ext uri="{FF2B5EF4-FFF2-40B4-BE49-F238E27FC236}">
                <a16:creationId xmlns:a16="http://schemas.microsoft.com/office/drawing/2014/main" id="{0E3DD6E8-7C25-F5B9-5DD5-9C4C359CC9E7}"/>
              </a:ext>
            </a:extLst>
          </p:cNvPr>
          <p:cNvSpPr>
            <a:spLocks noGrp="1"/>
          </p:cNvSpPr>
          <p:nvPr>
            <p:ph type="ftr" sz="quarter" idx="11"/>
          </p:nvPr>
        </p:nvSpPr>
        <p:spPr/>
        <p:txBody>
          <a:bodyPr/>
          <a:lstStyle/>
          <a:p>
            <a:pPr algn="l"/>
            <a:r>
              <a:rPr lang="de-DE"/>
              <a:t>Restricted</a:t>
            </a:r>
            <a:endParaRPr lang="de-DE" dirty="0"/>
          </a:p>
        </p:txBody>
      </p:sp>
      <p:sp>
        <p:nvSpPr>
          <p:cNvPr id="8" name="Textplatzhalter 5">
            <a:extLst>
              <a:ext uri="{FF2B5EF4-FFF2-40B4-BE49-F238E27FC236}">
                <a16:creationId xmlns:a16="http://schemas.microsoft.com/office/drawing/2014/main" id="{B5B359AF-4102-6FC7-3874-A2750C96F8A2}"/>
              </a:ext>
            </a:extLst>
          </p:cNvPr>
          <p:cNvSpPr>
            <a:spLocks noGrp="1"/>
          </p:cNvSpPr>
          <p:nvPr>
            <p:ph type="body" sz="quarter" idx="13"/>
          </p:nvPr>
        </p:nvSpPr>
        <p:spPr>
          <a:xfrm>
            <a:off x="587375" y="4941225"/>
            <a:ext cx="5400675" cy="288000"/>
          </a:xfrm>
        </p:spPr>
        <p:txBody>
          <a:bodyPr/>
          <a:lstStyle/>
          <a:p>
            <a:r>
              <a:rPr lang="de-DE" dirty="0"/>
              <a:t>Team Name – Date</a:t>
            </a:r>
          </a:p>
        </p:txBody>
      </p:sp>
    </p:spTree>
    <p:extLst>
      <p:ext uri="{BB962C8B-B14F-4D97-AF65-F5344CB8AC3E}">
        <p14:creationId xmlns:p14="http://schemas.microsoft.com/office/powerpoint/2010/main" val="8661191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52B0453-EBDF-7D64-BACF-A746622D1CCB}"/>
              </a:ext>
            </a:extLst>
          </p:cNvPr>
          <p:cNvSpPr>
            <a:spLocks noGrp="1"/>
          </p:cNvSpPr>
          <p:nvPr>
            <p:ph type="ctrTitle"/>
          </p:nvPr>
        </p:nvSpPr>
        <p:spPr>
          <a:xfrm>
            <a:off x="3179762" y="2889249"/>
            <a:ext cx="8029576" cy="1403351"/>
          </a:xfrm>
        </p:spPr>
        <p:txBody>
          <a:bodyPr/>
          <a:lstStyle/>
          <a:p>
            <a:r>
              <a:rPr lang="de-DE" dirty="0" err="1"/>
              <a:t>Presentation</a:t>
            </a:r>
            <a:r>
              <a:rPr lang="de-DE" dirty="0"/>
              <a:t> title</a:t>
            </a:r>
            <a:br>
              <a:rPr lang="de-DE" dirty="0"/>
            </a:br>
            <a:r>
              <a:rPr lang="de-DE" dirty="0" err="1"/>
              <a:t>grows</a:t>
            </a:r>
            <a:r>
              <a:rPr lang="de-DE" dirty="0"/>
              <a:t> </a:t>
            </a:r>
            <a:r>
              <a:rPr lang="de-DE" dirty="0" err="1"/>
              <a:t>from</a:t>
            </a:r>
            <a:r>
              <a:rPr lang="de-DE" dirty="0"/>
              <a:t> top</a:t>
            </a:r>
          </a:p>
        </p:txBody>
      </p:sp>
      <p:sp>
        <p:nvSpPr>
          <p:cNvPr id="3" name="Untertitel 2">
            <a:extLst>
              <a:ext uri="{FF2B5EF4-FFF2-40B4-BE49-F238E27FC236}">
                <a16:creationId xmlns:a16="http://schemas.microsoft.com/office/drawing/2014/main" id="{429517A0-CE3E-BF08-58FA-B469ABC640FF}"/>
              </a:ext>
            </a:extLst>
          </p:cNvPr>
          <p:cNvSpPr>
            <a:spLocks noGrp="1"/>
          </p:cNvSpPr>
          <p:nvPr>
            <p:ph type="subTitle" idx="1"/>
          </p:nvPr>
        </p:nvSpPr>
        <p:spPr>
          <a:xfrm>
            <a:off x="3179762" y="4760913"/>
            <a:ext cx="8029575" cy="708588"/>
          </a:xfrm>
        </p:spPr>
        <p:txBody>
          <a:bodyPr/>
          <a:lstStyle/>
          <a:p>
            <a:r>
              <a:rPr lang="de-DE" dirty="0" err="1"/>
              <a:t>Presentation</a:t>
            </a:r>
            <a:r>
              <a:rPr lang="de-DE" dirty="0"/>
              <a:t> </a:t>
            </a:r>
            <a:r>
              <a:rPr lang="de-DE" dirty="0" err="1"/>
              <a:t>subtitle</a:t>
            </a:r>
            <a:endParaRPr lang="de-DE" dirty="0"/>
          </a:p>
        </p:txBody>
      </p:sp>
      <p:sp>
        <p:nvSpPr>
          <p:cNvPr id="5" name="Foliennummernplatzhalter 4">
            <a:extLst>
              <a:ext uri="{FF2B5EF4-FFF2-40B4-BE49-F238E27FC236}">
                <a16:creationId xmlns:a16="http://schemas.microsoft.com/office/drawing/2014/main" id="{CB5675F4-62E4-FA96-5895-1833E2887F03}"/>
              </a:ext>
            </a:extLst>
          </p:cNvPr>
          <p:cNvSpPr>
            <a:spLocks noGrp="1"/>
          </p:cNvSpPr>
          <p:nvPr>
            <p:ph type="sldNum" sz="quarter" idx="12"/>
          </p:nvPr>
        </p:nvSpPr>
        <p:spPr>
          <a:xfrm>
            <a:off x="11100625" y="6997960"/>
            <a:ext cx="504000" cy="195263"/>
          </a:xfrm>
        </p:spPr>
        <p:txBody>
          <a:bodyPr/>
          <a:lstStyle/>
          <a:p>
            <a:fld id="{67CD7502-7F22-405E-8273-ECAD6156DDA0}" type="slidenum">
              <a:rPr lang="de-DE" smtClean="0"/>
              <a:pPr/>
              <a:t>4</a:t>
            </a:fld>
            <a:endParaRPr lang="de-DE"/>
          </a:p>
        </p:txBody>
      </p:sp>
      <p:sp>
        <p:nvSpPr>
          <p:cNvPr id="6" name="Textplatzhalter 5">
            <a:extLst>
              <a:ext uri="{FF2B5EF4-FFF2-40B4-BE49-F238E27FC236}">
                <a16:creationId xmlns:a16="http://schemas.microsoft.com/office/drawing/2014/main" id="{596260E7-CBE1-7348-BA8B-6703C2CBB54C}"/>
              </a:ext>
            </a:extLst>
          </p:cNvPr>
          <p:cNvSpPr>
            <a:spLocks noGrp="1"/>
          </p:cNvSpPr>
          <p:nvPr>
            <p:ph type="body" sz="quarter" idx="13"/>
          </p:nvPr>
        </p:nvSpPr>
        <p:spPr>
          <a:xfrm>
            <a:off x="3179762" y="5469500"/>
            <a:ext cx="5616576" cy="288000"/>
          </a:xfrm>
        </p:spPr>
        <p:txBody>
          <a:bodyPr/>
          <a:lstStyle/>
          <a:p>
            <a:r>
              <a:rPr lang="de-DE" dirty="0"/>
              <a:t>Team Name – Date</a:t>
            </a:r>
          </a:p>
        </p:txBody>
      </p:sp>
      <p:sp>
        <p:nvSpPr>
          <p:cNvPr id="7" name="Fußzeilenplatzhalter 6">
            <a:extLst>
              <a:ext uri="{FF2B5EF4-FFF2-40B4-BE49-F238E27FC236}">
                <a16:creationId xmlns:a16="http://schemas.microsoft.com/office/drawing/2014/main" id="{B290477A-333C-188A-D85F-212C64B9A202}"/>
              </a:ext>
            </a:extLst>
          </p:cNvPr>
          <p:cNvSpPr>
            <a:spLocks noGrp="1"/>
          </p:cNvSpPr>
          <p:nvPr>
            <p:ph type="ftr" sz="quarter" idx="11"/>
          </p:nvPr>
        </p:nvSpPr>
        <p:spPr/>
        <p:txBody>
          <a:bodyPr/>
          <a:lstStyle/>
          <a:p>
            <a:r>
              <a:rPr lang="de-DE"/>
              <a:t>Restricted</a:t>
            </a:r>
            <a:endParaRPr lang="de-DE" dirty="0"/>
          </a:p>
        </p:txBody>
      </p:sp>
    </p:spTree>
    <p:extLst>
      <p:ext uri="{BB962C8B-B14F-4D97-AF65-F5344CB8AC3E}">
        <p14:creationId xmlns:p14="http://schemas.microsoft.com/office/powerpoint/2010/main" val="19875283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52B0453-EBDF-7D64-BACF-A746622D1CCB}"/>
              </a:ext>
            </a:extLst>
          </p:cNvPr>
          <p:cNvSpPr>
            <a:spLocks noGrp="1"/>
          </p:cNvSpPr>
          <p:nvPr>
            <p:ph type="ctrTitle"/>
          </p:nvPr>
        </p:nvSpPr>
        <p:spPr>
          <a:xfrm>
            <a:off x="587375" y="2889249"/>
            <a:ext cx="8208963" cy="1403351"/>
          </a:xfrm>
        </p:spPr>
        <p:txBody>
          <a:bodyPr/>
          <a:lstStyle/>
          <a:p>
            <a:r>
              <a:rPr lang="de-DE" dirty="0" err="1"/>
              <a:t>Presentation</a:t>
            </a:r>
            <a:r>
              <a:rPr lang="de-DE" dirty="0"/>
              <a:t> title</a:t>
            </a:r>
          </a:p>
        </p:txBody>
      </p:sp>
      <p:sp>
        <p:nvSpPr>
          <p:cNvPr id="3" name="Untertitel 2">
            <a:extLst>
              <a:ext uri="{FF2B5EF4-FFF2-40B4-BE49-F238E27FC236}">
                <a16:creationId xmlns:a16="http://schemas.microsoft.com/office/drawing/2014/main" id="{429517A0-CE3E-BF08-58FA-B469ABC640FF}"/>
              </a:ext>
            </a:extLst>
          </p:cNvPr>
          <p:cNvSpPr>
            <a:spLocks noGrp="1"/>
          </p:cNvSpPr>
          <p:nvPr>
            <p:ph type="subTitle" idx="1"/>
          </p:nvPr>
        </p:nvSpPr>
        <p:spPr>
          <a:xfrm>
            <a:off x="587376" y="4760913"/>
            <a:ext cx="7272338" cy="708588"/>
          </a:xfrm>
        </p:spPr>
        <p:txBody>
          <a:bodyPr/>
          <a:lstStyle/>
          <a:p>
            <a:r>
              <a:rPr lang="de-DE" dirty="0" err="1"/>
              <a:t>Presentation</a:t>
            </a:r>
            <a:r>
              <a:rPr lang="de-DE" dirty="0"/>
              <a:t> </a:t>
            </a:r>
            <a:r>
              <a:rPr lang="de-DE" dirty="0" err="1"/>
              <a:t>subtitle</a:t>
            </a:r>
            <a:endParaRPr lang="de-DE" dirty="0"/>
          </a:p>
          <a:p>
            <a:r>
              <a:rPr lang="de-DE" dirty="0"/>
              <a:t>(Layout “Title-4”, </a:t>
            </a:r>
            <a:r>
              <a:rPr lang="de-DE" dirty="0" err="1"/>
              <a:t>fixed</a:t>
            </a:r>
            <a:r>
              <a:rPr lang="de-DE" dirty="0"/>
              <a:t> </a:t>
            </a:r>
            <a:r>
              <a:rPr lang="de-DE" dirty="0" err="1"/>
              <a:t>image</a:t>
            </a:r>
            <a:r>
              <a:rPr lang="de-DE" dirty="0"/>
              <a:t>)</a:t>
            </a:r>
          </a:p>
        </p:txBody>
      </p:sp>
      <p:sp>
        <p:nvSpPr>
          <p:cNvPr id="5" name="Foliennummernplatzhalter 4">
            <a:extLst>
              <a:ext uri="{FF2B5EF4-FFF2-40B4-BE49-F238E27FC236}">
                <a16:creationId xmlns:a16="http://schemas.microsoft.com/office/drawing/2014/main" id="{CB5675F4-62E4-FA96-5895-1833E2887F03}"/>
              </a:ext>
            </a:extLst>
          </p:cNvPr>
          <p:cNvSpPr>
            <a:spLocks noGrp="1"/>
          </p:cNvSpPr>
          <p:nvPr>
            <p:ph type="sldNum" sz="quarter" idx="12"/>
          </p:nvPr>
        </p:nvSpPr>
        <p:spPr>
          <a:xfrm>
            <a:off x="11100625" y="6997960"/>
            <a:ext cx="504000" cy="195263"/>
          </a:xfrm>
        </p:spPr>
        <p:txBody>
          <a:bodyPr/>
          <a:lstStyle/>
          <a:p>
            <a:fld id="{67CD7502-7F22-405E-8273-ECAD6156DDA0}" type="slidenum">
              <a:rPr lang="de-DE" smtClean="0"/>
              <a:pPr/>
              <a:t>5</a:t>
            </a:fld>
            <a:endParaRPr lang="de-DE"/>
          </a:p>
        </p:txBody>
      </p:sp>
      <p:sp>
        <p:nvSpPr>
          <p:cNvPr id="6" name="Textplatzhalter 5">
            <a:extLst>
              <a:ext uri="{FF2B5EF4-FFF2-40B4-BE49-F238E27FC236}">
                <a16:creationId xmlns:a16="http://schemas.microsoft.com/office/drawing/2014/main" id="{596260E7-CBE1-7348-BA8B-6703C2CBB54C}"/>
              </a:ext>
            </a:extLst>
          </p:cNvPr>
          <p:cNvSpPr>
            <a:spLocks noGrp="1"/>
          </p:cNvSpPr>
          <p:nvPr>
            <p:ph type="body" sz="quarter" idx="13"/>
          </p:nvPr>
        </p:nvSpPr>
        <p:spPr>
          <a:xfrm>
            <a:off x="587375" y="5469500"/>
            <a:ext cx="5400675" cy="288000"/>
          </a:xfrm>
        </p:spPr>
        <p:txBody>
          <a:bodyPr/>
          <a:lstStyle/>
          <a:p>
            <a:r>
              <a:rPr lang="de-DE" dirty="0"/>
              <a:t>Team Name – Date</a:t>
            </a:r>
          </a:p>
        </p:txBody>
      </p:sp>
      <p:sp>
        <p:nvSpPr>
          <p:cNvPr id="37" name="Onlinebild-Platzhalter 36">
            <a:extLst>
              <a:ext uri="{FF2B5EF4-FFF2-40B4-BE49-F238E27FC236}">
                <a16:creationId xmlns:a16="http://schemas.microsoft.com/office/drawing/2014/main" id="{EAE1786F-A916-CBF3-B70A-6E5015665025}"/>
              </a:ext>
            </a:extLst>
          </p:cNvPr>
          <p:cNvSpPr>
            <a:spLocks noGrp="1"/>
          </p:cNvSpPr>
          <p:nvPr>
            <p:ph type="clipArt" sz="quarter" idx="15"/>
          </p:nvPr>
        </p:nvSpPr>
        <p:spPr/>
        <p:txBody>
          <a:bodyPr/>
          <a:lstStyle/>
          <a:p>
            <a:endParaRPr lang="de-DE"/>
          </a:p>
        </p:txBody>
      </p:sp>
      <p:sp>
        <p:nvSpPr>
          <p:cNvPr id="38" name="Fußzeilenplatzhalter 37">
            <a:extLst>
              <a:ext uri="{FF2B5EF4-FFF2-40B4-BE49-F238E27FC236}">
                <a16:creationId xmlns:a16="http://schemas.microsoft.com/office/drawing/2014/main" id="{6A006BC5-3ADE-4541-2F3B-730F13D45245}"/>
              </a:ext>
            </a:extLst>
          </p:cNvPr>
          <p:cNvSpPr>
            <a:spLocks noGrp="1"/>
          </p:cNvSpPr>
          <p:nvPr>
            <p:ph type="ftr" sz="quarter" idx="11"/>
          </p:nvPr>
        </p:nvSpPr>
        <p:spPr/>
        <p:txBody>
          <a:bodyPr/>
          <a:lstStyle/>
          <a:p>
            <a:pPr algn="l"/>
            <a:r>
              <a:rPr lang="de-DE"/>
              <a:t>Restricted</a:t>
            </a:r>
            <a:endParaRPr lang="de-DE" dirty="0"/>
          </a:p>
        </p:txBody>
      </p:sp>
    </p:spTree>
    <p:extLst>
      <p:ext uri="{BB962C8B-B14F-4D97-AF65-F5344CB8AC3E}">
        <p14:creationId xmlns:p14="http://schemas.microsoft.com/office/powerpoint/2010/main" val="14183695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52B0453-EBDF-7D64-BACF-A746622D1CCB}"/>
              </a:ext>
            </a:extLst>
          </p:cNvPr>
          <p:cNvSpPr>
            <a:spLocks noGrp="1"/>
          </p:cNvSpPr>
          <p:nvPr>
            <p:ph type="ctrTitle"/>
          </p:nvPr>
        </p:nvSpPr>
        <p:spPr/>
        <p:txBody>
          <a:bodyPr/>
          <a:lstStyle/>
          <a:p>
            <a:r>
              <a:rPr lang="de-DE" dirty="0" err="1"/>
              <a:t>Presentation</a:t>
            </a:r>
            <a:r>
              <a:rPr lang="de-DE" dirty="0"/>
              <a:t> title</a:t>
            </a:r>
          </a:p>
        </p:txBody>
      </p:sp>
      <p:sp>
        <p:nvSpPr>
          <p:cNvPr id="3" name="Untertitel 2">
            <a:extLst>
              <a:ext uri="{FF2B5EF4-FFF2-40B4-BE49-F238E27FC236}">
                <a16:creationId xmlns:a16="http://schemas.microsoft.com/office/drawing/2014/main" id="{429517A0-CE3E-BF08-58FA-B469ABC640FF}"/>
              </a:ext>
            </a:extLst>
          </p:cNvPr>
          <p:cNvSpPr>
            <a:spLocks noGrp="1"/>
          </p:cNvSpPr>
          <p:nvPr>
            <p:ph type="subTitle" idx="1"/>
          </p:nvPr>
        </p:nvSpPr>
        <p:spPr/>
        <p:txBody>
          <a:bodyPr/>
          <a:lstStyle/>
          <a:p>
            <a:r>
              <a:rPr lang="de-DE" dirty="0" err="1"/>
              <a:t>Presentation</a:t>
            </a:r>
            <a:r>
              <a:rPr lang="de-DE" dirty="0"/>
              <a:t> </a:t>
            </a:r>
            <a:r>
              <a:rPr lang="de-DE" dirty="0" err="1"/>
              <a:t>subtitle</a:t>
            </a:r>
            <a:endParaRPr lang="de-DE" dirty="0"/>
          </a:p>
          <a:p>
            <a:r>
              <a:rPr lang="de-DE" dirty="0"/>
              <a:t>(Layout “Title-5”, </a:t>
            </a:r>
            <a:r>
              <a:rPr lang="de-DE" dirty="0" err="1"/>
              <a:t>fixed</a:t>
            </a:r>
            <a:r>
              <a:rPr lang="de-DE" dirty="0"/>
              <a:t> </a:t>
            </a:r>
            <a:r>
              <a:rPr lang="de-DE" dirty="0" err="1"/>
              <a:t>image</a:t>
            </a:r>
            <a:r>
              <a:rPr lang="de-DE" dirty="0"/>
              <a:t>)</a:t>
            </a:r>
          </a:p>
        </p:txBody>
      </p:sp>
      <p:sp>
        <p:nvSpPr>
          <p:cNvPr id="5" name="Foliennummernplatzhalter 4">
            <a:extLst>
              <a:ext uri="{FF2B5EF4-FFF2-40B4-BE49-F238E27FC236}">
                <a16:creationId xmlns:a16="http://schemas.microsoft.com/office/drawing/2014/main" id="{CB5675F4-62E4-FA96-5895-1833E2887F03}"/>
              </a:ext>
            </a:extLst>
          </p:cNvPr>
          <p:cNvSpPr>
            <a:spLocks noGrp="1"/>
          </p:cNvSpPr>
          <p:nvPr>
            <p:ph type="sldNum" sz="quarter" idx="12"/>
          </p:nvPr>
        </p:nvSpPr>
        <p:spPr/>
        <p:txBody>
          <a:bodyPr/>
          <a:lstStyle/>
          <a:p>
            <a:fld id="{67CD7502-7F22-405E-8273-ECAD6156DDA0}" type="slidenum">
              <a:rPr lang="de-DE" smtClean="0"/>
              <a:pPr/>
              <a:t>6</a:t>
            </a:fld>
            <a:endParaRPr lang="de-DE"/>
          </a:p>
        </p:txBody>
      </p:sp>
      <p:sp>
        <p:nvSpPr>
          <p:cNvPr id="6" name="Textplatzhalter 5">
            <a:extLst>
              <a:ext uri="{FF2B5EF4-FFF2-40B4-BE49-F238E27FC236}">
                <a16:creationId xmlns:a16="http://schemas.microsoft.com/office/drawing/2014/main" id="{596260E7-CBE1-7348-BA8B-6703C2CBB54C}"/>
              </a:ext>
            </a:extLst>
          </p:cNvPr>
          <p:cNvSpPr>
            <a:spLocks noGrp="1"/>
          </p:cNvSpPr>
          <p:nvPr>
            <p:ph type="body" sz="quarter" idx="13"/>
          </p:nvPr>
        </p:nvSpPr>
        <p:spPr/>
        <p:txBody>
          <a:bodyPr/>
          <a:lstStyle/>
          <a:p>
            <a:r>
              <a:rPr lang="de-DE" dirty="0"/>
              <a:t>Team Name – Date</a:t>
            </a:r>
          </a:p>
        </p:txBody>
      </p:sp>
      <p:sp>
        <p:nvSpPr>
          <p:cNvPr id="10" name="Onlinebild-Platzhalter 9">
            <a:extLst>
              <a:ext uri="{FF2B5EF4-FFF2-40B4-BE49-F238E27FC236}">
                <a16:creationId xmlns:a16="http://schemas.microsoft.com/office/drawing/2014/main" id="{10DEF80E-6D00-25A9-8A1C-E810A278B6FD}"/>
              </a:ext>
            </a:extLst>
          </p:cNvPr>
          <p:cNvSpPr>
            <a:spLocks noGrp="1"/>
          </p:cNvSpPr>
          <p:nvPr>
            <p:ph type="clipArt" sz="quarter" idx="15"/>
          </p:nvPr>
        </p:nvSpPr>
        <p:spPr/>
        <p:txBody>
          <a:bodyPr/>
          <a:lstStyle/>
          <a:p>
            <a:endParaRPr lang="de-DE"/>
          </a:p>
        </p:txBody>
      </p:sp>
      <p:sp>
        <p:nvSpPr>
          <p:cNvPr id="7" name="Fußzeilenplatzhalter 6">
            <a:extLst>
              <a:ext uri="{FF2B5EF4-FFF2-40B4-BE49-F238E27FC236}">
                <a16:creationId xmlns:a16="http://schemas.microsoft.com/office/drawing/2014/main" id="{991DB849-21B3-CB00-14B4-4DAF9F82FC9E}"/>
              </a:ext>
            </a:extLst>
          </p:cNvPr>
          <p:cNvSpPr>
            <a:spLocks noGrp="1"/>
          </p:cNvSpPr>
          <p:nvPr>
            <p:ph type="ftr" sz="quarter" idx="11"/>
          </p:nvPr>
        </p:nvSpPr>
        <p:spPr/>
        <p:txBody>
          <a:bodyPr/>
          <a:lstStyle/>
          <a:p>
            <a:pPr algn="l"/>
            <a:r>
              <a:rPr lang="de-DE"/>
              <a:t>Restricted</a:t>
            </a:r>
            <a:endParaRPr lang="de-DE" dirty="0"/>
          </a:p>
        </p:txBody>
      </p:sp>
    </p:spTree>
    <p:extLst>
      <p:ext uri="{BB962C8B-B14F-4D97-AF65-F5344CB8AC3E}">
        <p14:creationId xmlns:p14="http://schemas.microsoft.com/office/powerpoint/2010/main" val="9784686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52B0453-EBDF-7D64-BACF-A746622D1CCB}"/>
              </a:ext>
            </a:extLst>
          </p:cNvPr>
          <p:cNvSpPr>
            <a:spLocks noGrp="1"/>
          </p:cNvSpPr>
          <p:nvPr>
            <p:ph type="ctrTitle"/>
          </p:nvPr>
        </p:nvSpPr>
        <p:spPr/>
        <p:txBody>
          <a:bodyPr/>
          <a:lstStyle/>
          <a:p>
            <a:r>
              <a:rPr lang="de-DE" dirty="0" err="1"/>
              <a:t>Presentation</a:t>
            </a:r>
            <a:r>
              <a:rPr lang="de-DE" dirty="0"/>
              <a:t> title</a:t>
            </a:r>
          </a:p>
        </p:txBody>
      </p:sp>
      <p:sp>
        <p:nvSpPr>
          <p:cNvPr id="3" name="Untertitel 2">
            <a:extLst>
              <a:ext uri="{FF2B5EF4-FFF2-40B4-BE49-F238E27FC236}">
                <a16:creationId xmlns:a16="http://schemas.microsoft.com/office/drawing/2014/main" id="{429517A0-CE3E-BF08-58FA-B469ABC640FF}"/>
              </a:ext>
            </a:extLst>
          </p:cNvPr>
          <p:cNvSpPr>
            <a:spLocks noGrp="1"/>
          </p:cNvSpPr>
          <p:nvPr>
            <p:ph type="subTitle" idx="1"/>
          </p:nvPr>
        </p:nvSpPr>
        <p:spPr/>
        <p:txBody>
          <a:bodyPr/>
          <a:lstStyle/>
          <a:p>
            <a:r>
              <a:rPr lang="de-DE" dirty="0" err="1"/>
              <a:t>Presentation</a:t>
            </a:r>
            <a:r>
              <a:rPr lang="de-DE" dirty="0"/>
              <a:t> </a:t>
            </a:r>
            <a:r>
              <a:rPr lang="de-DE" dirty="0" err="1"/>
              <a:t>subtitle</a:t>
            </a:r>
            <a:endParaRPr lang="de-DE" dirty="0"/>
          </a:p>
          <a:p>
            <a:r>
              <a:rPr lang="de-DE" dirty="0"/>
              <a:t>(Layout “Title-6”, </a:t>
            </a:r>
            <a:r>
              <a:rPr lang="de-DE" dirty="0" err="1"/>
              <a:t>fixed</a:t>
            </a:r>
            <a:r>
              <a:rPr lang="de-DE" dirty="0"/>
              <a:t> </a:t>
            </a:r>
            <a:r>
              <a:rPr lang="de-DE" dirty="0" err="1"/>
              <a:t>image</a:t>
            </a:r>
            <a:r>
              <a:rPr lang="de-DE" dirty="0"/>
              <a:t>)</a:t>
            </a:r>
          </a:p>
        </p:txBody>
      </p:sp>
      <p:sp>
        <p:nvSpPr>
          <p:cNvPr id="5" name="Foliennummernplatzhalter 4">
            <a:extLst>
              <a:ext uri="{FF2B5EF4-FFF2-40B4-BE49-F238E27FC236}">
                <a16:creationId xmlns:a16="http://schemas.microsoft.com/office/drawing/2014/main" id="{CB5675F4-62E4-FA96-5895-1833E2887F03}"/>
              </a:ext>
            </a:extLst>
          </p:cNvPr>
          <p:cNvSpPr>
            <a:spLocks noGrp="1"/>
          </p:cNvSpPr>
          <p:nvPr>
            <p:ph type="sldNum" sz="quarter" idx="12"/>
          </p:nvPr>
        </p:nvSpPr>
        <p:spPr/>
        <p:txBody>
          <a:bodyPr/>
          <a:lstStyle/>
          <a:p>
            <a:fld id="{67CD7502-7F22-405E-8273-ECAD6156DDA0}" type="slidenum">
              <a:rPr lang="de-DE" smtClean="0"/>
              <a:pPr/>
              <a:t>7</a:t>
            </a:fld>
            <a:endParaRPr lang="de-DE"/>
          </a:p>
        </p:txBody>
      </p:sp>
      <p:sp>
        <p:nvSpPr>
          <p:cNvPr id="6" name="Textplatzhalter 5">
            <a:extLst>
              <a:ext uri="{FF2B5EF4-FFF2-40B4-BE49-F238E27FC236}">
                <a16:creationId xmlns:a16="http://schemas.microsoft.com/office/drawing/2014/main" id="{596260E7-CBE1-7348-BA8B-6703C2CBB54C}"/>
              </a:ext>
            </a:extLst>
          </p:cNvPr>
          <p:cNvSpPr>
            <a:spLocks noGrp="1"/>
          </p:cNvSpPr>
          <p:nvPr>
            <p:ph type="body" sz="quarter" idx="13"/>
          </p:nvPr>
        </p:nvSpPr>
        <p:spPr/>
        <p:txBody>
          <a:bodyPr/>
          <a:lstStyle/>
          <a:p>
            <a:r>
              <a:rPr lang="de-DE" dirty="0"/>
              <a:t>Team Name – Date</a:t>
            </a:r>
          </a:p>
        </p:txBody>
      </p:sp>
      <p:sp>
        <p:nvSpPr>
          <p:cNvPr id="7" name="Onlinebild-Platzhalter 6">
            <a:extLst>
              <a:ext uri="{FF2B5EF4-FFF2-40B4-BE49-F238E27FC236}">
                <a16:creationId xmlns:a16="http://schemas.microsoft.com/office/drawing/2014/main" id="{811A2013-62AB-5343-F522-BEAADA4A2803}"/>
              </a:ext>
            </a:extLst>
          </p:cNvPr>
          <p:cNvSpPr>
            <a:spLocks noGrp="1"/>
          </p:cNvSpPr>
          <p:nvPr>
            <p:ph type="clipArt" sz="quarter" idx="15"/>
          </p:nvPr>
        </p:nvSpPr>
        <p:spPr/>
        <p:txBody>
          <a:bodyPr/>
          <a:lstStyle/>
          <a:p>
            <a:endParaRPr lang="de-DE"/>
          </a:p>
        </p:txBody>
      </p:sp>
      <p:sp>
        <p:nvSpPr>
          <p:cNvPr id="8" name="Fußzeilenplatzhalter 7">
            <a:extLst>
              <a:ext uri="{FF2B5EF4-FFF2-40B4-BE49-F238E27FC236}">
                <a16:creationId xmlns:a16="http://schemas.microsoft.com/office/drawing/2014/main" id="{9C138E4F-7FE0-93CF-F4E4-3BCAFD2E8EA6}"/>
              </a:ext>
            </a:extLst>
          </p:cNvPr>
          <p:cNvSpPr>
            <a:spLocks noGrp="1"/>
          </p:cNvSpPr>
          <p:nvPr>
            <p:ph type="ftr" sz="quarter" idx="11"/>
          </p:nvPr>
        </p:nvSpPr>
        <p:spPr/>
        <p:txBody>
          <a:bodyPr/>
          <a:lstStyle/>
          <a:p>
            <a:pPr algn="l"/>
            <a:r>
              <a:rPr lang="de-DE"/>
              <a:t>Restricted</a:t>
            </a:r>
            <a:endParaRPr lang="de-DE" dirty="0"/>
          </a:p>
        </p:txBody>
      </p:sp>
    </p:spTree>
    <p:extLst>
      <p:ext uri="{BB962C8B-B14F-4D97-AF65-F5344CB8AC3E}">
        <p14:creationId xmlns:p14="http://schemas.microsoft.com/office/powerpoint/2010/main" val="6441899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BE5427F-432D-ABB1-3EA1-345DCC605357}"/>
              </a:ext>
            </a:extLst>
          </p:cNvPr>
          <p:cNvSpPr>
            <a:spLocks noGrp="1"/>
          </p:cNvSpPr>
          <p:nvPr>
            <p:ph type="title"/>
          </p:nvPr>
        </p:nvSpPr>
        <p:spPr/>
        <p:txBody>
          <a:bodyPr/>
          <a:lstStyle/>
          <a:p>
            <a:r>
              <a:rPr lang="de-DE" dirty="0"/>
              <a:t>Chapter Title (</a:t>
            </a:r>
            <a:r>
              <a:rPr lang="de-DE" dirty="0" err="1"/>
              <a:t>grows</a:t>
            </a:r>
            <a:r>
              <a:rPr lang="de-DE" dirty="0"/>
              <a:t> </a:t>
            </a:r>
            <a:r>
              <a:rPr lang="de-DE" dirty="0" err="1"/>
              <a:t>up</a:t>
            </a:r>
            <a:r>
              <a:rPr lang="de-DE" dirty="0"/>
              <a:t>)</a:t>
            </a:r>
          </a:p>
        </p:txBody>
      </p:sp>
      <p:sp>
        <p:nvSpPr>
          <p:cNvPr id="3" name="Textplatzhalter 2">
            <a:extLst>
              <a:ext uri="{FF2B5EF4-FFF2-40B4-BE49-F238E27FC236}">
                <a16:creationId xmlns:a16="http://schemas.microsoft.com/office/drawing/2014/main" id="{53892656-F188-479B-E7A5-C8D2870F3C2B}"/>
              </a:ext>
            </a:extLst>
          </p:cNvPr>
          <p:cNvSpPr>
            <a:spLocks noGrp="1"/>
          </p:cNvSpPr>
          <p:nvPr>
            <p:ph type="body" idx="1"/>
          </p:nvPr>
        </p:nvSpPr>
        <p:spPr/>
        <p:txBody>
          <a:bodyPr/>
          <a:lstStyle/>
          <a:p>
            <a:r>
              <a:rPr lang="de-DE" dirty="0"/>
              <a:t>Chapter </a:t>
            </a:r>
            <a:r>
              <a:rPr lang="de-DE" dirty="0" err="1"/>
              <a:t>Subtitle</a:t>
            </a:r>
            <a:endParaRPr lang="de-DE" dirty="0"/>
          </a:p>
          <a:p>
            <a:r>
              <a:rPr lang="de-DE" dirty="0"/>
              <a:t>Layout “</a:t>
            </a:r>
            <a:r>
              <a:rPr lang="de-DE" dirty="0" err="1"/>
              <a:t>Section</a:t>
            </a:r>
            <a:r>
              <a:rPr lang="de-DE" dirty="0"/>
              <a:t> Header Blue”</a:t>
            </a:r>
          </a:p>
        </p:txBody>
      </p:sp>
      <p:sp>
        <p:nvSpPr>
          <p:cNvPr id="5" name="Foliennummernplatzhalter 4">
            <a:extLst>
              <a:ext uri="{FF2B5EF4-FFF2-40B4-BE49-F238E27FC236}">
                <a16:creationId xmlns:a16="http://schemas.microsoft.com/office/drawing/2014/main" id="{B1926C7F-A765-EA7B-9749-AEF22C286A10}"/>
              </a:ext>
            </a:extLst>
          </p:cNvPr>
          <p:cNvSpPr>
            <a:spLocks noGrp="1"/>
          </p:cNvSpPr>
          <p:nvPr>
            <p:ph type="sldNum" sz="quarter" idx="12"/>
          </p:nvPr>
        </p:nvSpPr>
        <p:spPr/>
        <p:txBody>
          <a:bodyPr/>
          <a:lstStyle/>
          <a:p>
            <a:fld id="{67CD7502-7F22-405E-8273-ECAD6156DDA0}" type="slidenum">
              <a:rPr lang="de-DE" smtClean="0"/>
              <a:pPr/>
              <a:t>8</a:t>
            </a:fld>
            <a:endParaRPr lang="de-DE"/>
          </a:p>
        </p:txBody>
      </p:sp>
      <p:sp>
        <p:nvSpPr>
          <p:cNvPr id="6" name="Textplatzhalter 5">
            <a:extLst>
              <a:ext uri="{FF2B5EF4-FFF2-40B4-BE49-F238E27FC236}">
                <a16:creationId xmlns:a16="http://schemas.microsoft.com/office/drawing/2014/main" id="{89AA7535-1A5D-0A72-1722-5F2BF85DA8C8}"/>
              </a:ext>
            </a:extLst>
          </p:cNvPr>
          <p:cNvSpPr>
            <a:spLocks noGrp="1"/>
          </p:cNvSpPr>
          <p:nvPr>
            <p:ph type="body" sz="quarter" idx="13"/>
          </p:nvPr>
        </p:nvSpPr>
        <p:spPr/>
        <p:txBody>
          <a:bodyPr/>
          <a:lstStyle/>
          <a:p>
            <a:r>
              <a:rPr lang="de-DE" dirty="0"/>
              <a:t>1</a:t>
            </a:r>
          </a:p>
        </p:txBody>
      </p:sp>
      <p:sp>
        <p:nvSpPr>
          <p:cNvPr id="7" name="Fußzeilenplatzhalter 6">
            <a:extLst>
              <a:ext uri="{FF2B5EF4-FFF2-40B4-BE49-F238E27FC236}">
                <a16:creationId xmlns:a16="http://schemas.microsoft.com/office/drawing/2014/main" id="{2AD7FA5B-B5D9-683A-5F15-30165663D96D}"/>
              </a:ext>
            </a:extLst>
          </p:cNvPr>
          <p:cNvSpPr>
            <a:spLocks noGrp="1"/>
          </p:cNvSpPr>
          <p:nvPr>
            <p:ph type="ftr" sz="quarter" idx="11"/>
          </p:nvPr>
        </p:nvSpPr>
        <p:spPr/>
        <p:txBody>
          <a:bodyPr/>
          <a:lstStyle/>
          <a:p>
            <a:r>
              <a:rPr lang="de-DE"/>
              <a:t>Restricted</a:t>
            </a:r>
            <a:endParaRPr lang="de-DE" dirty="0"/>
          </a:p>
        </p:txBody>
      </p:sp>
    </p:spTree>
    <p:extLst>
      <p:ext uri="{BB962C8B-B14F-4D97-AF65-F5344CB8AC3E}">
        <p14:creationId xmlns:p14="http://schemas.microsoft.com/office/powerpoint/2010/main" val="15783167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BE5427F-432D-ABB1-3EA1-345DCC605357}"/>
              </a:ext>
            </a:extLst>
          </p:cNvPr>
          <p:cNvSpPr>
            <a:spLocks noGrp="1"/>
          </p:cNvSpPr>
          <p:nvPr>
            <p:ph type="title"/>
          </p:nvPr>
        </p:nvSpPr>
        <p:spPr/>
        <p:txBody>
          <a:bodyPr/>
          <a:lstStyle/>
          <a:p>
            <a:r>
              <a:rPr lang="de-DE" dirty="0"/>
              <a:t>Chapter Title (</a:t>
            </a:r>
            <a:r>
              <a:rPr lang="de-DE" dirty="0" err="1"/>
              <a:t>grows</a:t>
            </a:r>
            <a:r>
              <a:rPr lang="de-DE" dirty="0"/>
              <a:t> </a:t>
            </a:r>
            <a:r>
              <a:rPr lang="de-DE" dirty="0" err="1"/>
              <a:t>up</a:t>
            </a:r>
            <a:r>
              <a:rPr lang="de-DE" dirty="0"/>
              <a:t>)</a:t>
            </a:r>
          </a:p>
        </p:txBody>
      </p:sp>
      <p:sp>
        <p:nvSpPr>
          <p:cNvPr id="3" name="Textplatzhalter 2">
            <a:extLst>
              <a:ext uri="{FF2B5EF4-FFF2-40B4-BE49-F238E27FC236}">
                <a16:creationId xmlns:a16="http://schemas.microsoft.com/office/drawing/2014/main" id="{53892656-F188-479B-E7A5-C8D2870F3C2B}"/>
              </a:ext>
            </a:extLst>
          </p:cNvPr>
          <p:cNvSpPr>
            <a:spLocks noGrp="1"/>
          </p:cNvSpPr>
          <p:nvPr>
            <p:ph type="body" idx="1"/>
          </p:nvPr>
        </p:nvSpPr>
        <p:spPr/>
        <p:txBody>
          <a:bodyPr/>
          <a:lstStyle/>
          <a:p>
            <a:r>
              <a:rPr lang="de-DE" dirty="0"/>
              <a:t>Chapter </a:t>
            </a:r>
            <a:r>
              <a:rPr lang="de-DE" dirty="0" err="1"/>
              <a:t>Subtitle</a:t>
            </a:r>
            <a:endParaRPr lang="de-DE" dirty="0"/>
          </a:p>
          <a:p>
            <a:r>
              <a:rPr lang="de-DE" dirty="0"/>
              <a:t>Layout “</a:t>
            </a:r>
            <a:r>
              <a:rPr lang="de-DE" dirty="0" err="1"/>
              <a:t>Section</a:t>
            </a:r>
            <a:r>
              <a:rPr lang="de-DE" dirty="0"/>
              <a:t> Header White”</a:t>
            </a:r>
          </a:p>
        </p:txBody>
      </p:sp>
      <p:sp>
        <p:nvSpPr>
          <p:cNvPr id="6" name="Textplatzhalter 5">
            <a:extLst>
              <a:ext uri="{FF2B5EF4-FFF2-40B4-BE49-F238E27FC236}">
                <a16:creationId xmlns:a16="http://schemas.microsoft.com/office/drawing/2014/main" id="{89AA7535-1A5D-0A72-1722-5F2BF85DA8C8}"/>
              </a:ext>
            </a:extLst>
          </p:cNvPr>
          <p:cNvSpPr>
            <a:spLocks noGrp="1"/>
          </p:cNvSpPr>
          <p:nvPr>
            <p:ph type="body" sz="quarter" idx="13"/>
          </p:nvPr>
        </p:nvSpPr>
        <p:spPr/>
        <p:txBody>
          <a:bodyPr/>
          <a:lstStyle/>
          <a:p>
            <a:r>
              <a:rPr lang="de-DE" dirty="0"/>
              <a:t>2</a:t>
            </a:r>
          </a:p>
        </p:txBody>
      </p:sp>
      <p:sp>
        <p:nvSpPr>
          <p:cNvPr id="5" name="Foliennummernplatzhalter 4">
            <a:extLst>
              <a:ext uri="{FF2B5EF4-FFF2-40B4-BE49-F238E27FC236}">
                <a16:creationId xmlns:a16="http://schemas.microsoft.com/office/drawing/2014/main" id="{B1926C7F-A765-EA7B-9749-AEF22C286A10}"/>
              </a:ext>
            </a:extLst>
          </p:cNvPr>
          <p:cNvSpPr>
            <a:spLocks noGrp="1"/>
          </p:cNvSpPr>
          <p:nvPr>
            <p:ph type="sldNum" sz="quarter" idx="16"/>
          </p:nvPr>
        </p:nvSpPr>
        <p:spPr/>
        <p:txBody>
          <a:bodyPr/>
          <a:lstStyle/>
          <a:p>
            <a:fld id="{67CD7502-7F22-405E-8273-ECAD6156DDA0}" type="slidenum">
              <a:rPr lang="de-DE" smtClean="0"/>
              <a:pPr/>
              <a:t>9</a:t>
            </a:fld>
            <a:endParaRPr lang="de-DE"/>
          </a:p>
        </p:txBody>
      </p:sp>
      <p:sp>
        <p:nvSpPr>
          <p:cNvPr id="7" name="Fußzeilenplatzhalter 6">
            <a:extLst>
              <a:ext uri="{FF2B5EF4-FFF2-40B4-BE49-F238E27FC236}">
                <a16:creationId xmlns:a16="http://schemas.microsoft.com/office/drawing/2014/main" id="{86A215CE-8116-B89B-3A4E-BCC0629C9283}"/>
              </a:ext>
            </a:extLst>
          </p:cNvPr>
          <p:cNvSpPr>
            <a:spLocks noGrp="1"/>
          </p:cNvSpPr>
          <p:nvPr>
            <p:ph type="ftr" sz="quarter" idx="15"/>
          </p:nvPr>
        </p:nvSpPr>
        <p:spPr/>
        <p:txBody>
          <a:bodyPr/>
          <a:lstStyle/>
          <a:p>
            <a:r>
              <a:rPr lang="de-DE"/>
              <a:t>Restricted</a:t>
            </a:r>
            <a:endParaRPr lang="de-DE" dirty="0"/>
          </a:p>
        </p:txBody>
      </p:sp>
    </p:spTree>
    <p:extLst>
      <p:ext uri="{BB962C8B-B14F-4D97-AF65-F5344CB8AC3E}">
        <p14:creationId xmlns:p14="http://schemas.microsoft.com/office/powerpoint/2010/main" val="27042634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BE5427F-432D-ABB1-3EA1-345DCC605357}"/>
              </a:ext>
            </a:extLst>
          </p:cNvPr>
          <p:cNvSpPr>
            <a:spLocks noGrp="1"/>
          </p:cNvSpPr>
          <p:nvPr>
            <p:ph type="title"/>
          </p:nvPr>
        </p:nvSpPr>
        <p:spPr/>
        <p:txBody>
          <a:bodyPr/>
          <a:lstStyle/>
          <a:p>
            <a:r>
              <a:rPr lang="de-DE" dirty="0"/>
              <a:t>Intermediate Title </a:t>
            </a:r>
            <a:br>
              <a:rPr lang="de-DE" dirty="0"/>
            </a:br>
            <a:r>
              <a:rPr lang="de-DE" dirty="0"/>
              <a:t>(</a:t>
            </a:r>
            <a:r>
              <a:rPr lang="de-DE" dirty="0" err="1"/>
              <a:t>grows</a:t>
            </a:r>
            <a:r>
              <a:rPr lang="de-DE" dirty="0"/>
              <a:t> </a:t>
            </a:r>
            <a:r>
              <a:rPr lang="de-DE" dirty="0" err="1"/>
              <a:t>up</a:t>
            </a:r>
            <a:r>
              <a:rPr lang="de-DE" dirty="0"/>
              <a:t>)</a:t>
            </a:r>
          </a:p>
        </p:txBody>
      </p:sp>
      <p:sp>
        <p:nvSpPr>
          <p:cNvPr id="3" name="Textplatzhalter 2">
            <a:extLst>
              <a:ext uri="{FF2B5EF4-FFF2-40B4-BE49-F238E27FC236}">
                <a16:creationId xmlns:a16="http://schemas.microsoft.com/office/drawing/2014/main" id="{53892656-F188-479B-E7A5-C8D2870F3C2B}"/>
              </a:ext>
            </a:extLst>
          </p:cNvPr>
          <p:cNvSpPr>
            <a:spLocks noGrp="1"/>
          </p:cNvSpPr>
          <p:nvPr>
            <p:ph type="body" idx="1"/>
          </p:nvPr>
        </p:nvSpPr>
        <p:spPr/>
        <p:txBody>
          <a:bodyPr/>
          <a:lstStyle/>
          <a:p>
            <a:r>
              <a:rPr lang="de-DE" dirty="0"/>
              <a:t>Intermediate </a:t>
            </a:r>
            <a:r>
              <a:rPr lang="de-DE" dirty="0" err="1"/>
              <a:t>Subtitle</a:t>
            </a:r>
            <a:endParaRPr lang="de-DE" dirty="0"/>
          </a:p>
          <a:p>
            <a:r>
              <a:rPr lang="de-DE" dirty="0"/>
              <a:t>Layout “Intermediate Header Blue”</a:t>
            </a:r>
          </a:p>
        </p:txBody>
      </p:sp>
      <p:sp>
        <p:nvSpPr>
          <p:cNvPr id="5" name="Foliennummernplatzhalter 4">
            <a:extLst>
              <a:ext uri="{FF2B5EF4-FFF2-40B4-BE49-F238E27FC236}">
                <a16:creationId xmlns:a16="http://schemas.microsoft.com/office/drawing/2014/main" id="{B1926C7F-A765-EA7B-9749-AEF22C286A10}"/>
              </a:ext>
            </a:extLst>
          </p:cNvPr>
          <p:cNvSpPr>
            <a:spLocks noGrp="1"/>
          </p:cNvSpPr>
          <p:nvPr>
            <p:ph type="sldNum" sz="quarter" idx="12"/>
          </p:nvPr>
        </p:nvSpPr>
        <p:spPr/>
        <p:txBody>
          <a:bodyPr/>
          <a:lstStyle/>
          <a:p>
            <a:fld id="{67CD7502-7F22-405E-8273-ECAD6156DDA0}" type="slidenum">
              <a:rPr lang="de-DE" smtClean="0"/>
              <a:pPr/>
              <a:t>10</a:t>
            </a:fld>
            <a:endParaRPr lang="de-DE"/>
          </a:p>
        </p:txBody>
      </p:sp>
      <p:sp>
        <p:nvSpPr>
          <p:cNvPr id="6" name="Fußzeilenplatzhalter 5">
            <a:extLst>
              <a:ext uri="{FF2B5EF4-FFF2-40B4-BE49-F238E27FC236}">
                <a16:creationId xmlns:a16="http://schemas.microsoft.com/office/drawing/2014/main" id="{9F8EF283-A12D-6DB8-C424-D7A892BA0B92}"/>
              </a:ext>
            </a:extLst>
          </p:cNvPr>
          <p:cNvSpPr>
            <a:spLocks noGrp="1"/>
          </p:cNvSpPr>
          <p:nvPr>
            <p:ph type="ftr" sz="quarter" idx="11"/>
          </p:nvPr>
        </p:nvSpPr>
        <p:spPr/>
        <p:txBody>
          <a:bodyPr/>
          <a:lstStyle/>
          <a:p>
            <a:r>
              <a:rPr lang="de-DE"/>
              <a:t>Restricted</a:t>
            </a:r>
            <a:endParaRPr lang="de-DE" dirty="0"/>
          </a:p>
        </p:txBody>
      </p:sp>
    </p:spTree>
    <p:extLst>
      <p:ext uri="{BB962C8B-B14F-4D97-AF65-F5344CB8AC3E}">
        <p14:creationId xmlns:p14="http://schemas.microsoft.com/office/powerpoint/2010/main" val="37143533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BE5427F-432D-ABB1-3EA1-345DCC605357}"/>
              </a:ext>
            </a:extLst>
          </p:cNvPr>
          <p:cNvSpPr>
            <a:spLocks noGrp="1"/>
          </p:cNvSpPr>
          <p:nvPr>
            <p:ph type="title"/>
          </p:nvPr>
        </p:nvSpPr>
        <p:spPr/>
        <p:txBody>
          <a:bodyPr/>
          <a:lstStyle/>
          <a:p>
            <a:r>
              <a:rPr lang="de-DE" dirty="0"/>
              <a:t>Intermediate Title </a:t>
            </a:r>
            <a:br>
              <a:rPr lang="de-DE" dirty="0"/>
            </a:br>
            <a:r>
              <a:rPr lang="de-DE" dirty="0"/>
              <a:t>(</a:t>
            </a:r>
            <a:r>
              <a:rPr lang="de-DE" dirty="0" err="1"/>
              <a:t>grows</a:t>
            </a:r>
            <a:r>
              <a:rPr lang="de-DE" dirty="0"/>
              <a:t> </a:t>
            </a:r>
            <a:r>
              <a:rPr lang="de-DE" dirty="0" err="1"/>
              <a:t>up</a:t>
            </a:r>
            <a:r>
              <a:rPr lang="de-DE" dirty="0"/>
              <a:t>)</a:t>
            </a:r>
          </a:p>
        </p:txBody>
      </p:sp>
      <p:sp>
        <p:nvSpPr>
          <p:cNvPr id="3" name="Textplatzhalter 2">
            <a:extLst>
              <a:ext uri="{FF2B5EF4-FFF2-40B4-BE49-F238E27FC236}">
                <a16:creationId xmlns:a16="http://schemas.microsoft.com/office/drawing/2014/main" id="{53892656-F188-479B-E7A5-C8D2870F3C2B}"/>
              </a:ext>
            </a:extLst>
          </p:cNvPr>
          <p:cNvSpPr>
            <a:spLocks noGrp="1"/>
          </p:cNvSpPr>
          <p:nvPr>
            <p:ph type="body" idx="1"/>
          </p:nvPr>
        </p:nvSpPr>
        <p:spPr/>
        <p:txBody>
          <a:bodyPr/>
          <a:lstStyle/>
          <a:p>
            <a:r>
              <a:rPr lang="de-DE" dirty="0"/>
              <a:t>Intermediate </a:t>
            </a:r>
            <a:r>
              <a:rPr lang="de-DE" dirty="0" err="1"/>
              <a:t>Subtitle</a:t>
            </a:r>
            <a:endParaRPr lang="de-DE" dirty="0"/>
          </a:p>
          <a:p>
            <a:r>
              <a:rPr lang="de-DE" dirty="0"/>
              <a:t>Layout “Intermediate Header White”</a:t>
            </a:r>
          </a:p>
        </p:txBody>
      </p:sp>
      <p:sp>
        <p:nvSpPr>
          <p:cNvPr id="5" name="Foliennummernplatzhalter 4">
            <a:extLst>
              <a:ext uri="{FF2B5EF4-FFF2-40B4-BE49-F238E27FC236}">
                <a16:creationId xmlns:a16="http://schemas.microsoft.com/office/drawing/2014/main" id="{B1926C7F-A765-EA7B-9749-AEF22C286A10}"/>
              </a:ext>
            </a:extLst>
          </p:cNvPr>
          <p:cNvSpPr>
            <a:spLocks noGrp="1"/>
          </p:cNvSpPr>
          <p:nvPr>
            <p:ph type="sldNum" sz="quarter" idx="16"/>
          </p:nvPr>
        </p:nvSpPr>
        <p:spPr/>
        <p:txBody>
          <a:bodyPr/>
          <a:lstStyle/>
          <a:p>
            <a:fld id="{67CD7502-7F22-405E-8273-ECAD6156DDA0}" type="slidenum">
              <a:rPr lang="de-DE" smtClean="0"/>
              <a:pPr/>
              <a:t>11</a:t>
            </a:fld>
            <a:endParaRPr lang="de-DE"/>
          </a:p>
        </p:txBody>
      </p:sp>
      <p:sp>
        <p:nvSpPr>
          <p:cNvPr id="6" name="Fußzeilenplatzhalter 5">
            <a:extLst>
              <a:ext uri="{FF2B5EF4-FFF2-40B4-BE49-F238E27FC236}">
                <a16:creationId xmlns:a16="http://schemas.microsoft.com/office/drawing/2014/main" id="{EBE634B5-40BF-E873-BCBA-DDB3BB409607}"/>
              </a:ext>
            </a:extLst>
          </p:cNvPr>
          <p:cNvSpPr>
            <a:spLocks noGrp="1"/>
          </p:cNvSpPr>
          <p:nvPr>
            <p:ph type="ftr" sz="quarter" idx="15"/>
          </p:nvPr>
        </p:nvSpPr>
        <p:spPr/>
        <p:txBody>
          <a:bodyPr/>
          <a:lstStyle/>
          <a:p>
            <a:r>
              <a:rPr lang="de-DE"/>
              <a:t>Restricted</a:t>
            </a:r>
            <a:endParaRPr lang="de-DE" dirty="0"/>
          </a:p>
        </p:txBody>
      </p:sp>
    </p:spTree>
    <p:extLst>
      <p:ext uri="{BB962C8B-B14F-4D97-AF65-F5344CB8AC3E}">
        <p14:creationId xmlns:p14="http://schemas.microsoft.com/office/powerpoint/2010/main" val="4263720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9F87CCB-A033-6DE9-04CF-E1F0EB86D477}"/>
              </a:ext>
            </a:extLst>
          </p:cNvPr>
          <p:cNvSpPr>
            <a:spLocks noGrp="1"/>
          </p:cNvSpPr>
          <p:nvPr>
            <p:ph type="title"/>
          </p:nvPr>
        </p:nvSpPr>
        <p:spPr>
          <a:xfrm>
            <a:off x="587375" y="549275"/>
            <a:ext cx="10513250" cy="466725"/>
          </a:xfrm>
        </p:spPr>
        <p:txBody>
          <a:bodyPr/>
          <a:lstStyle/>
          <a:p>
            <a:r>
              <a:rPr lang="de-DE" dirty="0"/>
              <a:t>Contents</a:t>
            </a:r>
          </a:p>
        </p:txBody>
      </p:sp>
      <p:sp>
        <p:nvSpPr>
          <p:cNvPr id="3" name="Inhaltsplatzhalter 2">
            <a:extLst>
              <a:ext uri="{FF2B5EF4-FFF2-40B4-BE49-F238E27FC236}">
                <a16:creationId xmlns:a16="http://schemas.microsoft.com/office/drawing/2014/main" id="{CA27B484-E24E-4540-DEF0-29564CDED26A}"/>
              </a:ext>
            </a:extLst>
          </p:cNvPr>
          <p:cNvSpPr>
            <a:spLocks noGrp="1"/>
          </p:cNvSpPr>
          <p:nvPr>
            <p:ph idx="1"/>
          </p:nvPr>
        </p:nvSpPr>
        <p:spPr>
          <a:xfrm>
            <a:off x="587375" y="1484313"/>
            <a:ext cx="8208963" cy="4681537"/>
          </a:xfrm>
        </p:spPr>
        <p:txBody>
          <a:bodyPr/>
          <a:lstStyle/>
          <a:p>
            <a:r>
              <a:rPr lang="de-DE" dirty="0"/>
              <a:t>First </a:t>
            </a:r>
            <a:r>
              <a:rPr lang="de-DE" dirty="0" err="1"/>
              <a:t>main</a:t>
            </a:r>
            <a:r>
              <a:rPr lang="de-DE" dirty="0"/>
              <a:t> </a:t>
            </a:r>
            <a:r>
              <a:rPr lang="de-DE" dirty="0" err="1"/>
              <a:t>topic</a:t>
            </a:r>
            <a:r>
              <a:rPr lang="de-DE" dirty="0"/>
              <a:t> (</a:t>
            </a:r>
            <a:r>
              <a:rPr lang="de-DE" dirty="0" err="1"/>
              <a:t>list</a:t>
            </a:r>
            <a:r>
              <a:rPr lang="de-DE" dirty="0"/>
              <a:t> </a:t>
            </a:r>
            <a:r>
              <a:rPr lang="de-DE" dirty="0" err="1"/>
              <a:t>level</a:t>
            </a:r>
            <a:r>
              <a:rPr lang="de-DE" dirty="0"/>
              <a:t> 1)</a:t>
            </a:r>
          </a:p>
          <a:p>
            <a:r>
              <a:rPr lang="de-DE" dirty="0"/>
              <a:t>Second </a:t>
            </a:r>
            <a:r>
              <a:rPr lang="de-DE" dirty="0" err="1"/>
              <a:t>main</a:t>
            </a:r>
            <a:r>
              <a:rPr lang="de-DE" dirty="0"/>
              <a:t> </a:t>
            </a:r>
            <a:r>
              <a:rPr lang="de-DE" dirty="0" err="1"/>
              <a:t>topic</a:t>
            </a:r>
            <a:endParaRPr lang="de-DE" dirty="0"/>
          </a:p>
          <a:p>
            <a:pPr lvl="1"/>
            <a:r>
              <a:rPr lang="de-DE" dirty="0" err="1"/>
              <a:t>Subtopic</a:t>
            </a:r>
            <a:r>
              <a:rPr lang="de-DE" dirty="0"/>
              <a:t> (</a:t>
            </a:r>
            <a:r>
              <a:rPr lang="de-DE" dirty="0" err="1"/>
              <a:t>list</a:t>
            </a:r>
            <a:r>
              <a:rPr lang="de-DE" dirty="0"/>
              <a:t> </a:t>
            </a:r>
            <a:r>
              <a:rPr lang="de-DE" dirty="0" err="1"/>
              <a:t>level</a:t>
            </a:r>
            <a:r>
              <a:rPr lang="de-DE" dirty="0"/>
              <a:t> 2)</a:t>
            </a:r>
          </a:p>
          <a:p>
            <a:pPr lvl="1"/>
            <a:r>
              <a:rPr lang="de-DE" dirty="0" err="1"/>
              <a:t>Subtopic</a:t>
            </a:r>
            <a:endParaRPr lang="de-DE" dirty="0"/>
          </a:p>
          <a:p>
            <a:pPr lvl="1"/>
            <a:r>
              <a:rPr lang="de-DE" dirty="0" err="1"/>
              <a:t>Subtopic</a:t>
            </a:r>
            <a:endParaRPr lang="de-DE" dirty="0"/>
          </a:p>
          <a:p>
            <a:r>
              <a:rPr lang="de-DE" dirty="0"/>
              <a:t>Third </a:t>
            </a:r>
            <a:r>
              <a:rPr lang="de-DE" dirty="0" err="1"/>
              <a:t>main</a:t>
            </a:r>
            <a:r>
              <a:rPr lang="de-DE" dirty="0"/>
              <a:t> </a:t>
            </a:r>
            <a:r>
              <a:rPr lang="de-DE" dirty="0" err="1"/>
              <a:t>topic</a:t>
            </a:r>
            <a:endParaRPr lang="de-DE" dirty="0"/>
          </a:p>
          <a:p>
            <a:r>
              <a:rPr lang="de-DE" dirty="0"/>
              <a:t>etc.</a:t>
            </a:r>
          </a:p>
          <a:p>
            <a:r>
              <a:rPr lang="de-DE" dirty="0"/>
              <a:t>etc.</a:t>
            </a:r>
          </a:p>
          <a:p>
            <a:r>
              <a:rPr lang="de-DE" dirty="0"/>
              <a:t>etc.</a:t>
            </a:r>
          </a:p>
          <a:p>
            <a:r>
              <a:rPr lang="de-DE" dirty="0"/>
              <a:t>etc.</a:t>
            </a:r>
          </a:p>
        </p:txBody>
      </p:sp>
      <p:sp>
        <p:nvSpPr>
          <p:cNvPr id="5" name="Foliennummernplatzhalter 4">
            <a:extLst>
              <a:ext uri="{FF2B5EF4-FFF2-40B4-BE49-F238E27FC236}">
                <a16:creationId xmlns:a16="http://schemas.microsoft.com/office/drawing/2014/main" id="{47D037C3-31C3-D644-185C-9BBE9B9F35C9}"/>
              </a:ext>
            </a:extLst>
          </p:cNvPr>
          <p:cNvSpPr>
            <a:spLocks noGrp="1"/>
          </p:cNvSpPr>
          <p:nvPr>
            <p:ph type="sldNum" sz="quarter" idx="12"/>
          </p:nvPr>
        </p:nvSpPr>
        <p:spPr>
          <a:xfrm>
            <a:off x="11100625" y="6432680"/>
            <a:ext cx="504000" cy="195263"/>
          </a:xfrm>
        </p:spPr>
        <p:txBody>
          <a:bodyPr/>
          <a:lstStyle/>
          <a:p>
            <a:fld id="{67CD7502-7F22-405E-8273-ECAD6156DDA0}" type="slidenum">
              <a:rPr lang="de-DE" smtClean="0"/>
              <a:pPr/>
              <a:t>12</a:t>
            </a:fld>
            <a:endParaRPr lang="de-DE"/>
          </a:p>
        </p:txBody>
      </p:sp>
      <p:sp>
        <p:nvSpPr>
          <p:cNvPr id="6" name="Fußzeilenplatzhalter 5">
            <a:extLst>
              <a:ext uri="{FF2B5EF4-FFF2-40B4-BE49-F238E27FC236}">
                <a16:creationId xmlns:a16="http://schemas.microsoft.com/office/drawing/2014/main" id="{53046FD1-26B0-8556-1DAC-34DF210F604C}"/>
              </a:ext>
            </a:extLst>
          </p:cNvPr>
          <p:cNvSpPr>
            <a:spLocks noGrp="1"/>
          </p:cNvSpPr>
          <p:nvPr>
            <p:ph type="ftr" sz="quarter" idx="11"/>
          </p:nvPr>
        </p:nvSpPr>
        <p:spPr/>
        <p:txBody>
          <a:bodyPr/>
          <a:lstStyle/>
          <a:p>
            <a:r>
              <a:rPr lang="de-DE"/>
              <a:t>Restricted</a:t>
            </a:r>
            <a:endParaRPr lang="de-DE" dirty="0"/>
          </a:p>
        </p:txBody>
      </p:sp>
    </p:spTree>
    <p:extLst>
      <p:ext uri="{BB962C8B-B14F-4D97-AF65-F5344CB8AC3E}">
        <p14:creationId xmlns:p14="http://schemas.microsoft.com/office/powerpoint/2010/main" val="19593823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el 7">
            <a:extLst>
              <a:ext uri="{FF2B5EF4-FFF2-40B4-BE49-F238E27FC236}">
                <a16:creationId xmlns:a16="http://schemas.microsoft.com/office/drawing/2014/main" id="{7E57EAE1-BC09-60D8-AAFE-D9FCE3EC6CDB}"/>
              </a:ext>
            </a:extLst>
          </p:cNvPr>
          <p:cNvSpPr>
            <a:spLocks noGrp="1"/>
          </p:cNvSpPr>
          <p:nvPr>
            <p:ph type="title"/>
          </p:nvPr>
        </p:nvSpPr>
        <p:spPr/>
        <p:txBody>
          <a:bodyPr/>
          <a:lstStyle/>
          <a:p>
            <a:endParaRPr lang="de-DE"/>
          </a:p>
        </p:txBody>
      </p:sp>
      <p:sp>
        <p:nvSpPr>
          <p:cNvPr id="9" name="Inhaltsplatzhalter 8">
            <a:extLst>
              <a:ext uri="{FF2B5EF4-FFF2-40B4-BE49-F238E27FC236}">
                <a16:creationId xmlns:a16="http://schemas.microsoft.com/office/drawing/2014/main" id="{78F4F0E1-E273-FBA3-1F94-6F13748C3995}"/>
              </a:ext>
            </a:extLst>
          </p:cNvPr>
          <p:cNvSpPr>
            <a:spLocks noGrp="1"/>
          </p:cNvSpPr>
          <p:nvPr>
            <p:ph idx="1"/>
          </p:nvPr>
        </p:nvSpPr>
        <p:spPr/>
        <p:txBody>
          <a:bodyPr/>
          <a:lstStyle/>
          <a:p>
            <a:endParaRPr lang="de-DE"/>
          </a:p>
        </p:txBody>
      </p:sp>
      <p:sp>
        <p:nvSpPr>
          <p:cNvPr id="5" name="Foliennummernplatzhalter 4">
            <a:extLst>
              <a:ext uri="{FF2B5EF4-FFF2-40B4-BE49-F238E27FC236}">
                <a16:creationId xmlns:a16="http://schemas.microsoft.com/office/drawing/2014/main" id="{25A19FB8-8372-85D1-CA58-383502D74001}"/>
              </a:ext>
            </a:extLst>
          </p:cNvPr>
          <p:cNvSpPr>
            <a:spLocks noGrp="1"/>
          </p:cNvSpPr>
          <p:nvPr>
            <p:ph type="sldNum" sz="quarter" idx="12"/>
          </p:nvPr>
        </p:nvSpPr>
        <p:spPr>
          <a:xfrm>
            <a:off x="11100625" y="6432680"/>
            <a:ext cx="504000" cy="195263"/>
          </a:xfrm>
        </p:spPr>
        <p:txBody>
          <a:bodyPr/>
          <a:lstStyle/>
          <a:p>
            <a:fld id="{67CD7502-7F22-405E-8273-ECAD6156DDA0}" type="slidenum">
              <a:rPr lang="de-DE" smtClean="0"/>
              <a:pPr/>
              <a:t>13</a:t>
            </a:fld>
            <a:endParaRPr lang="de-DE"/>
          </a:p>
        </p:txBody>
      </p:sp>
      <p:sp>
        <p:nvSpPr>
          <p:cNvPr id="10" name="Textplatzhalter 9">
            <a:extLst>
              <a:ext uri="{FF2B5EF4-FFF2-40B4-BE49-F238E27FC236}">
                <a16:creationId xmlns:a16="http://schemas.microsoft.com/office/drawing/2014/main" id="{B6049E7D-6475-C2C8-CDA3-B96F4D20A92B}"/>
              </a:ext>
            </a:extLst>
          </p:cNvPr>
          <p:cNvSpPr>
            <a:spLocks noGrp="1"/>
          </p:cNvSpPr>
          <p:nvPr>
            <p:ph type="body" sz="quarter" idx="13"/>
          </p:nvPr>
        </p:nvSpPr>
        <p:spPr/>
        <p:txBody>
          <a:bodyPr/>
          <a:lstStyle/>
          <a:p>
            <a:endParaRPr lang="de-DE"/>
          </a:p>
        </p:txBody>
      </p:sp>
      <p:sp>
        <p:nvSpPr>
          <p:cNvPr id="2" name="Fußzeilenplatzhalter 1">
            <a:extLst>
              <a:ext uri="{FF2B5EF4-FFF2-40B4-BE49-F238E27FC236}">
                <a16:creationId xmlns:a16="http://schemas.microsoft.com/office/drawing/2014/main" id="{EDE87571-E3FA-BE15-9235-31EC0428A9BB}"/>
              </a:ext>
            </a:extLst>
          </p:cNvPr>
          <p:cNvSpPr>
            <a:spLocks noGrp="1"/>
          </p:cNvSpPr>
          <p:nvPr>
            <p:ph type="ftr" sz="quarter" idx="11"/>
          </p:nvPr>
        </p:nvSpPr>
        <p:spPr/>
        <p:txBody>
          <a:bodyPr/>
          <a:lstStyle/>
          <a:p>
            <a:r>
              <a:rPr lang="de-DE"/>
              <a:t>Restricted</a:t>
            </a:r>
            <a:endParaRPr lang="de-DE" dirty="0"/>
          </a:p>
        </p:txBody>
      </p:sp>
    </p:spTree>
    <p:extLst>
      <p:ext uri="{BB962C8B-B14F-4D97-AF65-F5344CB8AC3E}">
        <p14:creationId xmlns:p14="http://schemas.microsoft.com/office/powerpoint/2010/main" val="24922827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el 8">
            <a:extLst>
              <a:ext uri="{FF2B5EF4-FFF2-40B4-BE49-F238E27FC236}">
                <a16:creationId xmlns:a16="http://schemas.microsoft.com/office/drawing/2014/main" id="{E32EA1B8-F02F-9816-DF50-EA78B2C4C1F1}"/>
              </a:ext>
            </a:extLst>
          </p:cNvPr>
          <p:cNvSpPr>
            <a:spLocks noGrp="1"/>
          </p:cNvSpPr>
          <p:nvPr>
            <p:ph type="title"/>
          </p:nvPr>
        </p:nvSpPr>
        <p:spPr/>
        <p:txBody>
          <a:bodyPr/>
          <a:lstStyle/>
          <a:p>
            <a:endParaRPr lang="de-DE"/>
          </a:p>
        </p:txBody>
      </p:sp>
      <p:sp>
        <p:nvSpPr>
          <p:cNvPr id="10" name="Inhaltsplatzhalter 9">
            <a:extLst>
              <a:ext uri="{FF2B5EF4-FFF2-40B4-BE49-F238E27FC236}">
                <a16:creationId xmlns:a16="http://schemas.microsoft.com/office/drawing/2014/main" id="{A3C664CF-2D89-6A05-70F2-0313FA5EA9B7}"/>
              </a:ext>
            </a:extLst>
          </p:cNvPr>
          <p:cNvSpPr>
            <a:spLocks noGrp="1"/>
          </p:cNvSpPr>
          <p:nvPr>
            <p:ph sz="half" idx="1"/>
          </p:nvPr>
        </p:nvSpPr>
        <p:spPr/>
        <p:txBody>
          <a:bodyPr/>
          <a:lstStyle/>
          <a:p>
            <a:endParaRPr lang="de-DE"/>
          </a:p>
        </p:txBody>
      </p:sp>
      <p:sp>
        <p:nvSpPr>
          <p:cNvPr id="11" name="Inhaltsplatzhalter 10">
            <a:extLst>
              <a:ext uri="{FF2B5EF4-FFF2-40B4-BE49-F238E27FC236}">
                <a16:creationId xmlns:a16="http://schemas.microsoft.com/office/drawing/2014/main" id="{6895B1ED-10A3-C3B2-B66D-0D4FCDD78C6F}"/>
              </a:ext>
            </a:extLst>
          </p:cNvPr>
          <p:cNvSpPr>
            <a:spLocks noGrp="1"/>
          </p:cNvSpPr>
          <p:nvPr>
            <p:ph sz="half" idx="2"/>
          </p:nvPr>
        </p:nvSpPr>
        <p:spPr/>
        <p:txBody>
          <a:bodyPr/>
          <a:lstStyle/>
          <a:p>
            <a:endParaRPr lang="de-DE"/>
          </a:p>
        </p:txBody>
      </p:sp>
      <p:sp>
        <p:nvSpPr>
          <p:cNvPr id="6" name="Foliennummernplatzhalter 5">
            <a:extLst>
              <a:ext uri="{FF2B5EF4-FFF2-40B4-BE49-F238E27FC236}">
                <a16:creationId xmlns:a16="http://schemas.microsoft.com/office/drawing/2014/main" id="{F2A88A58-68A6-84DF-027C-4A3B72C5E14C}"/>
              </a:ext>
            </a:extLst>
          </p:cNvPr>
          <p:cNvSpPr>
            <a:spLocks noGrp="1"/>
          </p:cNvSpPr>
          <p:nvPr>
            <p:ph type="sldNum" sz="quarter" idx="12"/>
          </p:nvPr>
        </p:nvSpPr>
        <p:spPr>
          <a:xfrm>
            <a:off x="11100625" y="6432680"/>
            <a:ext cx="504000" cy="195263"/>
          </a:xfrm>
        </p:spPr>
        <p:txBody>
          <a:bodyPr/>
          <a:lstStyle/>
          <a:p>
            <a:fld id="{67CD7502-7F22-405E-8273-ECAD6156DDA0}" type="slidenum">
              <a:rPr lang="de-DE" smtClean="0"/>
              <a:pPr/>
              <a:t>14</a:t>
            </a:fld>
            <a:endParaRPr lang="de-DE"/>
          </a:p>
        </p:txBody>
      </p:sp>
      <p:sp>
        <p:nvSpPr>
          <p:cNvPr id="12" name="Textplatzhalter 11">
            <a:extLst>
              <a:ext uri="{FF2B5EF4-FFF2-40B4-BE49-F238E27FC236}">
                <a16:creationId xmlns:a16="http://schemas.microsoft.com/office/drawing/2014/main" id="{89F0968E-C184-DE38-C0F9-BC41D30E1DA1}"/>
              </a:ext>
            </a:extLst>
          </p:cNvPr>
          <p:cNvSpPr>
            <a:spLocks noGrp="1"/>
          </p:cNvSpPr>
          <p:nvPr>
            <p:ph type="body" sz="quarter" idx="13"/>
          </p:nvPr>
        </p:nvSpPr>
        <p:spPr/>
        <p:txBody>
          <a:bodyPr/>
          <a:lstStyle/>
          <a:p>
            <a:endParaRPr lang="de-DE"/>
          </a:p>
        </p:txBody>
      </p:sp>
      <p:sp>
        <p:nvSpPr>
          <p:cNvPr id="2" name="Fußzeilenplatzhalter 1">
            <a:extLst>
              <a:ext uri="{FF2B5EF4-FFF2-40B4-BE49-F238E27FC236}">
                <a16:creationId xmlns:a16="http://schemas.microsoft.com/office/drawing/2014/main" id="{7938F869-3492-399A-22F6-72C61AF04230}"/>
              </a:ext>
            </a:extLst>
          </p:cNvPr>
          <p:cNvSpPr>
            <a:spLocks noGrp="1"/>
          </p:cNvSpPr>
          <p:nvPr>
            <p:ph type="ftr" sz="quarter" idx="11"/>
          </p:nvPr>
        </p:nvSpPr>
        <p:spPr/>
        <p:txBody>
          <a:bodyPr/>
          <a:lstStyle/>
          <a:p>
            <a:r>
              <a:rPr lang="de-DE"/>
              <a:t>Restricted</a:t>
            </a:r>
          </a:p>
        </p:txBody>
      </p:sp>
    </p:spTree>
    <p:extLst>
      <p:ext uri="{BB962C8B-B14F-4D97-AF65-F5344CB8AC3E}">
        <p14:creationId xmlns:p14="http://schemas.microsoft.com/office/powerpoint/2010/main" val="35846554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el 9">
            <a:extLst>
              <a:ext uri="{FF2B5EF4-FFF2-40B4-BE49-F238E27FC236}">
                <a16:creationId xmlns:a16="http://schemas.microsoft.com/office/drawing/2014/main" id="{7852957B-BFA4-9939-81DC-C6E18F2AA998}"/>
              </a:ext>
            </a:extLst>
          </p:cNvPr>
          <p:cNvSpPr>
            <a:spLocks noGrp="1"/>
          </p:cNvSpPr>
          <p:nvPr>
            <p:ph type="title"/>
          </p:nvPr>
        </p:nvSpPr>
        <p:spPr/>
        <p:txBody>
          <a:bodyPr/>
          <a:lstStyle/>
          <a:p>
            <a:endParaRPr lang="de-DE"/>
          </a:p>
        </p:txBody>
      </p:sp>
      <p:sp>
        <p:nvSpPr>
          <p:cNvPr id="11" name="Inhaltsplatzhalter 10">
            <a:extLst>
              <a:ext uri="{FF2B5EF4-FFF2-40B4-BE49-F238E27FC236}">
                <a16:creationId xmlns:a16="http://schemas.microsoft.com/office/drawing/2014/main" id="{43B524D9-4E85-7658-52D7-6ACCA9190F14}"/>
              </a:ext>
            </a:extLst>
          </p:cNvPr>
          <p:cNvSpPr>
            <a:spLocks noGrp="1"/>
          </p:cNvSpPr>
          <p:nvPr>
            <p:ph sz="half" idx="1"/>
          </p:nvPr>
        </p:nvSpPr>
        <p:spPr/>
        <p:txBody>
          <a:bodyPr/>
          <a:lstStyle/>
          <a:p>
            <a:endParaRPr lang="de-DE"/>
          </a:p>
        </p:txBody>
      </p:sp>
      <p:sp>
        <p:nvSpPr>
          <p:cNvPr id="12" name="Inhaltsplatzhalter 11">
            <a:extLst>
              <a:ext uri="{FF2B5EF4-FFF2-40B4-BE49-F238E27FC236}">
                <a16:creationId xmlns:a16="http://schemas.microsoft.com/office/drawing/2014/main" id="{A6F36CB0-B673-C174-02C1-7C4DB1F3F8BE}"/>
              </a:ext>
            </a:extLst>
          </p:cNvPr>
          <p:cNvSpPr>
            <a:spLocks noGrp="1"/>
          </p:cNvSpPr>
          <p:nvPr>
            <p:ph sz="half" idx="2"/>
          </p:nvPr>
        </p:nvSpPr>
        <p:spPr/>
        <p:txBody>
          <a:bodyPr/>
          <a:lstStyle/>
          <a:p>
            <a:endParaRPr lang="de-DE"/>
          </a:p>
        </p:txBody>
      </p:sp>
      <p:sp>
        <p:nvSpPr>
          <p:cNvPr id="6" name="Foliennummernplatzhalter 5">
            <a:extLst>
              <a:ext uri="{FF2B5EF4-FFF2-40B4-BE49-F238E27FC236}">
                <a16:creationId xmlns:a16="http://schemas.microsoft.com/office/drawing/2014/main" id="{A236D30D-18CA-B206-9F08-2986D160626B}"/>
              </a:ext>
            </a:extLst>
          </p:cNvPr>
          <p:cNvSpPr>
            <a:spLocks noGrp="1"/>
          </p:cNvSpPr>
          <p:nvPr>
            <p:ph type="sldNum" sz="quarter" idx="12"/>
          </p:nvPr>
        </p:nvSpPr>
        <p:spPr>
          <a:xfrm>
            <a:off x="11100625" y="6432680"/>
            <a:ext cx="504000" cy="195263"/>
          </a:xfrm>
        </p:spPr>
        <p:txBody>
          <a:bodyPr/>
          <a:lstStyle/>
          <a:p>
            <a:fld id="{67CD7502-7F22-405E-8273-ECAD6156DDA0}" type="slidenum">
              <a:rPr lang="de-DE" smtClean="0"/>
              <a:pPr/>
              <a:t>15</a:t>
            </a:fld>
            <a:endParaRPr lang="de-DE"/>
          </a:p>
        </p:txBody>
      </p:sp>
      <p:sp>
        <p:nvSpPr>
          <p:cNvPr id="13" name="Inhaltsplatzhalter 12">
            <a:extLst>
              <a:ext uri="{FF2B5EF4-FFF2-40B4-BE49-F238E27FC236}">
                <a16:creationId xmlns:a16="http://schemas.microsoft.com/office/drawing/2014/main" id="{41CD0154-C35D-4274-ACD7-59B6B5BBCD0D}"/>
              </a:ext>
            </a:extLst>
          </p:cNvPr>
          <p:cNvSpPr>
            <a:spLocks noGrp="1"/>
          </p:cNvSpPr>
          <p:nvPr>
            <p:ph sz="half" idx="13"/>
          </p:nvPr>
        </p:nvSpPr>
        <p:spPr/>
        <p:txBody>
          <a:bodyPr/>
          <a:lstStyle/>
          <a:p>
            <a:endParaRPr lang="de-DE"/>
          </a:p>
        </p:txBody>
      </p:sp>
      <p:sp>
        <p:nvSpPr>
          <p:cNvPr id="14" name="Textplatzhalter 13">
            <a:extLst>
              <a:ext uri="{FF2B5EF4-FFF2-40B4-BE49-F238E27FC236}">
                <a16:creationId xmlns:a16="http://schemas.microsoft.com/office/drawing/2014/main" id="{B7080CA1-299A-2CC5-6656-8FC3A512D819}"/>
              </a:ext>
            </a:extLst>
          </p:cNvPr>
          <p:cNvSpPr>
            <a:spLocks noGrp="1"/>
          </p:cNvSpPr>
          <p:nvPr>
            <p:ph type="body" sz="quarter" idx="14"/>
          </p:nvPr>
        </p:nvSpPr>
        <p:spPr/>
        <p:txBody>
          <a:bodyPr/>
          <a:lstStyle/>
          <a:p>
            <a:endParaRPr lang="de-DE"/>
          </a:p>
        </p:txBody>
      </p:sp>
      <p:sp>
        <p:nvSpPr>
          <p:cNvPr id="2" name="Fußzeilenplatzhalter 1">
            <a:extLst>
              <a:ext uri="{FF2B5EF4-FFF2-40B4-BE49-F238E27FC236}">
                <a16:creationId xmlns:a16="http://schemas.microsoft.com/office/drawing/2014/main" id="{3DC6D4CE-0E55-1C69-6D76-4B98E51672D0}"/>
              </a:ext>
            </a:extLst>
          </p:cNvPr>
          <p:cNvSpPr>
            <a:spLocks noGrp="1"/>
          </p:cNvSpPr>
          <p:nvPr>
            <p:ph type="ftr" sz="quarter" idx="11"/>
          </p:nvPr>
        </p:nvSpPr>
        <p:spPr/>
        <p:txBody>
          <a:bodyPr/>
          <a:lstStyle/>
          <a:p>
            <a:r>
              <a:rPr lang="de-DE"/>
              <a:t>Restricted</a:t>
            </a:r>
          </a:p>
        </p:txBody>
      </p:sp>
    </p:spTree>
    <p:extLst>
      <p:ext uri="{BB962C8B-B14F-4D97-AF65-F5344CB8AC3E}">
        <p14:creationId xmlns:p14="http://schemas.microsoft.com/office/powerpoint/2010/main" val="28108763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a:extLst>
              <a:ext uri="{FF2B5EF4-FFF2-40B4-BE49-F238E27FC236}">
                <a16:creationId xmlns:a16="http://schemas.microsoft.com/office/drawing/2014/main" id="{0FDEAF34-DE14-CA8E-22CB-8A9453DD6164}"/>
              </a:ext>
            </a:extLst>
          </p:cNvPr>
          <p:cNvSpPr>
            <a:spLocks noGrp="1"/>
          </p:cNvSpPr>
          <p:nvPr>
            <p:ph type="title"/>
          </p:nvPr>
        </p:nvSpPr>
        <p:spPr/>
        <p:txBody>
          <a:bodyPr/>
          <a:lstStyle/>
          <a:p>
            <a:endParaRPr lang="de-DE"/>
          </a:p>
        </p:txBody>
      </p:sp>
      <p:sp>
        <p:nvSpPr>
          <p:cNvPr id="12" name="Inhaltsplatzhalter 11">
            <a:extLst>
              <a:ext uri="{FF2B5EF4-FFF2-40B4-BE49-F238E27FC236}">
                <a16:creationId xmlns:a16="http://schemas.microsoft.com/office/drawing/2014/main" id="{21728EE0-D11D-A5BA-A416-7F15840D45E1}"/>
              </a:ext>
            </a:extLst>
          </p:cNvPr>
          <p:cNvSpPr>
            <a:spLocks noGrp="1"/>
          </p:cNvSpPr>
          <p:nvPr>
            <p:ph sz="half" idx="1"/>
          </p:nvPr>
        </p:nvSpPr>
        <p:spPr/>
        <p:txBody>
          <a:bodyPr/>
          <a:lstStyle/>
          <a:p>
            <a:endParaRPr lang="de-DE"/>
          </a:p>
        </p:txBody>
      </p:sp>
      <p:sp>
        <p:nvSpPr>
          <p:cNvPr id="13" name="Inhaltsplatzhalter 12">
            <a:extLst>
              <a:ext uri="{FF2B5EF4-FFF2-40B4-BE49-F238E27FC236}">
                <a16:creationId xmlns:a16="http://schemas.microsoft.com/office/drawing/2014/main" id="{5BAC0929-2160-E1E7-FE8C-25045BDEA5D8}"/>
              </a:ext>
            </a:extLst>
          </p:cNvPr>
          <p:cNvSpPr>
            <a:spLocks noGrp="1"/>
          </p:cNvSpPr>
          <p:nvPr>
            <p:ph sz="half" idx="2"/>
          </p:nvPr>
        </p:nvSpPr>
        <p:spPr/>
        <p:txBody>
          <a:bodyPr/>
          <a:lstStyle/>
          <a:p>
            <a:endParaRPr lang="de-DE"/>
          </a:p>
        </p:txBody>
      </p:sp>
      <p:sp>
        <p:nvSpPr>
          <p:cNvPr id="6" name="Foliennummernplatzhalter 5">
            <a:extLst>
              <a:ext uri="{FF2B5EF4-FFF2-40B4-BE49-F238E27FC236}">
                <a16:creationId xmlns:a16="http://schemas.microsoft.com/office/drawing/2014/main" id="{8CFC0479-AEA4-8642-F27D-78A71C196BA2}"/>
              </a:ext>
            </a:extLst>
          </p:cNvPr>
          <p:cNvSpPr>
            <a:spLocks noGrp="1"/>
          </p:cNvSpPr>
          <p:nvPr>
            <p:ph type="sldNum" sz="quarter" idx="12"/>
          </p:nvPr>
        </p:nvSpPr>
        <p:spPr>
          <a:xfrm>
            <a:off x="11100625" y="6432680"/>
            <a:ext cx="504000" cy="195263"/>
          </a:xfrm>
        </p:spPr>
        <p:txBody>
          <a:bodyPr/>
          <a:lstStyle/>
          <a:p>
            <a:fld id="{67CD7502-7F22-405E-8273-ECAD6156DDA0}" type="slidenum">
              <a:rPr lang="de-DE" smtClean="0"/>
              <a:pPr/>
              <a:t>16</a:t>
            </a:fld>
            <a:endParaRPr lang="de-DE"/>
          </a:p>
        </p:txBody>
      </p:sp>
      <p:sp>
        <p:nvSpPr>
          <p:cNvPr id="14" name="Inhaltsplatzhalter 13">
            <a:extLst>
              <a:ext uri="{FF2B5EF4-FFF2-40B4-BE49-F238E27FC236}">
                <a16:creationId xmlns:a16="http://schemas.microsoft.com/office/drawing/2014/main" id="{0B7B182A-42C2-F8B0-3B82-4A7A0CA6877D}"/>
              </a:ext>
            </a:extLst>
          </p:cNvPr>
          <p:cNvSpPr>
            <a:spLocks noGrp="1"/>
          </p:cNvSpPr>
          <p:nvPr>
            <p:ph sz="half" idx="13"/>
          </p:nvPr>
        </p:nvSpPr>
        <p:spPr/>
        <p:txBody>
          <a:bodyPr/>
          <a:lstStyle/>
          <a:p>
            <a:endParaRPr lang="de-DE"/>
          </a:p>
        </p:txBody>
      </p:sp>
      <p:sp>
        <p:nvSpPr>
          <p:cNvPr id="15" name="Inhaltsplatzhalter 14">
            <a:extLst>
              <a:ext uri="{FF2B5EF4-FFF2-40B4-BE49-F238E27FC236}">
                <a16:creationId xmlns:a16="http://schemas.microsoft.com/office/drawing/2014/main" id="{788602D4-F471-9E29-2463-CAE9E85C078A}"/>
              </a:ext>
            </a:extLst>
          </p:cNvPr>
          <p:cNvSpPr>
            <a:spLocks noGrp="1"/>
          </p:cNvSpPr>
          <p:nvPr>
            <p:ph sz="half" idx="14"/>
          </p:nvPr>
        </p:nvSpPr>
        <p:spPr/>
        <p:txBody>
          <a:bodyPr/>
          <a:lstStyle/>
          <a:p>
            <a:endParaRPr lang="de-DE"/>
          </a:p>
        </p:txBody>
      </p:sp>
      <p:sp>
        <p:nvSpPr>
          <p:cNvPr id="16" name="Textplatzhalter 15">
            <a:extLst>
              <a:ext uri="{FF2B5EF4-FFF2-40B4-BE49-F238E27FC236}">
                <a16:creationId xmlns:a16="http://schemas.microsoft.com/office/drawing/2014/main" id="{828B7A12-E765-E250-B92A-1E7C561ABE84}"/>
              </a:ext>
            </a:extLst>
          </p:cNvPr>
          <p:cNvSpPr>
            <a:spLocks noGrp="1"/>
          </p:cNvSpPr>
          <p:nvPr>
            <p:ph type="body" sz="quarter" idx="15"/>
          </p:nvPr>
        </p:nvSpPr>
        <p:spPr/>
        <p:txBody>
          <a:bodyPr/>
          <a:lstStyle/>
          <a:p>
            <a:endParaRPr lang="de-DE"/>
          </a:p>
        </p:txBody>
      </p:sp>
      <p:sp>
        <p:nvSpPr>
          <p:cNvPr id="2" name="Fußzeilenplatzhalter 1">
            <a:extLst>
              <a:ext uri="{FF2B5EF4-FFF2-40B4-BE49-F238E27FC236}">
                <a16:creationId xmlns:a16="http://schemas.microsoft.com/office/drawing/2014/main" id="{0C321AA1-70DF-E754-0E87-71F181D70200}"/>
              </a:ext>
            </a:extLst>
          </p:cNvPr>
          <p:cNvSpPr>
            <a:spLocks noGrp="1"/>
          </p:cNvSpPr>
          <p:nvPr>
            <p:ph type="ftr" sz="quarter" idx="11"/>
          </p:nvPr>
        </p:nvSpPr>
        <p:spPr/>
        <p:txBody>
          <a:bodyPr/>
          <a:lstStyle/>
          <a:p>
            <a:r>
              <a:rPr lang="de-DE"/>
              <a:t>Restricted</a:t>
            </a:r>
          </a:p>
        </p:txBody>
      </p:sp>
    </p:spTree>
    <p:extLst>
      <p:ext uri="{BB962C8B-B14F-4D97-AF65-F5344CB8AC3E}">
        <p14:creationId xmlns:p14="http://schemas.microsoft.com/office/powerpoint/2010/main" val="28613905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Bildplatzhalter 11">
            <a:extLst>
              <a:ext uri="{FF2B5EF4-FFF2-40B4-BE49-F238E27FC236}">
                <a16:creationId xmlns:a16="http://schemas.microsoft.com/office/drawing/2014/main" id="{1FFF645D-B312-2A39-3A00-8C53534229F1}"/>
              </a:ext>
            </a:extLst>
          </p:cNvPr>
          <p:cNvSpPr>
            <a:spLocks noGrp="1"/>
          </p:cNvSpPr>
          <p:nvPr>
            <p:ph type="pic" sz="quarter" idx="13"/>
          </p:nvPr>
        </p:nvSpPr>
        <p:spPr/>
        <p:txBody>
          <a:bodyPr/>
          <a:lstStyle/>
          <a:p>
            <a:endParaRPr lang="de-DE"/>
          </a:p>
        </p:txBody>
      </p:sp>
      <p:sp>
        <p:nvSpPr>
          <p:cNvPr id="10" name="Titel 9">
            <a:extLst>
              <a:ext uri="{FF2B5EF4-FFF2-40B4-BE49-F238E27FC236}">
                <a16:creationId xmlns:a16="http://schemas.microsoft.com/office/drawing/2014/main" id="{6621891F-62AE-C83F-BE7E-A7CE40F98311}"/>
              </a:ext>
            </a:extLst>
          </p:cNvPr>
          <p:cNvSpPr>
            <a:spLocks noGrp="1"/>
          </p:cNvSpPr>
          <p:nvPr>
            <p:ph type="title"/>
          </p:nvPr>
        </p:nvSpPr>
        <p:spPr/>
        <p:txBody>
          <a:bodyPr/>
          <a:lstStyle/>
          <a:p>
            <a:endParaRPr lang="de-DE"/>
          </a:p>
        </p:txBody>
      </p:sp>
      <p:sp>
        <p:nvSpPr>
          <p:cNvPr id="11" name="Inhaltsplatzhalter 10">
            <a:extLst>
              <a:ext uri="{FF2B5EF4-FFF2-40B4-BE49-F238E27FC236}">
                <a16:creationId xmlns:a16="http://schemas.microsoft.com/office/drawing/2014/main" id="{858C0C07-5868-B4ED-A92B-E353DC9FBF87}"/>
              </a:ext>
            </a:extLst>
          </p:cNvPr>
          <p:cNvSpPr>
            <a:spLocks noGrp="1"/>
          </p:cNvSpPr>
          <p:nvPr>
            <p:ph idx="1"/>
          </p:nvPr>
        </p:nvSpPr>
        <p:spPr/>
        <p:txBody>
          <a:bodyPr/>
          <a:lstStyle/>
          <a:p>
            <a:endParaRPr lang="de-DE"/>
          </a:p>
        </p:txBody>
      </p:sp>
      <p:sp>
        <p:nvSpPr>
          <p:cNvPr id="6" name="Foliennummernplatzhalter 5">
            <a:extLst>
              <a:ext uri="{FF2B5EF4-FFF2-40B4-BE49-F238E27FC236}">
                <a16:creationId xmlns:a16="http://schemas.microsoft.com/office/drawing/2014/main" id="{6D61876C-ACA6-96EF-B93F-7BEEA048C412}"/>
              </a:ext>
            </a:extLst>
          </p:cNvPr>
          <p:cNvSpPr>
            <a:spLocks noGrp="1"/>
          </p:cNvSpPr>
          <p:nvPr>
            <p:ph type="sldNum" sz="quarter" idx="12"/>
          </p:nvPr>
        </p:nvSpPr>
        <p:spPr>
          <a:xfrm>
            <a:off x="11100625" y="6432680"/>
            <a:ext cx="504000" cy="195263"/>
          </a:xfrm>
        </p:spPr>
        <p:txBody>
          <a:bodyPr/>
          <a:lstStyle/>
          <a:p>
            <a:fld id="{67CD7502-7F22-405E-8273-ECAD6156DDA0}" type="slidenum">
              <a:rPr lang="de-DE" smtClean="0"/>
              <a:pPr/>
              <a:t>17</a:t>
            </a:fld>
            <a:endParaRPr lang="de-DE"/>
          </a:p>
        </p:txBody>
      </p:sp>
      <p:sp>
        <p:nvSpPr>
          <p:cNvPr id="13" name="Onlinebild-Platzhalter 12">
            <a:extLst>
              <a:ext uri="{FF2B5EF4-FFF2-40B4-BE49-F238E27FC236}">
                <a16:creationId xmlns:a16="http://schemas.microsoft.com/office/drawing/2014/main" id="{A415B1C0-9E5D-4B8F-CB8C-57D10F72D49F}"/>
              </a:ext>
            </a:extLst>
          </p:cNvPr>
          <p:cNvSpPr>
            <a:spLocks noGrp="1"/>
          </p:cNvSpPr>
          <p:nvPr>
            <p:ph type="clipArt" sz="quarter" idx="14"/>
          </p:nvPr>
        </p:nvSpPr>
        <p:spPr/>
        <p:txBody>
          <a:bodyPr/>
          <a:lstStyle/>
          <a:p>
            <a:endParaRPr lang="de-DE"/>
          </a:p>
        </p:txBody>
      </p:sp>
      <p:sp>
        <p:nvSpPr>
          <p:cNvPr id="14" name="Textplatzhalter 13">
            <a:extLst>
              <a:ext uri="{FF2B5EF4-FFF2-40B4-BE49-F238E27FC236}">
                <a16:creationId xmlns:a16="http://schemas.microsoft.com/office/drawing/2014/main" id="{FA884C17-0410-D0EA-D779-EDC2AFFE731E}"/>
              </a:ext>
            </a:extLst>
          </p:cNvPr>
          <p:cNvSpPr>
            <a:spLocks noGrp="1"/>
          </p:cNvSpPr>
          <p:nvPr>
            <p:ph type="body" sz="quarter" idx="15"/>
          </p:nvPr>
        </p:nvSpPr>
        <p:spPr/>
        <p:txBody>
          <a:bodyPr/>
          <a:lstStyle/>
          <a:p>
            <a:endParaRPr lang="de-DE"/>
          </a:p>
        </p:txBody>
      </p:sp>
      <p:sp>
        <p:nvSpPr>
          <p:cNvPr id="2" name="Fußzeilenplatzhalter 1">
            <a:extLst>
              <a:ext uri="{FF2B5EF4-FFF2-40B4-BE49-F238E27FC236}">
                <a16:creationId xmlns:a16="http://schemas.microsoft.com/office/drawing/2014/main" id="{866BF40A-2DB5-BBE5-1A93-F4ED7DC634B6}"/>
              </a:ext>
            </a:extLst>
          </p:cNvPr>
          <p:cNvSpPr>
            <a:spLocks noGrp="1"/>
          </p:cNvSpPr>
          <p:nvPr>
            <p:ph type="ftr" sz="quarter" idx="11"/>
          </p:nvPr>
        </p:nvSpPr>
        <p:spPr/>
        <p:txBody>
          <a:bodyPr/>
          <a:lstStyle/>
          <a:p>
            <a:r>
              <a:rPr lang="de-DE"/>
              <a:t>Restricted</a:t>
            </a:r>
            <a:endParaRPr lang="de-DE" dirty="0"/>
          </a:p>
        </p:txBody>
      </p:sp>
    </p:spTree>
    <p:extLst>
      <p:ext uri="{BB962C8B-B14F-4D97-AF65-F5344CB8AC3E}">
        <p14:creationId xmlns:p14="http://schemas.microsoft.com/office/powerpoint/2010/main" val="11054944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Bildplatzhalter 13">
            <a:extLst>
              <a:ext uri="{FF2B5EF4-FFF2-40B4-BE49-F238E27FC236}">
                <a16:creationId xmlns:a16="http://schemas.microsoft.com/office/drawing/2014/main" id="{514512F9-C8EA-933E-F92D-C81F937CDCD9}"/>
              </a:ext>
            </a:extLst>
          </p:cNvPr>
          <p:cNvSpPr>
            <a:spLocks noGrp="1"/>
          </p:cNvSpPr>
          <p:nvPr>
            <p:ph type="pic" sz="quarter" idx="16"/>
          </p:nvPr>
        </p:nvSpPr>
        <p:spPr/>
        <p:txBody>
          <a:bodyPr/>
          <a:lstStyle/>
          <a:p>
            <a:endParaRPr lang="de-DE"/>
          </a:p>
        </p:txBody>
      </p:sp>
      <p:sp>
        <p:nvSpPr>
          <p:cNvPr id="10" name="Titel 9">
            <a:extLst>
              <a:ext uri="{FF2B5EF4-FFF2-40B4-BE49-F238E27FC236}">
                <a16:creationId xmlns:a16="http://schemas.microsoft.com/office/drawing/2014/main" id="{138A152F-3F40-D451-8B31-48FC38BA9CBC}"/>
              </a:ext>
            </a:extLst>
          </p:cNvPr>
          <p:cNvSpPr>
            <a:spLocks noGrp="1"/>
          </p:cNvSpPr>
          <p:nvPr>
            <p:ph type="title"/>
          </p:nvPr>
        </p:nvSpPr>
        <p:spPr/>
        <p:txBody>
          <a:bodyPr/>
          <a:lstStyle/>
          <a:p>
            <a:endParaRPr lang="de-DE" dirty="0"/>
          </a:p>
        </p:txBody>
      </p:sp>
      <p:sp>
        <p:nvSpPr>
          <p:cNvPr id="5" name="Foliennummernplatzhalter 4">
            <a:extLst>
              <a:ext uri="{FF2B5EF4-FFF2-40B4-BE49-F238E27FC236}">
                <a16:creationId xmlns:a16="http://schemas.microsoft.com/office/drawing/2014/main" id="{5B2219FF-5CAD-12E5-E193-CED5B7932647}"/>
              </a:ext>
            </a:extLst>
          </p:cNvPr>
          <p:cNvSpPr>
            <a:spLocks noGrp="1"/>
          </p:cNvSpPr>
          <p:nvPr>
            <p:ph type="sldNum" sz="quarter" idx="12"/>
          </p:nvPr>
        </p:nvSpPr>
        <p:spPr>
          <a:xfrm>
            <a:off x="11100625" y="6432680"/>
            <a:ext cx="504000" cy="195263"/>
          </a:xfrm>
        </p:spPr>
        <p:txBody>
          <a:bodyPr/>
          <a:lstStyle/>
          <a:p>
            <a:fld id="{67CD7502-7F22-405E-8273-ECAD6156DDA0}" type="slidenum">
              <a:rPr lang="de-DE" smtClean="0"/>
              <a:pPr/>
              <a:t>18</a:t>
            </a:fld>
            <a:endParaRPr lang="de-DE"/>
          </a:p>
        </p:txBody>
      </p:sp>
      <p:sp>
        <p:nvSpPr>
          <p:cNvPr id="12" name="Onlinebild-Platzhalter 11">
            <a:extLst>
              <a:ext uri="{FF2B5EF4-FFF2-40B4-BE49-F238E27FC236}">
                <a16:creationId xmlns:a16="http://schemas.microsoft.com/office/drawing/2014/main" id="{C12B83CF-DA7A-AF61-B937-5E78C175C975}"/>
              </a:ext>
            </a:extLst>
          </p:cNvPr>
          <p:cNvSpPr>
            <a:spLocks noGrp="1"/>
          </p:cNvSpPr>
          <p:nvPr>
            <p:ph type="clipArt" sz="quarter" idx="14"/>
          </p:nvPr>
        </p:nvSpPr>
        <p:spPr/>
        <p:txBody>
          <a:bodyPr/>
          <a:lstStyle/>
          <a:p>
            <a:endParaRPr lang="de-DE"/>
          </a:p>
        </p:txBody>
      </p:sp>
      <p:sp>
        <p:nvSpPr>
          <p:cNvPr id="13" name="Onlinebild-Platzhalter 12">
            <a:extLst>
              <a:ext uri="{FF2B5EF4-FFF2-40B4-BE49-F238E27FC236}">
                <a16:creationId xmlns:a16="http://schemas.microsoft.com/office/drawing/2014/main" id="{83FCB6FA-3551-677B-277F-8BBB4F050740}"/>
              </a:ext>
            </a:extLst>
          </p:cNvPr>
          <p:cNvSpPr>
            <a:spLocks noGrp="1"/>
          </p:cNvSpPr>
          <p:nvPr>
            <p:ph type="clipArt" sz="quarter" idx="15"/>
          </p:nvPr>
        </p:nvSpPr>
        <p:spPr/>
        <p:txBody>
          <a:bodyPr/>
          <a:lstStyle/>
          <a:p>
            <a:endParaRPr lang="de-DE"/>
          </a:p>
        </p:txBody>
      </p:sp>
      <p:sp>
        <p:nvSpPr>
          <p:cNvPr id="11" name="Textplatzhalter 10">
            <a:extLst>
              <a:ext uri="{FF2B5EF4-FFF2-40B4-BE49-F238E27FC236}">
                <a16:creationId xmlns:a16="http://schemas.microsoft.com/office/drawing/2014/main" id="{AB912A22-B6DD-A490-4193-96777F531646}"/>
              </a:ext>
            </a:extLst>
          </p:cNvPr>
          <p:cNvSpPr>
            <a:spLocks noGrp="1"/>
          </p:cNvSpPr>
          <p:nvPr>
            <p:ph type="body" sz="quarter" idx="13"/>
          </p:nvPr>
        </p:nvSpPr>
        <p:spPr/>
        <p:txBody>
          <a:bodyPr/>
          <a:lstStyle/>
          <a:p>
            <a:endParaRPr lang="de-DE" dirty="0"/>
          </a:p>
        </p:txBody>
      </p:sp>
      <p:sp>
        <p:nvSpPr>
          <p:cNvPr id="2" name="Fußzeilenplatzhalter 1">
            <a:extLst>
              <a:ext uri="{FF2B5EF4-FFF2-40B4-BE49-F238E27FC236}">
                <a16:creationId xmlns:a16="http://schemas.microsoft.com/office/drawing/2014/main" id="{11A44CF4-4798-2362-829F-CCE0C0FD6AE1}"/>
              </a:ext>
            </a:extLst>
          </p:cNvPr>
          <p:cNvSpPr>
            <a:spLocks noGrp="1"/>
          </p:cNvSpPr>
          <p:nvPr>
            <p:ph type="ftr" sz="quarter" idx="11"/>
          </p:nvPr>
        </p:nvSpPr>
        <p:spPr/>
        <p:txBody>
          <a:bodyPr/>
          <a:lstStyle/>
          <a:p>
            <a:r>
              <a:rPr lang="de-DE"/>
              <a:t>Restricted</a:t>
            </a:r>
            <a:endParaRPr lang="de-DE" dirty="0"/>
          </a:p>
        </p:txBody>
      </p:sp>
    </p:spTree>
    <p:extLst>
      <p:ext uri="{BB962C8B-B14F-4D97-AF65-F5344CB8AC3E}">
        <p14:creationId xmlns:p14="http://schemas.microsoft.com/office/powerpoint/2010/main" val="5105058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7" name="Titel 6">
            <a:extLst>
              <a:ext uri="{FF2B5EF4-FFF2-40B4-BE49-F238E27FC236}">
                <a16:creationId xmlns:a16="http://schemas.microsoft.com/office/drawing/2014/main" id="{C338248C-81C7-9F2E-1DA8-F2839AB0D1DB}"/>
              </a:ext>
            </a:extLst>
          </p:cNvPr>
          <p:cNvSpPr>
            <a:spLocks noGrp="1"/>
          </p:cNvSpPr>
          <p:nvPr>
            <p:ph type="title"/>
          </p:nvPr>
        </p:nvSpPr>
        <p:spPr/>
        <p:txBody>
          <a:bodyPr/>
          <a:lstStyle/>
          <a:p>
            <a:endParaRPr lang="de-DE"/>
          </a:p>
        </p:txBody>
      </p:sp>
      <p:sp>
        <p:nvSpPr>
          <p:cNvPr id="8" name="Inhaltsplatzhalter 7">
            <a:extLst>
              <a:ext uri="{FF2B5EF4-FFF2-40B4-BE49-F238E27FC236}">
                <a16:creationId xmlns:a16="http://schemas.microsoft.com/office/drawing/2014/main" id="{4FA61FD5-A568-98F6-2970-505701CA797F}"/>
              </a:ext>
            </a:extLst>
          </p:cNvPr>
          <p:cNvSpPr>
            <a:spLocks noGrp="1"/>
          </p:cNvSpPr>
          <p:nvPr>
            <p:ph idx="1"/>
          </p:nvPr>
        </p:nvSpPr>
        <p:spPr/>
        <p:txBody>
          <a:bodyPr/>
          <a:lstStyle/>
          <a:p>
            <a:endParaRPr lang="de-DE"/>
          </a:p>
        </p:txBody>
      </p:sp>
      <p:sp>
        <p:nvSpPr>
          <p:cNvPr id="5" name="Foliennummernplatzhalter 4">
            <a:extLst>
              <a:ext uri="{FF2B5EF4-FFF2-40B4-BE49-F238E27FC236}">
                <a16:creationId xmlns:a16="http://schemas.microsoft.com/office/drawing/2014/main" id="{9B3CFB3D-0F95-0943-6BD1-8ED82E78825B}"/>
              </a:ext>
            </a:extLst>
          </p:cNvPr>
          <p:cNvSpPr>
            <a:spLocks noGrp="1"/>
          </p:cNvSpPr>
          <p:nvPr>
            <p:ph type="sldNum" sz="quarter" idx="12"/>
          </p:nvPr>
        </p:nvSpPr>
        <p:spPr>
          <a:xfrm>
            <a:off x="11100625" y="6432680"/>
            <a:ext cx="504000" cy="195263"/>
          </a:xfrm>
        </p:spPr>
        <p:txBody>
          <a:bodyPr/>
          <a:lstStyle/>
          <a:p>
            <a:fld id="{67CD7502-7F22-405E-8273-ECAD6156DDA0}" type="slidenum">
              <a:rPr lang="de-DE" smtClean="0"/>
              <a:pPr/>
              <a:t>19</a:t>
            </a:fld>
            <a:endParaRPr lang="de-DE"/>
          </a:p>
        </p:txBody>
      </p:sp>
      <p:sp>
        <p:nvSpPr>
          <p:cNvPr id="10" name="Textplatzhalter 9">
            <a:extLst>
              <a:ext uri="{FF2B5EF4-FFF2-40B4-BE49-F238E27FC236}">
                <a16:creationId xmlns:a16="http://schemas.microsoft.com/office/drawing/2014/main" id="{41F17B43-6D0A-DBD3-6FEC-EEBCCE5F44BE}"/>
              </a:ext>
            </a:extLst>
          </p:cNvPr>
          <p:cNvSpPr>
            <a:spLocks noGrp="1"/>
          </p:cNvSpPr>
          <p:nvPr>
            <p:ph type="body" sz="quarter" idx="13"/>
          </p:nvPr>
        </p:nvSpPr>
        <p:spPr/>
        <p:txBody>
          <a:bodyPr/>
          <a:lstStyle/>
          <a:p>
            <a:endParaRPr lang="de-DE"/>
          </a:p>
        </p:txBody>
      </p:sp>
      <p:sp>
        <p:nvSpPr>
          <p:cNvPr id="2" name="Fußzeilenplatzhalter 1">
            <a:extLst>
              <a:ext uri="{FF2B5EF4-FFF2-40B4-BE49-F238E27FC236}">
                <a16:creationId xmlns:a16="http://schemas.microsoft.com/office/drawing/2014/main" id="{403F021A-1B06-A12F-8BE4-1C6113B81894}"/>
              </a:ext>
            </a:extLst>
          </p:cNvPr>
          <p:cNvSpPr>
            <a:spLocks noGrp="1"/>
          </p:cNvSpPr>
          <p:nvPr>
            <p:ph type="ftr" sz="quarter" idx="11"/>
          </p:nvPr>
        </p:nvSpPr>
        <p:spPr/>
        <p:txBody>
          <a:bodyPr/>
          <a:lstStyle/>
          <a:p>
            <a:r>
              <a:rPr lang="de-DE"/>
              <a:t>Restricted</a:t>
            </a:r>
            <a:endParaRPr lang="de-DE" dirty="0"/>
          </a:p>
        </p:txBody>
      </p:sp>
    </p:spTree>
    <p:extLst>
      <p:ext uri="{BB962C8B-B14F-4D97-AF65-F5344CB8AC3E}">
        <p14:creationId xmlns:p14="http://schemas.microsoft.com/office/powerpoint/2010/main" val="12789420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Inhaltsplatzhalter 10">
            <a:extLst>
              <a:ext uri="{FF2B5EF4-FFF2-40B4-BE49-F238E27FC236}">
                <a16:creationId xmlns:a16="http://schemas.microsoft.com/office/drawing/2014/main" id="{4B193099-51C5-5069-7D29-C8C533F26E3F}"/>
              </a:ext>
            </a:extLst>
          </p:cNvPr>
          <p:cNvSpPr>
            <a:spLocks noGrp="1"/>
          </p:cNvSpPr>
          <p:nvPr>
            <p:ph sz="quarter" idx="13"/>
          </p:nvPr>
        </p:nvSpPr>
        <p:spPr/>
        <p:txBody>
          <a:bodyPr/>
          <a:lstStyle/>
          <a:p>
            <a:endParaRPr lang="de-DE"/>
          </a:p>
        </p:txBody>
      </p:sp>
      <p:sp>
        <p:nvSpPr>
          <p:cNvPr id="9" name="Titel 8">
            <a:extLst>
              <a:ext uri="{FF2B5EF4-FFF2-40B4-BE49-F238E27FC236}">
                <a16:creationId xmlns:a16="http://schemas.microsoft.com/office/drawing/2014/main" id="{C7085A4A-6457-6418-B30E-C69AB6D7D126}"/>
              </a:ext>
            </a:extLst>
          </p:cNvPr>
          <p:cNvSpPr>
            <a:spLocks noGrp="1"/>
          </p:cNvSpPr>
          <p:nvPr>
            <p:ph type="title"/>
          </p:nvPr>
        </p:nvSpPr>
        <p:spPr/>
        <p:txBody>
          <a:bodyPr/>
          <a:lstStyle/>
          <a:p>
            <a:endParaRPr lang="de-DE"/>
          </a:p>
        </p:txBody>
      </p:sp>
      <p:sp>
        <p:nvSpPr>
          <p:cNvPr id="10" name="Inhaltsplatzhalter 9">
            <a:extLst>
              <a:ext uri="{FF2B5EF4-FFF2-40B4-BE49-F238E27FC236}">
                <a16:creationId xmlns:a16="http://schemas.microsoft.com/office/drawing/2014/main" id="{892A3FC3-0CE3-FBCE-18F5-2BD2CE97046C}"/>
              </a:ext>
            </a:extLst>
          </p:cNvPr>
          <p:cNvSpPr>
            <a:spLocks noGrp="1"/>
          </p:cNvSpPr>
          <p:nvPr>
            <p:ph idx="1"/>
          </p:nvPr>
        </p:nvSpPr>
        <p:spPr/>
        <p:txBody>
          <a:bodyPr/>
          <a:lstStyle/>
          <a:p>
            <a:endParaRPr lang="de-DE"/>
          </a:p>
        </p:txBody>
      </p:sp>
      <p:sp>
        <p:nvSpPr>
          <p:cNvPr id="6" name="Foliennummernplatzhalter 5">
            <a:extLst>
              <a:ext uri="{FF2B5EF4-FFF2-40B4-BE49-F238E27FC236}">
                <a16:creationId xmlns:a16="http://schemas.microsoft.com/office/drawing/2014/main" id="{B6BDD9A0-B632-E9A7-F577-3478F0A3C32D}"/>
              </a:ext>
            </a:extLst>
          </p:cNvPr>
          <p:cNvSpPr>
            <a:spLocks noGrp="1"/>
          </p:cNvSpPr>
          <p:nvPr>
            <p:ph type="sldNum" sz="quarter" idx="16"/>
          </p:nvPr>
        </p:nvSpPr>
        <p:spPr>
          <a:xfrm>
            <a:off x="11100625" y="6432680"/>
            <a:ext cx="504000" cy="195263"/>
          </a:xfrm>
        </p:spPr>
        <p:txBody>
          <a:bodyPr/>
          <a:lstStyle/>
          <a:p>
            <a:fld id="{67CD7502-7F22-405E-8273-ECAD6156DDA0}" type="slidenum">
              <a:rPr lang="de-DE" smtClean="0"/>
              <a:pPr/>
              <a:t>20</a:t>
            </a:fld>
            <a:endParaRPr lang="de-DE" dirty="0"/>
          </a:p>
        </p:txBody>
      </p:sp>
      <p:sp>
        <p:nvSpPr>
          <p:cNvPr id="12" name="Textplatzhalter 11">
            <a:extLst>
              <a:ext uri="{FF2B5EF4-FFF2-40B4-BE49-F238E27FC236}">
                <a16:creationId xmlns:a16="http://schemas.microsoft.com/office/drawing/2014/main" id="{CCD00F99-061E-2CA3-5A00-7B386B95DA65}"/>
              </a:ext>
            </a:extLst>
          </p:cNvPr>
          <p:cNvSpPr>
            <a:spLocks noGrp="1"/>
          </p:cNvSpPr>
          <p:nvPr>
            <p:ph type="body" sz="quarter" idx="17"/>
          </p:nvPr>
        </p:nvSpPr>
        <p:spPr/>
        <p:txBody>
          <a:bodyPr/>
          <a:lstStyle/>
          <a:p>
            <a:endParaRPr lang="de-DE"/>
          </a:p>
        </p:txBody>
      </p:sp>
      <p:sp>
        <p:nvSpPr>
          <p:cNvPr id="2" name="Fußzeilenplatzhalter 1">
            <a:extLst>
              <a:ext uri="{FF2B5EF4-FFF2-40B4-BE49-F238E27FC236}">
                <a16:creationId xmlns:a16="http://schemas.microsoft.com/office/drawing/2014/main" id="{32CB3518-4CF3-2BEE-5478-462D19E2F8DB}"/>
              </a:ext>
            </a:extLst>
          </p:cNvPr>
          <p:cNvSpPr>
            <a:spLocks noGrp="1"/>
          </p:cNvSpPr>
          <p:nvPr>
            <p:ph type="ftr" sz="quarter" idx="15"/>
          </p:nvPr>
        </p:nvSpPr>
        <p:spPr/>
        <p:txBody>
          <a:bodyPr/>
          <a:lstStyle/>
          <a:p>
            <a:r>
              <a:rPr lang="de-DE"/>
              <a:t>Restricted</a:t>
            </a:r>
            <a:endParaRPr lang="de-DE" dirty="0"/>
          </a:p>
        </p:txBody>
      </p:sp>
    </p:spTree>
    <p:extLst>
      <p:ext uri="{BB962C8B-B14F-4D97-AF65-F5344CB8AC3E}">
        <p14:creationId xmlns:p14="http://schemas.microsoft.com/office/powerpoint/2010/main" val="33099862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Inhaltsplatzhalter 10">
            <a:extLst>
              <a:ext uri="{FF2B5EF4-FFF2-40B4-BE49-F238E27FC236}">
                <a16:creationId xmlns:a16="http://schemas.microsoft.com/office/drawing/2014/main" id="{EE0CBBBB-2447-3F65-F47F-6359E24DAC57}"/>
              </a:ext>
            </a:extLst>
          </p:cNvPr>
          <p:cNvSpPr>
            <a:spLocks noGrp="1"/>
          </p:cNvSpPr>
          <p:nvPr>
            <p:ph sz="quarter" idx="13"/>
          </p:nvPr>
        </p:nvSpPr>
        <p:spPr/>
        <p:txBody>
          <a:bodyPr/>
          <a:lstStyle/>
          <a:p>
            <a:endParaRPr lang="de-DE"/>
          </a:p>
        </p:txBody>
      </p:sp>
      <p:sp>
        <p:nvSpPr>
          <p:cNvPr id="9" name="Titel 8">
            <a:extLst>
              <a:ext uri="{FF2B5EF4-FFF2-40B4-BE49-F238E27FC236}">
                <a16:creationId xmlns:a16="http://schemas.microsoft.com/office/drawing/2014/main" id="{511684C7-F137-ADD0-4585-4CB0DFC39EF8}"/>
              </a:ext>
            </a:extLst>
          </p:cNvPr>
          <p:cNvSpPr>
            <a:spLocks noGrp="1"/>
          </p:cNvSpPr>
          <p:nvPr>
            <p:ph type="title"/>
          </p:nvPr>
        </p:nvSpPr>
        <p:spPr/>
        <p:txBody>
          <a:bodyPr/>
          <a:lstStyle/>
          <a:p>
            <a:endParaRPr lang="de-DE"/>
          </a:p>
        </p:txBody>
      </p:sp>
      <p:sp>
        <p:nvSpPr>
          <p:cNvPr id="10" name="Inhaltsplatzhalter 9">
            <a:extLst>
              <a:ext uri="{FF2B5EF4-FFF2-40B4-BE49-F238E27FC236}">
                <a16:creationId xmlns:a16="http://schemas.microsoft.com/office/drawing/2014/main" id="{61DFCD31-B276-EDDA-BFE7-EC513C0A443F}"/>
              </a:ext>
            </a:extLst>
          </p:cNvPr>
          <p:cNvSpPr>
            <a:spLocks noGrp="1"/>
          </p:cNvSpPr>
          <p:nvPr>
            <p:ph idx="1"/>
          </p:nvPr>
        </p:nvSpPr>
        <p:spPr/>
        <p:txBody>
          <a:bodyPr/>
          <a:lstStyle/>
          <a:p>
            <a:endParaRPr lang="de-DE"/>
          </a:p>
        </p:txBody>
      </p:sp>
      <p:sp>
        <p:nvSpPr>
          <p:cNvPr id="6" name="Foliennummernplatzhalter 5">
            <a:extLst>
              <a:ext uri="{FF2B5EF4-FFF2-40B4-BE49-F238E27FC236}">
                <a16:creationId xmlns:a16="http://schemas.microsoft.com/office/drawing/2014/main" id="{EC34F83E-AEC2-6A30-02BC-049236C085A8}"/>
              </a:ext>
            </a:extLst>
          </p:cNvPr>
          <p:cNvSpPr>
            <a:spLocks noGrp="1"/>
          </p:cNvSpPr>
          <p:nvPr>
            <p:ph type="sldNum" sz="quarter" idx="16"/>
          </p:nvPr>
        </p:nvSpPr>
        <p:spPr>
          <a:xfrm>
            <a:off x="11100625" y="6432680"/>
            <a:ext cx="504000" cy="195263"/>
          </a:xfrm>
        </p:spPr>
        <p:txBody>
          <a:bodyPr/>
          <a:lstStyle/>
          <a:p>
            <a:fld id="{67CD7502-7F22-405E-8273-ECAD6156DDA0}" type="slidenum">
              <a:rPr lang="de-DE" smtClean="0"/>
              <a:pPr/>
              <a:t>21</a:t>
            </a:fld>
            <a:endParaRPr lang="de-DE" dirty="0"/>
          </a:p>
        </p:txBody>
      </p:sp>
      <p:sp>
        <p:nvSpPr>
          <p:cNvPr id="12" name="Textplatzhalter 11">
            <a:extLst>
              <a:ext uri="{FF2B5EF4-FFF2-40B4-BE49-F238E27FC236}">
                <a16:creationId xmlns:a16="http://schemas.microsoft.com/office/drawing/2014/main" id="{05034FC2-BA75-9EC6-9A94-76618B74AB82}"/>
              </a:ext>
            </a:extLst>
          </p:cNvPr>
          <p:cNvSpPr>
            <a:spLocks noGrp="1"/>
          </p:cNvSpPr>
          <p:nvPr>
            <p:ph type="body" sz="quarter" idx="17"/>
          </p:nvPr>
        </p:nvSpPr>
        <p:spPr/>
        <p:txBody>
          <a:bodyPr/>
          <a:lstStyle/>
          <a:p>
            <a:endParaRPr lang="de-DE"/>
          </a:p>
        </p:txBody>
      </p:sp>
      <p:sp>
        <p:nvSpPr>
          <p:cNvPr id="2" name="Fußzeilenplatzhalter 1">
            <a:extLst>
              <a:ext uri="{FF2B5EF4-FFF2-40B4-BE49-F238E27FC236}">
                <a16:creationId xmlns:a16="http://schemas.microsoft.com/office/drawing/2014/main" id="{6BFC3DCF-850D-EDA4-123D-F9456ACC8A21}"/>
              </a:ext>
            </a:extLst>
          </p:cNvPr>
          <p:cNvSpPr>
            <a:spLocks noGrp="1"/>
          </p:cNvSpPr>
          <p:nvPr>
            <p:ph type="ftr" sz="quarter" idx="15"/>
          </p:nvPr>
        </p:nvSpPr>
        <p:spPr/>
        <p:txBody>
          <a:bodyPr/>
          <a:lstStyle/>
          <a:p>
            <a:r>
              <a:rPr lang="de-DE"/>
              <a:t>Restricted</a:t>
            </a:r>
            <a:endParaRPr lang="de-DE" dirty="0"/>
          </a:p>
        </p:txBody>
      </p:sp>
    </p:spTree>
    <p:extLst>
      <p:ext uri="{BB962C8B-B14F-4D97-AF65-F5344CB8AC3E}">
        <p14:creationId xmlns:p14="http://schemas.microsoft.com/office/powerpoint/2010/main" val="425724303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Inhaltsplatzhalter 10">
            <a:extLst>
              <a:ext uri="{FF2B5EF4-FFF2-40B4-BE49-F238E27FC236}">
                <a16:creationId xmlns:a16="http://schemas.microsoft.com/office/drawing/2014/main" id="{2D7005C9-7CA8-5E11-963C-911C94833E50}"/>
              </a:ext>
            </a:extLst>
          </p:cNvPr>
          <p:cNvSpPr>
            <a:spLocks noGrp="1"/>
          </p:cNvSpPr>
          <p:nvPr>
            <p:ph sz="quarter" idx="13"/>
          </p:nvPr>
        </p:nvSpPr>
        <p:spPr/>
        <p:txBody>
          <a:bodyPr/>
          <a:lstStyle/>
          <a:p>
            <a:endParaRPr lang="de-DE"/>
          </a:p>
        </p:txBody>
      </p:sp>
      <p:sp>
        <p:nvSpPr>
          <p:cNvPr id="9" name="Titel 8">
            <a:extLst>
              <a:ext uri="{FF2B5EF4-FFF2-40B4-BE49-F238E27FC236}">
                <a16:creationId xmlns:a16="http://schemas.microsoft.com/office/drawing/2014/main" id="{737C7CF4-F8B0-6246-C8FD-FF9F33FBBC6B}"/>
              </a:ext>
            </a:extLst>
          </p:cNvPr>
          <p:cNvSpPr>
            <a:spLocks noGrp="1"/>
          </p:cNvSpPr>
          <p:nvPr>
            <p:ph type="title"/>
          </p:nvPr>
        </p:nvSpPr>
        <p:spPr/>
        <p:txBody>
          <a:bodyPr/>
          <a:lstStyle/>
          <a:p>
            <a:endParaRPr lang="de-DE"/>
          </a:p>
        </p:txBody>
      </p:sp>
      <p:sp>
        <p:nvSpPr>
          <p:cNvPr id="10" name="Inhaltsplatzhalter 9">
            <a:extLst>
              <a:ext uri="{FF2B5EF4-FFF2-40B4-BE49-F238E27FC236}">
                <a16:creationId xmlns:a16="http://schemas.microsoft.com/office/drawing/2014/main" id="{BA4C8B16-ACA4-1612-7A82-753E7C9FA86D}"/>
              </a:ext>
            </a:extLst>
          </p:cNvPr>
          <p:cNvSpPr>
            <a:spLocks noGrp="1"/>
          </p:cNvSpPr>
          <p:nvPr>
            <p:ph idx="1"/>
          </p:nvPr>
        </p:nvSpPr>
        <p:spPr/>
        <p:txBody>
          <a:bodyPr/>
          <a:lstStyle/>
          <a:p>
            <a:endParaRPr lang="de-DE"/>
          </a:p>
        </p:txBody>
      </p:sp>
      <p:sp>
        <p:nvSpPr>
          <p:cNvPr id="6" name="Foliennummernplatzhalter 5">
            <a:extLst>
              <a:ext uri="{FF2B5EF4-FFF2-40B4-BE49-F238E27FC236}">
                <a16:creationId xmlns:a16="http://schemas.microsoft.com/office/drawing/2014/main" id="{B55F1867-1507-FEB9-3337-6FBA61E526EF}"/>
              </a:ext>
            </a:extLst>
          </p:cNvPr>
          <p:cNvSpPr>
            <a:spLocks noGrp="1"/>
          </p:cNvSpPr>
          <p:nvPr>
            <p:ph type="sldNum" sz="quarter" idx="16"/>
          </p:nvPr>
        </p:nvSpPr>
        <p:spPr>
          <a:xfrm>
            <a:off x="11100625" y="6432680"/>
            <a:ext cx="504000" cy="195263"/>
          </a:xfrm>
        </p:spPr>
        <p:txBody>
          <a:bodyPr/>
          <a:lstStyle/>
          <a:p>
            <a:fld id="{67CD7502-7F22-405E-8273-ECAD6156DDA0}" type="slidenum">
              <a:rPr lang="de-DE" smtClean="0"/>
              <a:pPr/>
              <a:t>22</a:t>
            </a:fld>
            <a:endParaRPr lang="de-DE" dirty="0"/>
          </a:p>
        </p:txBody>
      </p:sp>
      <p:sp>
        <p:nvSpPr>
          <p:cNvPr id="12" name="Textplatzhalter 11">
            <a:extLst>
              <a:ext uri="{FF2B5EF4-FFF2-40B4-BE49-F238E27FC236}">
                <a16:creationId xmlns:a16="http://schemas.microsoft.com/office/drawing/2014/main" id="{5336799D-5FE2-0CAF-A685-F65C79485059}"/>
              </a:ext>
            </a:extLst>
          </p:cNvPr>
          <p:cNvSpPr>
            <a:spLocks noGrp="1"/>
          </p:cNvSpPr>
          <p:nvPr>
            <p:ph type="body" sz="quarter" idx="17"/>
          </p:nvPr>
        </p:nvSpPr>
        <p:spPr/>
        <p:txBody>
          <a:bodyPr/>
          <a:lstStyle/>
          <a:p>
            <a:endParaRPr lang="de-DE"/>
          </a:p>
        </p:txBody>
      </p:sp>
      <p:sp>
        <p:nvSpPr>
          <p:cNvPr id="2" name="Fußzeilenplatzhalter 1">
            <a:extLst>
              <a:ext uri="{FF2B5EF4-FFF2-40B4-BE49-F238E27FC236}">
                <a16:creationId xmlns:a16="http://schemas.microsoft.com/office/drawing/2014/main" id="{B023A386-8E37-BF12-1380-1217A33178FD}"/>
              </a:ext>
            </a:extLst>
          </p:cNvPr>
          <p:cNvSpPr>
            <a:spLocks noGrp="1"/>
          </p:cNvSpPr>
          <p:nvPr>
            <p:ph type="ftr" sz="quarter" idx="15"/>
          </p:nvPr>
        </p:nvSpPr>
        <p:spPr/>
        <p:txBody>
          <a:bodyPr/>
          <a:lstStyle/>
          <a:p>
            <a:r>
              <a:rPr lang="de-DE"/>
              <a:t>Restricted</a:t>
            </a:r>
            <a:endParaRPr lang="de-DE" dirty="0"/>
          </a:p>
        </p:txBody>
      </p:sp>
    </p:spTree>
    <p:extLst>
      <p:ext uri="{BB962C8B-B14F-4D97-AF65-F5344CB8AC3E}">
        <p14:creationId xmlns:p14="http://schemas.microsoft.com/office/powerpoint/2010/main" val="27516668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86F7D17-1580-C704-C606-BE169045E9BD}"/>
              </a:ext>
            </a:extLst>
          </p:cNvPr>
          <p:cNvSpPr>
            <a:spLocks noGrp="1"/>
          </p:cNvSpPr>
          <p:nvPr>
            <p:ph type="title"/>
          </p:nvPr>
        </p:nvSpPr>
        <p:spPr>
          <a:xfrm>
            <a:off x="587375" y="549275"/>
            <a:ext cx="10513250" cy="466725"/>
          </a:xfrm>
        </p:spPr>
        <p:txBody>
          <a:bodyPr/>
          <a:lstStyle/>
          <a:p>
            <a:r>
              <a:rPr lang="de-DE" dirty="0"/>
              <a:t>Icons</a:t>
            </a:r>
          </a:p>
        </p:txBody>
      </p:sp>
      <p:sp>
        <p:nvSpPr>
          <p:cNvPr id="4" name="Foliennummernplatzhalter 3">
            <a:extLst>
              <a:ext uri="{FF2B5EF4-FFF2-40B4-BE49-F238E27FC236}">
                <a16:creationId xmlns:a16="http://schemas.microsoft.com/office/drawing/2014/main" id="{7F9522FC-995D-94BF-2457-50ABE4BF4DEC}"/>
              </a:ext>
            </a:extLst>
          </p:cNvPr>
          <p:cNvSpPr>
            <a:spLocks noGrp="1"/>
          </p:cNvSpPr>
          <p:nvPr>
            <p:ph type="sldNum" sz="quarter" idx="12"/>
          </p:nvPr>
        </p:nvSpPr>
        <p:spPr>
          <a:xfrm>
            <a:off x="11100625" y="6432680"/>
            <a:ext cx="504000" cy="195263"/>
          </a:xfrm>
        </p:spPr>
        <p:txBody>
          <a:bodyPr/>
          <a:lstStyle/>
          <a:p>
            <a:fld id="{67CD7502-7F22-405E-8273-ECAD6156DDA0}" type="slidenum">
              <a:rPr lang="de-DE" smtClean="0"/>
              <a:pPr/>
              <a:t>23</a:t>
            </a:fld>
            <a:endParaRPr lang="de-DE"/>
          </a:p>
        </p:txBody>
      </p:sp>
      <p:sp>
        <p:nvSpPr>
          <p:cNvPr id="69" name="Textplatzhalter 68">
            <a:extLst>
              <a:ext uri="{FF2B5EF4-FFF2-40B4-BE49-F238E27FC236}">
                <a16:creationId xmlns:a16="http://schemas.microsoft.com/office/drawing/2014/main" id="{C892DCB0-2FE9-32B1-CB6C-6DCB9296619C}"/>
              </a:ext>
            </a:extLst>
          </p:cNvPr>
          <p:cNvSpPr>
            <a:spLocks noGrp="1"/>
          </p:cNvSpPr>
          <p:nvPr>
            <p:ph type="body" sz="quarter" idx="13"/>
          </p:nvPr>
        </p:nvSpPr>
        <p:spPr/>
        <p:txBody>
          <a:bodyPr/>
          <a:lstStyle/>
          <a:p>
            <a:endParaRPr lang="de-DE"/>
          </a:p>
        </p:txBody>
      </p:sp>
      <p:sp>
        <p:nvSpPr>
          <p:cNvPr id="5" name="TextBox 6">
            <a:extLst>
              <a:ext uri="{FF2B5EF4-FFF2-40B4-BE49-F238E27FC236}">
                <a16:creationId xmlns:a16="http://schemas.microsoft.com/office/drawing/2014/main" id="{AAB0D9E1-481A-E978-A1F5-4F3853E22643}"/>
              </a:ext>
            </a:extLst>
          </p:cNvPr>
          <p:cNvSpPr txBox="1"/>
          <p:nvPr/>
        </p:nvSpPr>
        <p:spPr>
          <a:xfrm>
            <a:off x="582612" y="5940000"/>
            <a:ext cx="9589695" cy="246221"/>
          </a:xfrm>
          <a:prstGeom prst="rect">
            <a:avLst/>
          </a:prstGeom>
          <a:noFill/>
        </p:spPr>
        <p:txBody>
          <a:bodyPr wrap="square" lIns="0" tIns="0" rIns="0" bIns="0" rtlCol="0">
            <a:spAutoFit/>
          </a:bodyPr>
          <a:lstStyle/>
          <a:p>
            <a:r>
              <a:rPr lang="en-US" sz="1600" dirty="0">
                <a:solidFill>
                  <a:srgbClr val="73737D"/>
                </a:solidFill>
                <a:effectLst/>
              </a:rPr>
              <a:t>A collection of icons is available from </a:t>
            </a:r>
            <a:r>
              <a:rPr lang="en-GB" sz="1600" b="1" u="sng" dirty="0">
                <a:solidFill>
                  <a:srgbClr val="0050FF"/>
                </a:solidFill>
                <a:latin typeface="+mj-lt"/>
                <a:hlinkClick r:id="rId2"/>
              </a:rPr>
              <a:t>Brand Factory</a:t>
            </a:r>
            <a:r>
              <a:rPr lang="en-GB" sz="1600" dirty="0">
                <a:solidFill>
                  <a:srgbClr val="73737D"/>
                </a:solidFill>
                <a:latin typeface="+mj-lt"/>
              </a:rPr>
              <a:t>.</a:t>
            </a:r>
            <a:endParaRPr lang="en-GB" sz="1600" dirty="0">
              <a:solidFill>
                <a:srgbClr val="73737D"/>
              </a:solidFill>
              <a:effectLst/>
            </a:endParaRPr>
          </a:p>
        </p:txBody>
      </p:sp>
      <p:sp>
        <p:nvSpPr>
          <p:cNvPr id="66" name="Fußzeilenplatzhalter 65">
            <a:extLst>
              <a:ext uri="{FF2B5EF4-FFF2-40B4-BE49-F238E27FC236}">
                <a16:creationId xmlns:a16="http://schemas.microsoft.com/office/drawing/2014/main" id="{F15CB7CD-B858-1EEA-4277-F59990A5EEC5}"/>
              </a:ext>
            </a:extLst>
          </p:cNvPr>
          <p:cNvSpPr>
            <a:spLocks noGrp="1"/>
          </p:cNvSpPr>
          <p:nvPr>
            <p:ph type="ftr" sz="quarter" idx="11"/>
          </p:nvPr>
        </p:nvSpPr>
        <p:spPr/>
        <p:txBody>
          <a:bodyPr/>
          <a:lstStyle/>
          <a:p>
            <a:r>
              <a:rPr lang="de-DE"/>
              <a:t>Restricted</a:t>
            </a:r>
          </a:p>
        </p:txBody>
      </p:sp>
      <p:pic>
        <p:nvPicPr>
          <p:cNvPr id="3" name="Picture 4" descr="A blue cube with an arrow&#10;&#10;Description automatically generated">
            <a:extLst>
              <a:ext uri="{FF2B5EF4-FFF2-40B4-BE49-F238E27FC236}">
                <a16:creationId xmlns:a16="http://schemas.microsoft.com/office/drawing/2014/main" id="{9C4193B5-D52E-A6D4-02F7-9B3C8A6BE0F7}"/>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540753" y="1482672"/>
            <a:ext cx="496870" cy="496870"/>
          </a:xfrm>
          <a:prstGeom prst="rect">
            <a:avLst/>
          </a:prstGeom>
        </p:spPr>
      </p:pic>
      <p:pic>
        <p:nvPicPr>
          <p:cNvPr id="67" name="Picture 7" descr="A blue circle with a number in it&#10;&#10;Description automatically generated">
            <a:extLst>
              <a:ext uri="{FF2B5EF4-FFF2-40B4-BE49-F238E27FC236}">
                <a16:creationId xmlns:a16="http://schemas.microsoft.com/office/drawing/2014/main" id="{F2D57827-9B64-9023-AC56-388AA9E61445}"/>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2498893" y="1482672"/>
            <a:ext cx="496870" cy="496870"/>
          </a:xfrm>
          <a:prstGeom prst="rect">
            <a:avLst/>
          </a:prstGeom>
        </p:spPr>
      </p:pic>
      <p:pic>
        <p:nvPicPr>
          <p:cNvPr id="68" name="Picture 9" descr="A blue and white logo&#10;&#10;Description automatically generated">
            <a:extLst>
              <a:ext uri="{FF2B5EF4-FFF2-40B4-BE49-F238E27FC236}">
                <a16:creationId xmlns:a16="http://schemas.microsoft.com/office/drawing/2014/main" id="{056FF6DB-7910-8850-211C-632776368C99}"/>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3457033" y="1482672"/>
            <a:ext cx="496870" cy="496870"/>
          </a:xfrm>
          <a:prstGeom prst="rect">
            <a:avLst/>
          </a:prstGeom>
        </p:spPr>
      </p:pic>
      <p:pic>
        <p:nvPicPr>
          <p:cNvPr id="70" name="Picture 13" descr="A blue phone and plus sign&#10;&#10;Description automatically generated">
            <a:extLst>
              <a:ext uri="{FF2B5EF4-FFF2-40B4-BE49-F238E27FC236}">
                <a16:creationId xmlns:a16="http://schemas.microsoft.com/office/drawing/2014/main" id="{68F76C1B-A155-C52C-2C6E-160DB7662515}"/>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4415173" y="1482672"/>
            <a:ext cx="496870" cy="496870"/>
          </a:xfrm>
          <a:prstGeom prst="rect">
            <a:avLst/>
          </a:prstGeom>
        </p:spPr>
      </p:pic>
      <p:pic>
        <p:nvPicPr>
          <p:cNvPr id="71" name="Picture 14" descr="A blue and white symbol with a plus sign&#10;&#10;Description automatically generated">
            <a:extLst>
              <a:ext uri="{FF2B5EF4-FFF2-40B4-BE49-F238E27FC236}">
                <a16:creationId xmlns:a16="http://schemas.microsoft.com/office/drawing/2014/main" id="{7C4FE80F-E7B6-0523-896C-86794C938E20}"/>
              </a:ext>
            </a:extLst>
          </p:cNvPr>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5373313" y="1482672"/>
            <a:ext cx="496870" cy="496870"/>
          </a:xfrm>
          <a:prstGeom prst="rect">
            <a:avLst/>
          </a:prstGeom>
        </p:spPr>
      </p:pic>
      <p:pic>
        <p:nvPicPr>
          <p:cNvPr id="72" name="Picture 16" descr="A blue cross on a black background&#10;&#10;Description automatically generated">
            <a:extLst>
              <a:ext uri="{FF2B5EF4-FFF2-40B4-BE49-F238E27FC236}">
                <a16:creationId xmlns:a16="http://schemas.microsoft.com/office/drawing/2014/main" id="{D1B1FE31-3913-706C-3975-10FC21ACBC53}"/>
              </a:ext>
            </a:extLst>
          </p:cNvPr>
          <p:cNvPicPr>
            <a:picLocks noChangeAspect="1"/>
          </p:cNvPicPr>
          <p:nvPr/>
        </p:nvPicPr>
        <p:blipFill>
          <a:blip r:embed="rId8" cstate="email">
            <a:extLst>
              <a:ext uri="{28A0092B-C50C-407E-A947-70E740481C1C}">
                <a14:useLocalDpi xmlns:a14="http://schemas.microsoft.com/office/drawing/2010/main"/>
              </a:ext>
            </a:extLst>
          </a:blip>
          <a:stretch>
            <a:fillRect/>
          </a:stretch>
        </p:blipFill>
        <p:spPr>
          <a:xfrm>
            <a:off x="1533500" y="2412171"/>
            <a:ext cx="496870" cy="496870"/>
          </a:xfrm>
          <a:prstGeom prst="rect">
            <a:avLst/>
          </a:prstGeom>
        </p:spPr>
      </p:pic>
      <p:pic>
        <p:nvPicPr>
          <p:cNvPr id="73" name="Picture 17" descr="A blue squares on a black background&#10;&#10;Description automatically generated">
            <a:extLst>
              <a:ext uri="{FF2B5EF4-FFF2-40B4-BE49-F238E27FC236}">
                <a16:creationId xmlns:a16="http://schemas.microsoft.com/office/drawing/2014/main" id="{231AB3C3-B4D5-20F1-4AD6-2CFF19C31355}"/>
              </a:ext>
            </a:extLst>
          </p:cNvPr>
          <p:cNvPicPr>
            <a:picLocks noChangeAspect="1"/>
          </p:cNvPicPr>
          <p:nvPr/>
        </p:nvPicPr>
        <p:blipFill>
          <a:blip r:embed="rId9" cstate="email">
            <a:extLst>
              <a:ext uri="{28A0092B-C50C-407E-A947-70E740481C1C}">
                <a14:useLocalDpi xmlns:a14="http://schemas.microsoft.com/office/drawing/2010/main"/>
              </a:ext>
            </a:extLst>
          </a:blip>
          <a:stretch>
            <a:fillRect/>
          </a:stretch>
        </p:blipFill>
        <p:spPr>
          <a:xfrm>
            <a:off x="2491432" y="2412171"/>
            <a:ext cx="496870" cy="496870"/>
          </a:xfrm>
          <a:prstGeom prst="rect">
            <a:avLst/>
          </a:prstGeom>
        </p:spPr>
      </p:pic>
      <p:pic>
        <p:nvPicPr>
          <p:cNvPr id="74" name="Picture 18" descr="A blue arrow pointing to the left&#10;&#10;Description automatically generated">
            <a:extLst>
              <a:ext uri="{FF2B5EF4-FFF2-40B4-BE49-F238E27FC236}">
                <a16:creationId xmlns:a16="http://schemas.microsoft.com/office/drawing/2014/main" id="{E22E5205-7207-6CB8-BF14-8B312280E791}"/>
              </a:ext>
            </a:extLst>
          </p:cNvPr>
          <p:cNvPicPr>
            <a:picLocks noChangeAspect="1"/>
          </p:cNvPicPr>
          <p:nvPr/>
        </p:nvPicPr>
        <p:blipFill>
          <a:blip r:embed="rId10" cstate="email">
            <a:extLst>
              <a:ext uri="{28A0092B-C50C-407E-A947-70E740481C1C}">
                <a14:useLocalDpi xmlns:a14="http://schemas.microsoft.com/office/drawing/2010/main"/>
              </a:ext>
            </a:extLst>
          </a:blip>
          <a:stretch>
            <a:fillRect/>
          </a:stretch>
        </p:blipFill>
        <p:spPr>
          <a:xfrm>
            <a:off x="3449364" y="2412171"/>
            <a:ext cx="496870" cy="496870"/>
          </a:xfrm>
          <a:prstGeom prst="rect">
            <a:avLst/>
          </a:prstGeom>
        </p:spPr>
      </p:pic>
      <p:pic>
        <p:nvPicPr>
          <p:cNvPr id="75" name="Picture 19" descr="A blue and white phone with a clock&#10;&#10;Description automatically generated">
            <a:extLst>
              <a:ext uri="{FF2B5EF4-FFF2-40B4-BE49-F238E27FC236}">
                <a16:creationId xmlns:a16="http://schemas.microsoft.com/office/drawing/2014/main" id="{D9831B58-9024-54A7-1B36-E0B2EA731CA4}"/>
              </a:ext>
            </a:extLst>
          </p:cNvPr>
          <p:cNvPicPr>
            <a:picLocks noChangeAspect="1"/>
          </p:cNvPicPr>
          <p:nvPr/>
        </p:nvPicPr>
        <p:blipFill>
          <a:blip r:embed="rId11" cstate="email">
            <a:extLst>
              <a:ext uri="{28A0092B-C50C-407E-A947-70E740481C1C}">
                <a14:useLocalDpi xmlns:a14="http://schemas.microsoft.com/office/drawing/2010/main"/>
              </a:ext>
            </a:extLst>
          </a:blip>
          <a:stretch>
            <a:fillRect/>
          </a:stretch>
        </p:blipFill>
        <p:spPr>
          <a:xfrm>
            <a:off x="4407296" y="2412171"/>
            <a:ext cx="496870" cy="496870"/>
          </a:xfrm>
          <a:prstGeom prst="rect">
            <a:avLst/>
          </a:prstGeom>
        </p:spPr>
      </p:pic>
      <p:pic>
        <p:nvPicPr>
          <p:cNvPr id="76" name="Picture 20" descr="Blue arrows pointing to the left&#10;&#10;Description automatically generated">
            <a:extLst>
              <a:ext uri="{FF2B5EF4-FFF2-40B4-BE49-F238E27FC236}">
                <a16:creationId xmlns:a16="http://schemas.microsoft.com/office/drawing/2014/main" id="{5EEB2C85-75A3-0B79-20FD-BF05B3E30BF1}"/>
              </a:ext>
            </a:extLst>
          </p:cNvPr>
          <p:cNvPicPr>
            <a:picLocks noChangeAspect="1"/>
          </p:cNvPicPr>
          <p:nvPr/>
        </p:nvPicPr>
        <p:blipFill>
          <a:blip r:embed="rId12" cstate="email">
            <a:extLst>
              <a:ext uri="{28A0092B-C50C-407E-A947-70E740481C1C}">
                <a14:useLocalDpi xmlns:a14="http://schemas.microsoft.com/office/drawing/2010/main"/>
              </a:ext>
            </a:extLst>
          </a:blip>
          <a:stretch>
            <a:fillRect/>
          </a:stretch>
        </p:blipFill>
        <p:spPr>
          <a:xfrm>
            <a:off x="5365228" y="2412171"/>
            <a:ext cx="496870" cy="496870"/>
          </a:xfrm>
          <a:prstGeom prst="rect">
            <a:avLst/>
          </a:prstGeom>
        </p:spPr>
      </p:pic>
      <p:pic>
        <p:nvPicPr>
          <p:cNvPr id="77" name="Picture 25" descr="Blue arrows pointing to the left&#10;&#10;Description automatically generated">
            <a:extLst>
              <a:ext uri="{FF2B5EF4-FFF2-40B4-BE49-F238E27FC236}">
                <a16:creationId xmlns:a16="http://schemas.microsoft.com/office/drawing/2014/main" id="{2B7D39E5-5DB6-008D-8F26-3AC091B22932}"/>
              </a:ext>
            </a:extLst>
          </p:cNvPr>
          <p:cNvPicPr>
            <a:picLocks noChangeAspect="1"/>
          </p:cNvPicPr>
          <p:nvPr/>
        </p:nvPicPr>
        <p:blipFill>
          <a:blip r:embed="rId13" cstate="email">
            <a:extLst>
              <a:ext uri="{28A0092B-C50C-407E-A947-70E740481C1C}">
                <a14:useLocalDpi xmlns:a14="http://schemas.microsoft.com/office/drawing/2010/main"/>
              </a:ext>
            </a:extLst>
          </a:blip>
          <a:stretch>
            <a:fillRect/>
          </a:stretch>
        </p:blipFill>
        <p:spPr>
          <a:xfrm>
            <a:off x="1548019" y="3341670"/>
            <a:ext cx="496870" cy="496870"/>
          </a:xfrm>
          <a:prstGeom prst="rect">
            <a:avLst/>
          </a:prstGeom>
        </p:spPr>
      </p:pic>
      <p:pic>
        <p:nvPicPr>
          <p:cNvPr id="78" name="Picture 28" descr="A blue check mark on a rectangular object&#10;&#10;Description automatically generated">
            <a:extLst>
              <a:ext uri="{FF2B5EF4-FFF2-40B4-BE49-F238E27FC236}">
                <a16:creationId xmlns:a16="http://schemas.microsoft.com/office/drawing/2014/main" id="{FE4123FB-239A-B343-9579-7A853D1A3FF7}"/>
              </a:ext>
            </a:extLst>
          </p:cNvPr>
          <p:cNvPicPr>
            <a:picLocks noChangeAspect="1"/>
          </p:cNvPicPr>
          <p:nvPr/>
        </p:nvPicPr>
        <p:blipFill>
          <a:blip r:embed="rId14" cstate="email">
            <a:extLst>
              <a:ext uri="{28A0092B-C50C-407E-A947-70E740481C1C}">
                <a14:useLocalDpi xmlns:a14="http://schemas.microsoft.com/office/drawing/2010/main"/>
              </a:ext>
            </a:extLst>
          </a:blip>
          <a:stretch>
            <a:fillRect/>
          </a:stretch>
        </p:blipFill>
        <p:spPr>
          <a:xfrm>
            <a:off x="2505480" y="3341670"/>
            <a:ext cx="496870" cy="496870"/>
          </a:xfrm>
          <a:prstGeom prst="rect">
            <a:avLst/>
          </a:prstGeom>
        </p:spPr>
      </p:pic>
      <p:pic>
        <p:nvPicPr>
          <p:cNvPr id="79" name="Picture 29" descr="A blue paper clip on a black background&#10;&#10;Description automatically generated">
            <a:extLst>
              <a:ext uri="{FF2B5EF4-FFF2-40B4-BE49-F238E27FC236}">
                <a16:creationId xmlns:a16="http://schemas.microsoft.com/office/drawing/2014/main" id="{61BCBF36-DAB3-6356-ACE9-C90A1D73B5A0}"/>
              </a:ext>
            </a:extLst>
          </p:cNvPr>
          <p:cNvPicPr>
            <a:picLocks noChangeAspect="1"/>
          </p:cNvPicPr>
          <p:nvPr/>
        </p:nvPicPr>
        <p:blipFill>
          <a:blip r:embed="rId15" cstate="email">
            <a:extLst>
              <a:ext uri="{28A0092B-C50C-407E-A947-70E740481C1C}">
                <a14:useLocalDpi xmlns:a14="http://schemas.microsoft.com/office/drawing/2010/main"/>
              </a:ext>
            </a:extLst>
          </a:blip>
          <a:stretch>
            <a:fillRect/>
          </a:stretch>
        </p:blipFill>
        <p:spPr>
          <a:xfrm>
            <a:off x="3462941" y="3341670"/>
            <a:ext cx="496870" cy="496870"/>
          </a:xfrm>
          <a:prstGeom prst="rect">
            <a:avLst/>
          </a:prstGeom>
        </p:spPr>
      </p:pic>
      <p:pic>
        <p:nvPicPr>
          <p:cNvPr id="80" name="Picture 30" descr="A blue clock with a black background&#10;&#10;Description automatically generated">
            <a:extLst>
              <a:ext uri="{FF2B5EF4-FFF2-40B4-BE49-F238E27FC236}">
                <a16:creationId xmlns:a16="http://schemas.microsoft.com/office/drawing/2014/main" id="{FB386E28-E5C9-5010-26FA-7B6F30BF25FB}"/>
              </a:ext>
            </a:extLst>
          </p:cNvPr>
          <p:cNvPicPr>
            <a:picLocks noChangeAspect="1"/>
          </p:cNvPicPr>
          <p:nvPr/>
        </p:nvPicPr>
        <p:blipFill>
          <a:blip r:embed="rId16" cstate="email">
            <a:extLst>
              <a:ext uri="{28A0092B-C50C-407E-A947-70E740481C1C}">
                <a14:useLocalDpi xmlns:a14="http://schemas.microsoft.com/office/drawing/2010/main"/>
              </a:ext>
            </a:extLst>
          </a:blip>
          <a:stretch>
            <a:fillRect/>
          </a:stretch>
        </p:blipFill>
        <p:spPr>
          <a:xfrm>
            <a:off x="4420402" y="3341670"/>
            <a:ext cx="496870" cy="496870"/>
          </a:xfrm>
          <a:prstGeom prst="rect">
            <a:avLst/>
          </a:prstGeom>
        </p:spPr>
      </p:pic>
      <p:pic>
        <p:nvPicPr>
          <p:cNvPr id="81" name="Picture 32" descr="A blue and white logo&#10;&#10;Description automatically generated">
            <a:extLst>
              <a:ext uri="{FF2B5EF4-FFF2-40B4-BE49-F238E27FC236}">
                <a16:creationId xmlns:a16="http://schemas.microsoft.com/office/drawing/2014/main" id="{464B3C35-8693-D000-24C1-4BD7DC62FA65}"/>
              </a:ext>
            </a:extLst>
          </p:cNvPr>
          <p:cNvPicPr>
            <a:picLocks noChangeAspect="1"/>
          </p:cNvPicPr>
          <p:nvPr/>
        </p:nvPicPr>
        <p:blipFill>
          <a:blip r:embed="rId17" cstate="email">
            <a:extLst>
              <a:ext uri="{28A0092B-C50C-407E-A947-70E740481C1C}">
                <a14:useLocalDpi xmlns:a14="http://schemas.microsoft.com/office/drawing/2010/main"/>
              </a:ext>
            </a:extLst>
          </a:blip>
          <a:stretch>
            <a:fillRect/>
          </a:stretch>
        </p:blipFill>
        <p:spPr>
          <a:xfrm>
            <a:off x="1547986" y="4271169"/>
            <a:ext cx="496870" cy="496870"/>
          </a:xfrm>
          <a:prstGeom prst="rect">
            <a:avLst/>
          </a:prstGeom>
        </p:spPr>
      </p:pic>
      <p:pic>
        <p:nvPicPr>
          <p:cNvPr id="82" name="Picture 33" descr="A blue airplane on a black background&#10;&#10;Description automatically generated">
            <a:extLst>
              <a:ext uri="{FF2B5EF4-FFF2-40B4-BE49-F238E27FC236}">
                <a16:creationId xmlns:a16="http://schemas.microsoft.com/office/drawing/2014/main" id="{1833B3C8-ED63-CBD5-956D-9FDFBFCB50B7}"/>
              </a:ext>
            </a:extLst>
          </p:cNvPr>
          <p:cNvPicPr>
            <a:picLocks noChangeAspect="1"/>
          </p:cNvPicPr>
          <p:nvPr/>
        </p:nvPicPr>
        <p:blipFill>
          <a:blip r:embed="rId18" cstate="email">
            <a:extLst>
              <a:ext uri="{28A0092B-C50C-407E-A947-70E740481C1C}">
                <a14:useLocalDpi xmlns:a14="http://schemas.microsoft.com/office/drawing/2010/main"/>
              </a:ext>
            </a:extLst>
          </a:blip>
          <a:stretch>
            <a:fillRect/>
          </a:stretch>
        </p:blipFill>
        <p:spPr>
          <a:xfrm>
            <a:off x="2506244" y="4271169"/>
            <a:ext cx="496870" cy="496870"/>
          </a:xfrm>
          <a:prstGeom prst="rect">
            <a:avLst/>
          </a:prstGeom>
        </p:spPr>
      </p:pic>
      <p:pic>
        <p:nvPicPr>
          <p:cNvPr id="83" name="Picture 37" descr="A blue trophy with a graph on it&#10;&#10;Description automatically generated">
            <a:extLst>
              <a:ext uri="{FF2B5EF4-FFF2-40B4-BE49-F238E27FC236}">
                <a16:creationId xmlns:a16="http://schemas.microsoft.com/office/drawing/2014/main" id="{FB4E4E39-3C23-D768-FAE9-F1EBEEC90E3A}"/>
              </a:ext>
            </a:extLst>
          </p:cNvPr>
          <p:cNvPicPr>
            <a:picLocks noChangeAspect="1"/>
          </p:cNvPicPr>
          <p:nvPr/>
        </p:nvPicPr>
        <p:blipFill>
          <a:blip r:embed="rId19" cstate="email">
            <a:extLst>
              <a:ext uri="{28A0092B-C50C-407E-A947-70E740481C1C}">
                <a14:useLocalDpi xmlns:a14="http://schemas.microsoft.com/office/drawing/2010/main"/>
              </a:ext>
            </a:extLst>
          </a:blip>
          <a:stretch>
            <a:fillRect/>
          </a:stretch>
        </p:blipFill>
        <p:spPr>
          <a:xfrm>
            <a:off x="3464502" y="4271169"/>
            <a:ext cx="496870" cy="496870"/>
          </a:xfrm>
          <a:prstGeom prst="rect">
            <a:avLst/>
          </a:prstGeom>
        </p:spPr>
      </p:pic>
      <p:pic>
        <p:nvPicPr>
          <p:cNvPr id="84" name="Picture 41" descr="A blue and black hexagon with a plus symbol&#10;&#10;Description automatically generated">
            <a:extLst>
              <a:ext uri="{FF2B5EF4-FFF2-40B4-BE49-F238E27FC236}">
                <a16:creationId xmlns:a16="http://schemas.microsoft.com/office/drawing/2014/main" id="{52CC9FB4-EAB2-1EEB-1716-4A7B943E4E15}"/>
              </a:ext>
            </a:extLst>
          </p:cNvPr>
          <p:cNvPicPr>
            <a:picLocks noChangeAspect="1"/>
          </p:cNvPicPr>
          <p:nvPr/>
        </p:nvPicPr>
        <p:blipFill>
          <a:blip r:embed="rId20" cstate="email">
            <a:extLst>
              <a:ext uri="{28A0092B-C50C-407E-A947-70E740481C1C}">
                <a14:useLocalDpi xmlns:a14="http://schemas.microsoft.com/office/drawing/2010/main"/>
              </a:ext>
            </a:extLst>
          </a:blip>
          <a:stretch>
            <a:fillRect/>
          </a:stretch>
        </p:blipFill>
        <p:spPr>
          <a:xfrm>
            <a:off x="4422760" y="4271169"/>
            <a:ext cx="496870" cy="496870"/>
          </a:xfrm>
          <a:prstGeom prst="rect">
            <a:avLst/>
          </a:prstGeom>
        </p:spPr>
      </p:pic>
      <p:pic>
        <p:nvPicPr>
          <p:cNvPr id="85" name="Picture 44" descr="A blue rocket with a black background&#10;&#10;Description automatically generated">
            <a:extLst>
              <a:ext uri="{FF2B5EF4-FFF2-40B4-BE49-F238E27FC236}">
                <a16:creationId xmlns:a16="http://schemas.microsoft.com/office/drawing/2014/main" id="{E8EA1ADD-26C3-8284-16D4-9F8651D3101B}"/>
              </a:ext>
            </a:extLst>
          </p:cNvPr>
          <p:cNvPicPr>
            <a:picLocks noChangeAspect="1"/>
          </p:cNvPicPr>
          <p:nvPr/>
        </p:nvPicPr>
        <p:blipFill>
          <a:blip r:embed="rId21" cstate="email">
            <a:extLst>
              <a:ext uri="{28A0092B-C50C-407E-A947-70E740481C1C}">
                <a14:useLocalDpi xmlns:a14="http://schemas.microsoft.com/office/drawing/2010/main"/>
              </a:ext>
            </a:extLst>
          </a:blip>
          <a:stretch>
            <a:fillRect/>
          </a:stretch>
        </p:blipFill>
        <p:spPr>
          <a:xfrm>
            <a:off x="5381018" y="4271169"/>
            <a:ext cx="496870" cy="496870"/>
          </a:xfrm>
          <a:prstGeom prst="rect">
            <a:avLst/>
          </a:prstGeom>
        </p:spPr>
      </p:pic>
      <p:pic>
        <p:nvPicPr>
          <p:cNvPr id="86" name="Picture 45" descr="A blue telephone receiver on a black background&#10;&#10;Description automatically generated">
            <a:extLst>
              <a:ext uri="{FF2B5EF4-FFF2-40B4-BE49-F238E27FC236}">
                <a16:creationId xmlns:a16="http://schemas.microsoft.com/office/drawing/2014/main" id="{1488DEED-C490-2130-62F6-82BC848E8CC1}"/>
              </a:ext>
            </a:extLst>
          </p:cNvPr>
          <p:cNvPicPr>
            <a:picLocks noChangeAspect="1"/>
          </p:cNvPicPr>
          <p:nvPr/>
        </p:nvPicPr>
        <p:blipFill>
          <a:blip r:embed="rId22" cstate="email">
            <a:extLst>
              <a:ext uri="{28A0092B-C50C-407E-A947-70E740481C1C}">
                <a14:useLocalDpi xmlns:a14="http://schemas.microsoft.com/office/drawing/2010/main"/>
              </a:ext>
            </a:extLst>
          </a:blip>
          <a:stretch>
            <a:fillRect/>
          </a:stretch>
        </p:blipFill>
        <p:spPr>
          <a:xfrm>
            <a:off x="1550364" y="5200668"/>
            <a:ext cx="496870" cy="496870"/>
          </a:xfrm>
          <a:prstGeom prst="rect">
            <a:avLst/>
          </a:prstGeom>
        </p:spPr>
      </p:pic>
      <p:pic>
        <p:nvPicPr>
          <p:cNvPr id="87" name="Picture 46" descr="A blue camera with a black background&#10;&#10;Description automatically generated">
            <a:extLst>
              <a:ext uri="{FF2B5EF4-FFF2-40B4-BE49-F238E27FC236}">
                <a16:creationId xmlns:a16="http://schemas.microsoft.com/office/drawing/2014/main" id="{1A4475E6-8CE5-F01B-AFEA-22CC7B1C1D30}"/>
              </a:ext>
            </a:extLst>
          </p:cNvPr>
          <p:cNvPicPr>
            <a:picLocks noChangeAspect="1"/>
          </p:cNvPicPr>
          <p:nvPr/>
        </p:nvPicPr>
        <p:blipFill>
          <a:blip r:embed="rId23" cstate="email">
            <a:extLst>
              <a:ext uri="{28A0092B-C50C-407E-A947-70E740481C1C}">
                <a14:useLocalDpi xmlns:a14="http://schemas.microsoft.com/office/drawing/2010/main"/>
              </a:ext>
            </a:extLst>
          </a:blip>
          <a:stretch>
            <a:fillRect/>
          </a:stretch>
        </p:blipFill>
        <p:spPr>
          <a:xfrm>
            <a:off x="2508494" y="5200668"/>
            <a:ext cx="496870" cy="496870"/>
          </a:xfrm>
          <a:prstGeom prst="rect">
            <a:avLst/>
          </a:prstGeom>
        </p:spPr>
      </p:pic>
      <p:pic>
        <p:nvPicPr>
          <p:cNvPr id="88" name="Picture 48" descr="A blue x on a black background&#10;&#10;Description automatically generated">
            <a:extLst>
              <a:ext uri="{FF2B5EF4-FFF2-40B4-BE49-F238E27FC236}">
                <a16:creationId xmlns:a16="http://schemas.microsoft.com/office/drawing/2014/main" id="{9F3879C7-FD2B-2D41-2627-3977580332E5}"/>
              </a:ext>
            </a:extLst>
          </p:cNvPr>
          <p:cNvPicPr>
            <a:picLocks noChangeAspect="1"/>
          </p:cNvPicPr>
          <p:nvPr/>
        </p:nvPicPr>
        <p:blipFill>
          <a:blip r:embed="rId24" cstate="email">
            <a:extLst>
              <a:ext uri="{28A0092B-C50C-407E-A947-70E740481C1C}">
                <a14:useLocalDpi xmlns:a14="http://schemas.microsoft.com/office/drawing/2010/main"/>
              </a:ext>
            </a:extLst>
          </a:blip>
          <a:stretch>
            <a:fillRect/>
          </a:stretch>
        </p:blipFill>
        <p:spPr>
          <a:xfrm>
            <a:off x="3466624" y="5200668"/>
            <a:ext cx="496870" cy="496870"/>
          </a:xfrm>
          <a:prstGeom prst="rect">
            <a:avLst/>
          </a:prstGeom>
        </p:spPr>
      </p:pic>
      <p:pic>
        <p:nvPicPr>
          <p:cNvPr id="89" name="Picture 49" descr="A blue electrical plug with a black background&#10;&#10;Description automatically generated">
            <a:extLst>
              <a:ext uri="{FF2B5EF4-FFF2-40B4-BE49-F238E27FC236}">
                <a16:creationId xmlns:a16="http://schemas.microsoft.com/office/drawing/2014/main" id="{407C1415-234A-EFB4-0F5F-08D08A68C911}"/>
              </a:ext>
            </a:extLst>
          </p:cNvPr>
          <p:cNvPicPr>
            <a:picLocks noChangeAspect="1"/>
          </p:cNvPicPr>
          <p:nvPr/>
        </p:nvPicPr>
        <p:blipFill>
          <a:blip r:embed="rId25" cstate="email">
            <a:extLst>
              <a:ext uri="{28A0092B-C50C-407E-A947-70E740481C1C}">
                <a14:useLocalDpi xmlns:a14="http://schemas.microsoft.com/office/drawing/2010/main"/>
              </a:ext>
            </a:extLst>
          </a:blip>
          <a:stretch>
            <a:fillRect/>
          </a:stretch>
        </p:blipFill>
        <p:spPr>
          <a:xfrm>
            <a:off x="4424754" y="5200668"/>
            <a:ext cx="496870" cy="496870"/>
          </a:xfrm>
          <a:prstGeom prst="rect">
            <a:avLst/>
          </a:prstGeom>
        </p:spPr>
      </p:pic>
      <p:pic>
        <p:nvPicPr>
          <p:cNvPr id="90" name="Picture 50" descr="A blue and white chat bubbles&#10;&#10;Description automatically generated">
            <a:extLst>
              <a:ext uri="{FF2B5EF4-FFF2-40B4-BE49-F238E27FC236}">
                <a16:creationId xmlns:a16="http://schemas.microsoft.com/office/drawing/2014/main" id="{61C06C7D-F70E-6B4E-9108-E6EB37850936}"/>
              </a:ext>
            </a:extLst>
          </p:cNvPr>
          <p:cNvPicPr>
            <a:picLocks noChangeAspect="1"/>
          </p:cNvPicPr>
          <p:nvPr/>
        </p:nvPicPr>
        <p:blipFill>
          <a:blip r:embed="rId26" cstate="email">
            <a:extLst>
              <a:ext uri="{28A0092B-C50C-407E-A947-70E740481C1C}">
                <a14:useLocalDpi xmlns:a14="http://schemas.microsoft.com/office/drawing/2010/main"/>
              </a:ext>
            </a:extLst>
          </a:blip>
          <a:stretch>
            <a:fillRect/>
          </a:stretch>
        </p:blipFill>
        <p:spPr>
          <a:xfrm>
            <a:off x="5382884" y="5200668"/>
            <a:ext cx="496870" cy="496870"/>
          </a:xfrm>
          <a:prstGeom prst="rect">
            <a:avLst/>
          </a:prstGeom>
        </p:spPr>
      </p:pic>
      <p:pic>
        <p:nvPicPr>
          <p:cNvPr id="91" name="Picture 52" descr="A blue battery with a lightning bolt&#10;&#10;Description automatically generated">
            <a:extLst>
              <a:ext uri="{FF2B5EF4-FFF2-40B4-BE49-F238E27FC236}">
                <a16:creationId xmlns:a16="http://schemas.microsoft.com/office/drawing/2014/main" id="{8E63FB12-3635-4FF0-5E27-D0CEA263A48E}"/>
              </a:ext>
            </a:extLst>
          </p:cNvPr>
          <p:cNvPicPr>
            <a:picLocks noChangeAspect="1"/>
          </p:cNvPicPr>
          <p:nvPr/>
        </p:nvPicPr>
        <p:blipFill>
          <a:blip r:embed="rId27" cstate="email">
            <a:extLst>
              <a:ext uri="{28A0092B-C50C-407E-A947-70E740481C1C}">
                <a14:useLocalDpi xmlns:a14="http://schemas.microsoft.com/office/drawing/2010/main"/>
              </a:ext>
            </a:extLst>
          </a:blip>
          <a:stretch>
            <a:fillRect/>
          </a:stretch>
        </p:blipFill>
        <p:spPr>
          <a:xfrm>
            <a:off x="6331453" y="1482672"/>
            <a:ext cx="496870" cy="496870"/>
          </a:xfrm>
          <a:prstGeom prst="rect">
            <a:avLst/>
          </a:prstGeom>
        </p:spPr>
      </p:pic>
      <p:pic>
        <p:nvPicPr>
          <p:cNvPr id="92" name="Picture 57" descr="A blue hexagon with a white cross&#10;&#10;Description automatically generated">
            <a:extLst>
              <a:ext uri="{FF2B5EF4-FFF2-40B4-BE49-F238E27FC236}">
                <a16:creationId xmlns:a16="http://schemas.microsoft.com/office/drawing/2014/main" id="{2551FD25-E658-E0A7-0F4E-9F4C39C16653}"/>
              </a:ext>
            </a:extLst>
          </p:cNvPr>
          <p:cNvPicPr>
            <a:picLocks noChangeAspect="1"/>
          </p:cNvPicPr>
          <p:nvPr/>
        </p:nvPicPr>
        <p:blipFill>
          <a:blip r:embed="rId28" cstate="email">
            <a:extLst>
              <a:ext uri="{28A0092B-C50C-407E-A947-70E740481C1C}">
                <a14:useLocalDpi xmlns:a14="http://schemas.microsoft.com/office/drawing/2010/main"/>
              </a:ext>
            </a:extLst>
          </a:blip>
          <a:stretch>
            <a:fillRect/>
          </a:stretch>
        </p:blipFill>
        <p:spPr>
          <a:xfrm>
            <a:off x="8247733" y="1482672"/>
            <a:ext cx="496870" cy="496870"/>
          </a:xfrm>
          <a:prstGeom prst="rect">
            <a:avLst/>
          </a:prstGeom>
        </p:spPr>
      </p:pic>
      <p:pic>
        <p:nvPicPr>
          <p:cNvPr id="93" name="Picture 61" descr="A blue calendar with white numbers&#10;&#10;Description automatically generated">
            <a:extLst>
              <a:ext uri="{FF2B5EF4-FFF2-40B4-BE49-F238E27FC236}">
                <a16:creationId xmlns:a16="http://schemas.microsoft.com/office/drawing/2014/main" id="{924E3611-6E31-65B0-0DC2-E78602E13230}"/>
              </a:ext>
            </a:extLst>
          </p:cNvPr>
          <p:cNvPicPr>
            <a:picLocks noChangeAspect="1"/>
          </p:cNvPicPr>
          <p:nvPr/>
        </p:nvPicPr>
        <p:blipFill>
          <a:blip r:embed="rId29" cstate="email">
            <a:extLst>
              <a:ext uri="{28A0092B-C50C-407E-A947-70E740481C1C}">
                <a14:useLocalDpi xmlns:a14="http://schemas.microsoft.com/office/drawing/2010/main"/>
              </a:ext>
            </a:extLst>
          </a:blip>
          <a:stretch>
            <a:fillRect/>
          </a:stretch>
        </p:blipFill>
        <p:spPr>
          <a:xfrm>
            <a:off x="9205873" y="1482672"/>
            <a:ext cx="496870" cy="496870"/>
          </a:xfrm>
          <a:prstGeom prst="rect">
            <a:avLst/>
          </a:prstGeom>
        </p:spPr>
      </p:pic>
      <p:pic>
        <p:nvPicPr>
          <p:cNvPr id="94" name="Picture 64" descr="A blue chat bubbles on a black background&#10;&#10;Description automatically generated">
            <a:extLst>
              <a:ext uri="{FF2B5EF4-FFF2-40B4-BE49-F238E27FC236}">
                <a16:creationId xmlns:a16="http://schemas.microsoft.com/office/drawing/2014/main" id="{9F4F4BA0-8198-865F-010E-6E1398A38CB2}"/>
              </a:ext>
            </a:extLst>
          </p:cNvPr>
          <p:cNvPicPr>
            <a:picLocks noChangeAspect="1"/>
          </p:cNvPicPr>
          <p:nvPr/>
        </p:nvPicPr>
        <p:blipFill>
          <a:blip r:embed="rId30" cstate="email">
            <a:extLst>
              <a:ext uri="{28A0092B-C50C-407E-A947-70E740481C1C}">
                <a14:useLocalDpi xmlns:a14="http://schemas.microsoft.com/office/drawing/2010/main"/>
              </a:ext>
            </a:extLst>
          </a:blip>
          <a:stretch>
            <a:fillRect/>
          </a:stretch>
        </p:blipFill>
        <p:spPr>
          <a:xfrm>
            <a:off x="10164013" y="1482672"/>
            <a:ext cx="496870" cy="496870"/>
          </a:xfrm>
          <a:prstGeom prst="rect">
            <a:avLst/>
          </a:prstGeom>
        </p:spPr>
      </p:pic>
      <p:pic>
        <p:nvPicPr>
          <p:cNvPr id="95" name="Picture 65" descr="A blue swinger with a hook&#10;&#10;Description automatically generated">
            <a:extLst>
              <a:ext uri="{FF2B5EF4-FFF2-40B4-BE49-F238E27FC236}">
                <a16:creationId xmlns:a16="http://schemas.microsoft.com/office/drawing/2014/main" id="{49911966-8B0E-9D96-4D61-1374D7A72F5C}"/>
              </a:ext>
            </a:extLst>
          </p:cNvPr>
          <p:cNvPicPr>
            <a:picLocks noChangeAspect="1"/>
          </p:cNvPicPr>
          <p:nvPr/>
        </p:nvPicPr>
        <p:blipFill>
          <a:blip r:embed="rId31" cstate="email">
            <a:extLst>
              <a:ext uri="{28A0092B-C50C-407E-A947-70E740481C1C}">
                <a14:useLocalDpi xmlns:a14="http://schemas.microsoft.com/office/drawing/2010/main"/>
              </a:ext>
            </a:extLst>
          </a:blip>
          <a:stretch>
            <a:fillRect/>
          </a:stretch>
        </p:blipFill>
        <p:spPr>
          <a:xfrm>
            <a:off x="6323160" y="2412171"/>
            <a:ext cx="496870" cy="496870"/>
          </a:xfrm>
          <a:prstGeom prst="rect">
            <a:avLst/>
          </a:prstGeom>
        </p:spPr>
      </p:pic>
      <p:pic>
        <p:nvPicPr>
          <p:cNvPr id="96" name="Picture 66" descr="A blue circle with a white arrow in it&#10;&#10;Description automatically generated">
            <a:extLst>
              <a:ext uri="{FF2B5EF4-FFF2-40B4-BE49-F238E27FC236}">
                <a16:creationId xmlns:a16="http://schemas.microsoft.com/office/drawing/2014/main" id="{B77FB9A6-6731-8A6C-C4C7-88DCBD8DA96B}"/>
              </a:ext>
            </a:extLst>
          </p:cNvPr>
          <p:cNvPicPr>
            <a:picLocks noChangeAspect="1"/>
          </p:cNvPicPr>
          <p:nvPr/>
        </p:nvPicPr>
        <p:blipFill>
          <a:blip r:embed="rId32" cstate="email">
            <a:extLst>
              <a:ext uri="{28A0092B-C50C-407E-A947-70E740481C1C}">
                <a14:useLocalDpi xmlns:a14="http://schemas.microsoft.com/office/drawing/2010/main"/>
              </a:ext>
            </a:extLst>
          </a:blip>
          <a:stretch>
            <a:fillRect/>
          </a:stretch>
        </p:blipFill>
        <p:spPr>
          <a:xfrm>
            <a:off x="7281092" y="2405743"/>
            <a:ext cx="496870" cy="496870"/>
          </a:xfrm>
          <a:prstGeom prst="rect">
            <a:avLst/>
          </a:prstGeom>
        </p:spPr>
      </p:pic>
      <p:pic>
        <p:nvPicPr>
          <p:cNvPr id="97" name="Picture 68" descr="A blue screen with a white stripe&#10;&#10;Description automatically generated">
            <a:extLst>
              <a:ext uri="{FF2B5EF4-FFF2-40B4-BE49-F238E27FC236}">
                <a16:creationId xmlns:a16="http://schemas.microsoft.com/office/drawing/2014/main" id="{329B02E0-060B-2B44-3C8E-C16788352EF0}"/>
              </a:ext>
            </a:extLst>
          </p:cNvPr>
          <p:cNvPicPr>
            <a:picLocks noChangeAspect="1"/>
          </p:cNvPicPr>
          <p:nvPr/>
        </p:nvPicPr>
        <p:blipFill>
          <a:blip r:embed="rId33" cstate="email">
            <a:extLst>
              <a:ext uri="{28A0092B-C50C-407E-A947-70E740481C1C}">
                <a14:useLocalDpi xmlns:a14="http://schemas.microsoft.com/office/drawing/2010/main"/>
              </a:ext>
            </a:extLst>
          </a:blip>
          <a:stretch>
            <a:fillRect/>
          </a:stretch>
        </p:blipFill>
        <p:spPr>
          <a:xfrm>
            <a:off x="8239024" y="2412171"/>
            <a:ext cx="496870" cy="496870"/>
          </a:xfrm>
          <a:prstGeom prst="rect">
            <a:avLst/>
          </a:prstGeom>
        </p:spPr>
      </p:pic>
      <p:pic>
        <p:nvPicPr>
          <p:cNvPr id="98" name="Picture 69" descr="A blue circle with a white face and a black background&#10;&#10;Description automatically generated">
            <a:extLst>
              <a:ext uri="{FF2B5EF4-FFF2-40B4-BE49-F238E27FC236}">
                <a16:creationId xmlns:a16="http://schemas.microsoft.com/office/drawing/2014/main" id="{9E0F722D-7295-E0BE-9F6B-1B7914FC98FB}"/>
              </a:ext>
            </a:extLst>
          </p:cNvPr>
          <p:cNvPicPr>
            <a:picLocks noChangeAspect="1"/>
          </p:cNvPicPr>
          <p:nvPr/>
        </p:nvPicPr>
        <p:blipFill>
          <a:blip r:embed="rId34" cstate="email">
            <a:extLst>
              <a:ext uri="{28A0092B-C50C-407E-A947-70E740481C1C}">
                <a14:useLocalDpi xmlns:a14="http://schemas.microsoft.com/office/drawing/2010/main"/>
              </a:ext>
            </a:extLst>
          </a:blip>
          <a:stretch>
            <a:fillRect/>
          </a:stretch>
        </p:blipFill>
        <p:spPr>
          <a:xfrm>
            <a:off x="9196956" y="2412171"/>
            <a:ext cx="496870" cy="496870"/>
          </a:xfrm>
          <a:prstGeom prst="rect">
            <a:avLst/>
          </a:prstGeom>
        </p:spPr>
      </p:pic>
      <p:pic>
        <p:nvPicPr>
          <p:cNvPr id="99" name="Picture 70" descr="A blue speech bubble with white text&#10;&#10;Description automatically generated">
            <a:extLst>
              <a:ext uri="{FF2B5EF4-FFF2-40B4-BE49-F238E27FC236}">
                <a16:creationId xmlns:a16="http://schemas.microsoft.com/office/drawing/2014/main" id="{0A60A80A-D8C4-353A-74A8-3C36C9185AA1}"/>
              </a:ext>
            </a:extLst>
          </p:cNvPr>
          <p:cNvPicPr>
            <a:picLocks noChangeAspect="1"/>
          </p:cNvPicPr>
          <p:nvPr/>
        </p:nvPicPr>
        <p:blipFill>
          <a:blip r:embed="rId35" cstate="email">
            <a:extLst>
              <a:ext uri="{28A0092B-C50C-407E-A947-70E740481C1C}">
                <a14:useLocalDpi xmlns:a14="http://schemas.microsoft.com/office/drawing/2010/main"/>
              </a:ext>
            </a:extLst>
          </a:blip>
          <a:stretch>
            <a:fillRect/>
          </a:stretch>
        </p:blipFill>
        <p:spPr>
          <a:xfrm>
            <a:off x="10154888" y="2412171"/>
            <a:ext cx="496870" cy="496870"/>
          </a:xfrm>
          <a:prstGeom prst="rect">
            <a:avLst/>
          </a:prstGeom>
        </p:spPr>
      </p:pic>
      <p:pic>
        <p:nvPicPr>
          <p:cNvPr id="100" name="Picture 73" descr="A blue circle with a white letter i in it&#10;&#10;Description automatically generated">
            <a:extLst>
              <a:ext uri="{FF2B5EF4-FFF2-40B4-BE49-F238E27FC236}">
                <a16:creationId xmlns:a16="http://schemas.microsoft.com/office/drawing/2014/main" id="{D0DF2FD0-5204-BEE0-1BCC-FA784CF27AE9}"/>
              </a:ext>
            </a:extLst>
          </p:cNvPr>
          <p:cNvPicPr>
            <a:picLocks noChangeAspect="1"/>
          </p:cNvPicPr>
          <p:nvPr/>
        </p:nvPicPr>
        <p:blipFill>
          <a:blip r:embed="rId36" cstate="email">
            <a:extLst>
              <a:ext uri="{28A0092B-C50C-407E-A947-70E740481C1C}">
                <a14:useLocalDpi xmlns:a14="http://schemas.microsoft.com/office/drawing/2010/main"/>
              </a:ext>
            </a:extLst>
          </a:blip>
          <a:stretch>
            <a:fillRect/>
          </a:stretch>
        </p:blipFill>
        <p:spPr>
          <a:xfrm>
            <a:off x="6335324" y="3341670"/>
            <a:ext cx="496870" cy="496870"/>
          </a:xfrm>
          <a:prstGeom prst="rect">
            <a:avLst/>
          </a:prstGeom>
        </p:spPr>
      </p:pic>
      <p:pic>
        <p:nvPicPr>
          <p:cNvPr id="101" name="Picture 77" descr="A blue rectangular object with a white star on it&#10;&#10;Description automatically generated">
            <a:extLst>
              <a:ext uri="{FF2B5EF4-FFF2-40B4-BE49-F238E27FC236}">
                <a16:creationId xmlns:a16="http://schemas.microsoft.com/office/drawing/2014/main" id="{7EC16F1D-834F-6139-A7E4-29FE328F7202}"/>
              </a:ext>
            </a:extLst>
          </p:cNvPr>
          <p:cNvPicPr>
            <a:picLocks noChangeAspect="1"/>
          </p:cNvPicPr>
          <p:nvPr/>
        </p:nvPicPr>
        <p:blipFill>
          <a:blip r:embed="rId37" cstate="email">
            <a:extLst>
              <a:ext uri="{28A0092B-C50C-407E-A947-70E740481C1C}">
                <a14:useLocalDpi xmlns:a14="http://schemas.microsoft.com/office/drawing/2010/main"/>
              </a:ext>
            </a:extLst>
          </a:blip>
          <a:stretch>
            <a:fillRect/>
          </a:stretch>
        </p:blipFill>
        <p:spPr>
          <a:xfrm>
            <a:off x="7292785" y="3337385"/>
            <a:ext cx="496870" cy="496870"/>
          </a:xfrm>
          <a:prstGeom prst="rect">
            <a:avLst/>
          </a:prstGeom>
        </p:spPr>
      </p:pic>
      <p:pic>
        <p:nvPicPr>
          <p:cNvPr id="102" name="Picture 80" descr="A blue bag with a black background&#10;&#10;Description automatically generated">
            <a:extLst>
              <a:ext uri="{FF2B5EF4-FFF2-40B4-BE49-F238E27FC236}">
                <a16:creationId xmlns:a16="http://schemas.microsoft.com/office/drawing/2014/main" id="{1AFB6008-EBC2-897F-F69E-376EB2B35DA5}"/>
              </a:ext>
            </a:extLst>
          </p:cNvPr>
          <p:cNvPicPr>
            <a:picLocks noChangeAspect="1"/>
          </p:cNvPicPr>
          <p:nvPr/>
        </p:nvPicPr>
        <p:blipFill>
          <a:blip r:embed="rId38" cstate="email">
            <a:extLst>
              <a:ext uri="{28A0092B-C50C-407E-A947-70E740481C1C}">
                <a14:useLocalDpi xmlns:a14="http://schemas.microsoft.com/office/drawing/2010/main"/>
              </a:ext>
            </a:extLst>
          </a:blip>
          <a:stretch>
            <a:fillRect/>
          </a:stretch>
        </p:blipFill>
        <p:spPr>
          <a:xfrm>
            <a:off x="9207707" y="3341670"/>
            <a:ext cx="496870" cy="496870"/>
          </a:xfrm>
          <a:prstGeom prst="rect">
            <a:avLst/>
          </a:prstGeom>
        </p:spPr>
      </p:pic>
      <p:pic>
        <p:nvPicPr>
          <p:cNvPr id="103" name="Picture 81" descr="A blue phone and plus symbol&#10;&#10;Description automatically generated">
            <a:extLst>
              <a:ext uri="{FF2B5EF4-FFF2-40B4-BE49-F238E27FC236}">
                <a16:creationId xmlns:a16="http://schemas.microsoft.com/office/drawing/2014/main" id="{5CD00CF7-B26E-0FF2-9B22-67F711F380E6}"/>
              </a:ext>
            </a:extLst>
          </p:cNvPr>
          <p:cNvPicPr>
            <a:picLocks noChangeAspect="1"/>
          </p:cNvPicPr>
          <p:nvPr/>
        </p:nvPicPr>
        <p:blipFill>
          <a:blip r:embed="rId39" cstate="email">
            <a:extLst>
              <a:ext uri="{28A0092B-C50C-407E-A947-70E740481C1C}">
                <a14:useLocalDpi xmlns:a14="http://schemas.microsoft.com/office/drawing/2010/main"/>
              </a:ext>
            </a:extLst>
          </a:blip>
          <a:stretch>
            <a:fillRect/>
          </a:stretch>
        </p:blipFill>
        <p:spPr>
          <a:xfrm>
            <a:off x="10165168" y="3341670"/>
            <a:ext cx="496870" cy="496870"/>
          </a:xfrm>
          <a:prstGeom prst="rect">
            <a:avLst/>
          </a:prstGeom>
        </p:spPr>
      </p:pic>
      <p:pic>
        <p:nvPicPr>
          <p:cNvPr id="104" name="Picture 82" descr="A blue circle with white text&#10;&#10;Description automatically generated">
            <a:extLst>
              <a:ext uri="{FF2B5EF4-FFF2-40B4-BE49-F238E27FC236}">
                <a16:creationId xmlns:a16="http://schemas.microsoft.com/office/drawing/2014/main" id="{CCEA02ED-C2B4-3EA1-52B2-21E1F93A8EF9}"/>
              </a:ext>
            </a:extLst>
          </p:cNvPr>
          <p:cNvPicPr>
            <a:picLocks noChangeAspect="1"/>
          </p:cNvPicPr>
          <p:nvPr/>
        </p:nvPicPr>
        <p:blipFill>
          <a:blip r:embed="rId40" cstate="email">
            <a:extLst>
              <a:ext uri="{28A0092B-C50C-407E-A947-70E740481C1C}">
                <a14:useLocalDpi xmlns:a14="http://schemas.microsoft.com/office/drawing/2010/main"/>
              </a:ext>
            </a:extLst>
          </a:blip>
          <a:stretch>
            <a:fillRect/>
          </a:stretch>
        </p:blipFill>
        <p:spPr>
          <a:xfrm>
            <a:off x="6339276" y="4271169"/>
            <a:ext cx="496870" cy="496870"/>
          </a:xfrm>
          <a:prstGeom prst="rect">
            <a:avLst/>
          </a:prstGeom>
        </p:spPr>
      </p:pic>
      <p:pic>
        <p:nvPicPr>
          <p:cNvPr id="105" name="Picture 84" descr="A blue triangle with a white exclamation mark&#10;&#10;Description automatically generated">
            <a:extLst>
              <a:ext uri="{FF2B5EF4-FFF2-40B4-BE49-F238E27FC236}">
                <a16:creationId xmlns:a16="http://schemas.microsoft.com/office/drawing/2014/main" id="{A59CDD28-5389-572A-5123-ADD9926E8DE5}"/>
              </a:ext>
            </a:extLst>
          </p:cNvPr>
          <p:cNvPicPr>
            <a:picLocks noChangeAspect="1"/>
          </p:cNvPicPr>
          <p:nvPr/>
        </p:nvPicPr>
        <p:blipFill>
          <a:blip r:embed="rId41" cstate="email">
            <a:extLst>
              <a:ext uri="{28A0092B-C50C-407E-A947-70E740481C1C}">
                <a14:useLocalDpi xmlns:a14="http://schemas.microsoft.com/office/drawing/2010/main"/>
              </a:ext>
            </a:extLst>
          </a:blip>
          <a:stretch>
            <a:fillRect/>
          </a:stretch>
        </p:blipFill>
        <p:spPr>
          <a:xfrm>
            <a:off x="7297534" y="4269027"/>
            <a:ext cx="496870" cy="496870"/>
          </a:xfrm>
          <a:prstGeom prst="rect">
            <a:avLst/>
          </a:prstGeom>
        </p:spPr>
      </p:pic>
      <p:pic>
        <p:nvPicPr>
          <p:cNvPr id="106" name="Picture 85" descr="A blue cube with a arrow&#10;&#10;Description automatically generated">
            <a:extLst>
              <a:ext uri="{FF2B5EF4-FFF2-40B4-BE49-F238E27FC236}">
                <a16:creationId xmlns:a16="http://schemas.microsoft.com/office/drawing/2014/main" id="{2C54166C-9077-5012-3974-1C191DD34635}"/>
              </a:ext>
            </a:extLst>
          </p:cNvPr>
          <p:cNvPicPr>
            <a:picLocks noChangeAspect="1"/>
          </p:cNvPicPr>
          <p:nvPr/>
        </p:nvPicPr>
        <p:blipFill>
          <a:blip r:embed="rId42" cstate="email">
            <a:extLst>
              <a:ext uri="{28A0092B-C50C-407E-A947-70E740481C1C}">
                <a14:useLocalDpi xmlns:a14="http://schemas.microsoft.com/office/drawing/2010/main"/>
              </a:ext>
            </a:extLst>
          </a:blip>
          <a:stretch>
            <a:fillRect/>
          </a:stretch>
        </p:blipFill>
        <p:spPr>
          <a:xfrm>
            <a:off x="8255792" y="4271169"/>
            <a:ext cx="496870" cy="496870"/>
          </a:xfrm>
          <a:prstGeom prst="rect">
            <a:avLst/>
          </a:prstGeom>
        </p:spPr>
      </p:pic>
      <p:pic>
        <p:nvPicPr>
          <p:cNvPr id="108" name="Picture 88" descr="A blue and black logo&#10;&#10;Description automatically generated">
            <a:extLst>
              <a:ext uri="{FF2B5EF4-FFF2-40B4-BE49-F238E27FC236}">
                <a16:creationId xmlns:a16="http://schemas.microsoft.com/office/drawing/2014/main" id="{37C16D25-3E3D-9942-9729-9B28E76F474E}"/>
              </a:ext>
            </a:extLst>
          </p:cNvPr>
          <p:cNvPicPr>
            <a:picLocks noChangeAspect="1"/>
          </p:cNvPicPr>
          <p:nvPr/>
        </p:nvPicPr>
        <p:blipFill>
          <a:blip r:embed="rId43" cstate="email">
            <a:extLst>
              <a:ext uri="{28A0092B-C50C-407E-A947-70E740481C1C}">
                <a14:useLocalDpi xmlns:a14="http://schemas.microsoft.com/office/drawing/2010/main"/>
              </a:ext>
            </a:extLst>
          </a:blip>
          <a:stretch>
            <a:fillRect/>
          </a:stretch>
        </p:blipFill>
        <p:spPr>
          <a:xfrm>
            <a:off x="10172308" y="4271169"/>
            <a:ext cx="496870" cy="496870"/>
          </a:xfrm>
          <a:prstGeom prst="rect">
            <a:avLst/>
          </a:prstGeom>
        </p:spPr>
      </p:pic>
      <p:pic>
        <p:nvPicPr>
          <p:cNvPr id="109" name="Picture 89" descr="A blue clock with white hands&#10;&#10;Description automatically generated">
            <a:extLst>
              <a:ext uri="{FF2B5EF4-FFF2-40B4-BE49-F238E27FC236}">
                <a16:creationId xmlns:a16="http://schemas.microsoft.com/office/drawing/2014/main" id="{036C96FE-94E2-AB85-2769-891E9D35A624}"/>
              </a:ext>
            </a:extLst>
          </p:cNvPr>
          <p:cNvPicPr>
            <a:picLocks noChangeAspect="1"/>
          </p:cNvPicPr>
          <p:nvPr/>
        </p:nvPicPr>
        <p:blipFill>
          <a:blip r:embed="rId44" cstate="email">
            <a:extLst>
              <a:ext uri="{28A0092B-C50C-407E-A947-70E740481C1C}">
                <a14:useLocalDpi xmlns:a14="http://schemas.microsoft.com/office/drawing/2010/main"/>
              </a:ext>
            </a:extLst>
          </a:blip>
          <a:stretch>
            <a:fillRect/>
          </a:stretch>
        </p:blipFill>
        <p:spPr>
          <a:xfrm>
            <a:off x="6341014" y="5200668"/>
            <a:ext cx="496870" cy="496870"/>
          </a:xfrm>
          <a:prstGeom prst="rect">
            <a:avLst/>
          </a:prstGeom>
        </p:spPr>
      </p:pic>
      <p:pic>
        <p:nvPicPr>
          <p:cNvPr id="110" name="Picture 93" descr="A blue bell with a black background&#10;&#10;Description automatically generated">
            <a:extLst>
              <a:ext uri="{FF2B5EF4-FFF2-40B4-BE49-F238E27FC236}">
                <a16:creationId xmlns:a16="http://schemas.microsoft.com/office/drawing/2014/main" id="{4BB4CFAC-2828-58C9-BB94-D4D101F1B8EB}"/>
              </a:ext>
            </a:extLst>
          </p:cNvPr>
          <p:cNvPicPr>
            <a:picLocks noChangeAspect="1"/>
          </p:cNvPicPr>
          <p:nvPr/>
        </p:nvPicPr>
        <p:blipFill>
          <a:blip r:embed="rId45" cstate="email">
            <a:extLst>
              <a:ext uri="{28A0092B-C50C-407E-A947-70E740481C1C}">
                <a14:useLocalDpi xmlns:a14="http://schemas.microsoft.com/office/drawing/2010/main"/>
              </a:ext>
            </a:extLst>
          </a:blip>
          <a:stretch>
            <a:fillRect/>
          </a:stretch>
        </p:blipFill>
        <p:spPr>
          <a:xfrm>
            <a:off x="7299144" y="5200668"/>
            <a:ext cx="496870" cy="496870"/>
          </a:xfrm>
          <a:prstGeom prst="rect">
            <a:avLst/>
          </a:prstGeom>
        </p:spPr>
      </p:pic>
      <p:pic>
        <p:nvPicPr>
          <p:cNvPr id="111" name="Picture 97" descr="A blue squares on a black background&#10;&#10;Description automatically generated">
            <a:extLst>
              <a:ext uri="{FF2B5EF4-FFF2-40B4-BE49-F238E27FC236}">
                <a16:creationId xmlns:a16="http://schemas.microsoft.com/office/drawing/2014/main" id="{9C01E465-4A6D-08FC-04A5-BF38FD21EFD6}"/>
              </a:ext>
            </a:extLst>
          </p:cNvPr>
          <p:cNvPicPr>
            <a:picLocks noChangeAspect="1"/>
          </p:cNvPicPr>
          <p:nvPr/>
        </p:nvPicPr>
        <p:blipFill>
          <a:blip r:embed="rId46" cstate="email">
            <a:extLst>
              <a:ext uri="{28A0092B-C50C-407E-A947-70E740481C1C}">
                <a14:useLocalDpi xmlns:a14="http://schemas.microsoft.com/office/drawing/2010/main"/>
              </a:ext>
            </a:extLst>
          </a:blip>
          <a:stretch>
            <a:fillRect/>
          </a:stretch>
        </p:blipFill>
        <p:spPr>
          <a:xfrm>
            <a:off x="8257274" y="5200668"/>
            <a:ext cx="496870" cy="496870"/>
          </a:xfrm>
          <a:prstGeom prst="rect">
            <a:avLst/>
          </a:prstGeom>
        </p:spPr>
      </p:pic>
      <p:pic>
        <p:nvPicPr>
          <p:cNvPr id="112" name="Picture 98" descr="Blue arrows pointing to each other&#10;&#10;Description automatically generated">
            <a:extLst>
              <a:ext uri="{FF2B5EF4-FFF2-40B4-BE49-F238E27FC236}">
                <a16:creationId xmlns:a16="http://schemas.microsoft.com/office/drawing/2014/main" id="{D094B465-E69C-5F9E-2C1B-967EEC185E5F}"/>
              </a:ext>
            </a:extLst>
          </p:cNvPr>
          <p:cNvPicPr>
            <a:picLocks noChangeAspect="1"/>
          </p:cNvPicPr>
          <p:nvPr/>
        </p:nvPicPr>
        <p:blipFill>
          <a:blip r:embed="rId47" cstate="email">
            <a:extLst>
              <a:ext uri="{28A0092B-C50C-407E-A947-70E740481C1C}">
                <a14:useLocalDpi xmlns:a14="http://schemas.microsoft.com/office/drawing/2010/main"/>
              </a:ext>
            </a:extLst>
          </a:blip>
          <a:stretch>
            <a:fillRect/>
          </a:stretch>
        </p:blipFill>
        <p:spPr>
          <a:xfrm>
            <a:off x="9215404" y="5200668"/>
            <a:ext cx="496870" cy="496870"/>
          </a:xfrm>
          <a:prstGeom prst="rect">
            <a:avLst/>
          </a:prstGeom>
        </p:spPr>
      </p:pic>
      <p:pic>
        <p:nvPicPr>
          <p:cNvPr id="113" name="Picture 99" descr="A blue rectangular sign with white check marks&#10;&#10;Description automatically generated">
            <a:extLst>
              <a:ext uri="{FF2B5EF4-FFF2-40B4-BE49-F238E27FC236}">
                <a16:creationId xmlns:a16="http://schemas.microsoft.com/office/drawing/2014/main" id="{C3FF9CB6-941B-0AF7-CD13-98F2BF59465F}"/>
              </a:ext>
            </a:extLst>
          </p:cNvPr>
          <p:cNvPicPr>
            <a:picLocks noChangeAspect="1"/>
          </p:cNvPicPr>
          <p:nvPr/>
        </p:nvPicPr>
        <p:blipFill>
          <a:blip r:embed="rId48" cstate="email">
            <a:extLst>
              <a:ext uri="{28A0092B-C50C-407E-A947-70E740481C1C}">
                <a14:useLocalDpi xmlns:a14="http://schemas.microsoft.com/office/drawing/2010/main"/>
              </a:ext>
            </a:extLst>
          </a:blip>
          <a:stretch>
            <a:fillRect/>
          </a:stretch>
        </p:blipFill>
        <p:spPr>
          <a:xfrm>
            <a:off x="10173534" y="5200668"/>
            <a:ext cx="496870" cy="496870"/>
          </a:xfrm>
          <a:prstGeom prst="rect">
            <a:avLst/>
          </a:prstGeom>
        </p:spPr>
      </p:pic>
      <p:pic>
        <p:nvPicPr>
          <p:cNvPr id="114" name="Picture 100" descr="A blue battery with a lightning bolt&#10;&#10;Description automatically generated">
            <a:extLst>
              <a:ext uri="{FF2B5EF4-FFF2-40B4-BE49-F238E27FC236}">
                <a16:creationId xmlns:a16="http://schemas.microsoft.com/office/drawing/2014/main" id="{B8935911-8CC4-E95F-B8C7-26CBAB6950E2}"/>
              </a:ext>
            </a:extLst>
          </p:cNvPr>
          <p:cNvPicPr>
            <a:picLocks noChangeAspect="1"/>
          </p:cNvPicPr>
          <p:nvPr/>
        </p:nvPicPr>
        <p:blipFill>
          <a:blip r:embed="rId49" cstate="email">
            <a:extLst>
              <a:ext uri="{28A0092B-C50C-407E-A947-70E740481C1C}">
                <a14:useLocalDpi xmlns:a14="http://schemas.microsoft.com/office/drawing/2010/main"/>
              </a:ext>
            </a:extLst>
          </a:blip>
          <a:stretch>
            <a:fillRect/>
          </a:stretch>
        </p:blipFill>
        <p:spPr>
          <a:xfrm>
            <a:off x="582613" y="1482672"/>
            <a:ext cx="496870" cy="496870"/>
          </a:xfrm>
          <a:prstGeom prst="rect">
            <a:avLst/>
          </a:prstGeom>
        </p:spPr>
      </p:pic>
      <p:pic>
        <p:nvPicPr>
          <p:cNvPr id="115" name="Picture 104" descr="A blue swinger with a hook&#10;&#10;Description automatically generated">
            <a:extLst>
              <a:ext uri="{FF2B5EF4-FFF2-40B4-BE49-F238E27FC236}">
                <a16:creationId xmlns:a16="http://schemas.microsoft.com/office/drawing/2014/main" id="{FD74FBD9-E9B9-79FF-3B9F-1E88B268C0D6}"/>
              </a:ext>
            </a:extLst>
          </p:cNvPr>
          <p:cNvPicPr>
            <a:picLocks noChangeAspect="1"/>
          </p:cNvPicPr>
          <p:nvPr/>
        </p:nvPicPr>
        <p:blipFill>
          <a:blip r:embed="rId50" cstate="email">
            <a:extLst>
              <a:ext uri="{28A0092B-C50C-407E-A947-70E740481C1C}">
                <a14:useLocalDpi xmlns:a14="http://schemas.microsoft.com/office/drawing/2010/main"/>
              </a:ext>
            </a:extLst>
          </a:blip>
          <a:stretch>
            <a:fillRect/>
          </a:stretch>
        </p:blipFill>
        <p:spPr>
          <a:xfrm>
            <a:off x="575568" y="2406368"/>
            <a:ext cx="496870" cy="496870"/>
          </a:xfrm>
          <a:prstGeom prst="rect">
            <a:avLst/>
          </a:prstGeom>
        </p:spPr>
      </p:pic>
      <p:pic>
        <p:nvPicPr>
          <p:cNvPr id="116" name="Picture 107" descr="A blue star with a plus sign&#10;&#10;Description automatically generated">
            <a:extLst>
              <a:ext uri="{FF2B5EF4-FFF2-40B4-BE49-F238E27FC236}">
                <a16:creationId xmlns:a16="http://schemas.microsoft.com/office/drawing/2014/main" id="{923FB8D1-7E02-5856-4628-3B75AFECC246}"/>
              </a:ext>
            </a:extLst>
          </p:cNvPr>
          <p:cNvPicPr>
            <a:picLocks noChangeAspect="1"/>
          </p:cNvPicPr>
          <p:nvPr/>
        </p:nvPicPr>
        <p:blipFill>
          <a:blip r:embed="rId51" cstate="email">
            <a:extLst>
              <a:ext uri="{28A0092B-C50C-407E-A947-70E740481C1C}">
                <a14:useLocalDpi xmlns:a14="http://schemas.microsoft.com/office/drawing/2010/main"/>
              </a:ext>
            </a:extLst>
          </a:blip>
          <a:stretch>
            <a:fillRect/>
          </a:stretch>
        </p:blipFill>
        <p:spPr>
          <a:xfrm>
            <a:off x="590558" y="3330064"/>
            <a:ext cx="496870" cy="496870"/>
          </a:xfrm>
          <a:prstGeom prst="rect">
            <a:avLst/>
          </a:prstGeom>
        </p:spPr>
      </p:pic>
      <p:pic>
        <p:nvPicPr>
          <p:cNvPr id="117" name="Picture 111" descr="A blue arrow pointing to the left&#10;&#10;Description automatically generated">
            <a:extLst>
              <a:ext uri="{FF2B5EF4-FFF2-40B4-BE49-F238E27FC236}">
                <a16:creationId xmlns:a16="http://schemas.microsoft.com/office/drawing/2014/main" id="{D2551207-FD95-E02F-E419-CA27A6E79B53}"/>
              </a:ext>
            </a:extLst>
          </p:cNvPr>
          <p:cNvPicPr>
            <a:picLocks noChangeAspect="1"/>
          </p:cNvPicPr>
          <p:nvPr/>
        </p:nvPicPr>
        <p:blipFill>
          <a:blip r:embed="rId52" cstate="email">
            <a:extLst>
              <a:ext uri="{28A0092B-C50C-407E-A947-70E740481C1C}">
                <a14:useLocalDpi xmlns:a14="http://schemas.microsoft.com/office/drawing/2010/main"/>
              </a:ext>
            </a:extLst>
          </a:blip>
          <a:stretch>
            <a:fillRect/>
          </a:stretch>
        </p:blipFill>
        <p:spPr>
          <a:xfrm>
            <a:off x="11122148" y="1482672"/>
            <a:ext cx="496870" cy="496870"/>
          </a:xfrm>
          <a:prstGeom prst="rect">
            <a:avLst/>
          </a:prstGeom>
        </p:spPr>
      </p:pic>
      <p:pic>
        <p:nvPicPr>
          <p:cNvPr id="118" name="Picture 115" descr="A blue airplane on a black background&#10;&#10;Description automatically generated">
            <a:extLst>
              <a:ext uri="{FF2B5EF4-FFF2-40B4-BE49-F238E27FC236}">
                <a16:creationId xmlns:a16="http://schemas.microsoft.com/office/drawing/2014/main" id="{6D3DCEAA-53E3-F90F-C454-A43E2CB79852}"/>
              </a:ext>
            </a:extLst>
          </p:cNvPr>
          <p:cNvPicPr>
            <a:picLocks noChangeAspect="1"/>
          </p:cNvPicPr>
          <p:nvPr/>
        </p:nvPicPr>
        <p:blipFill>
          <a:blip r:embed="rId53" cstate="email">
            <a:extLst>
              <a:ext uri="{28A0092B-C50C-407E-A947-70E740481C1C}">
                <a14:useLocalDpi xmlns:a14="http://schemas.microsoft.com/office/drawing/2010/main"/>
              </a:ext>
            </a:extLst>
          </a:blip>
          <a:stretch>
            <a:fillRect/>
          </a:stretch>
        </p:blipFill>
        <p:spPr>
          <a:xfrm>
            <a:off x="11122633" y="3340632"/>
            <a:ext cx="496870" cy="496870"/>
          </a:xfrm>
          <a:prstGeom prst="rect">
            <a:avLst/>
          </a:prstGeom>
        </p:spPr>
      </p:pic>
      <p:pic>
        <p:nvPicPr>
          <p:cNvPr id="119" name="Picture 117" descr="A blue trophy with white graphics&#10;&#10;Description automatically generated">
            <a:extLst>
              <a:ext uri="{FF2B5EF4-FFF2-40B4-BE49-F238E27FC236}">
                <a16:creationId xmlns:a16="http://schemas.microsoft.com/office/drawing/2014/main" id="{D574CFA1-1E25-E4C8-FC3E-5F4AF0EFB81A}"/>
              </a:ext>
            </a:extLst>
          </p:cNvPr>
          <p:cNvPicPr>
            <a:picLocks noChangeAspect="1"/>
          </p:cNvPicPr>
          <p:nvPr/>
        </p:nvPicPr>
        <p:blipFill>
          <a:blip r:embed="rId54" cstate="email">
            <a:extLst>
              <a:ext uri="{28A0092B-C50C-407E-A947-70E740481C1C}">
                <a14:useLocalDpi xmlns:a14="http://schemas.microsoft.com/office/drawing/2010/main"/>
              </a:ext>
            </a:extLst>
          </a:blip>
          <a:stretch>
            <a:fillRect/>
          </a:stretch>
        </p:blipFill>
        <p:spPr>
          <a:xfrm>
            <a:off x="11130571" y="4271447"/>
            <a:ext cx="496870" cy="496870"/>
          </a:xfrm>
          <a:prstGeom prst="rect">
            <a:avLst/>
          </a:prstGeom>
        </p:spPr>
      </p:pic>
      <p:pic>
        <p:nvPicPr>
          <p:cNvPr id="120" name="Picture 121" descr="A blue recycle bin on a black background&#10;&#10;Description automatically generated">
            <a:extLst>
              <a:ext uri="{FF2B5EF4-FFF2-40B4-BE49-F238E27FC236}">
                <a16:creationId xmlns:a16="http://schemas.microsoft.com/office/drawing/2014/main" id="{58E278D5-E79A-172E-B980-A868F6ED25F1}"/>
              </a:ext>
            </a:extLst>
          </p:cNvPr>
          <p:cNvPicPr>
            <a:picLocks noChangeAspect="1"/>
          </p:cNvPicPr>
          <p:nvPr/>
        </p:nvPicPr>
        <p:blipFill>
          <a:blip r:embed="rId55" cstate="email">
            <a:extLst>
              <a:ext uri="{28A0092B-C50C-407E-A947-70E740481C1C}">
                <a14:useLocalDpi xmlns:a14="http://schemas.microsoft.com/office/drawing/2010/main"/>
              </a:ext>
            </a:extLst>
          </a:blip>
          <a:stretch>
            <a:fillRect/>
          </a:stretch>
        </p:blipFill>
        <p:spPr>
          <a:xfrm>
            <a:off x="592234" y="5198592"/>
            <a:ext cx="496870" cy="496870"/>
          </a:xfrm>
          <a:prstGeom prst="rect">
            <a:avLst/>
          </a:prstGeom>
        </p:spPr>
      </p:pic>
      <p:pic>
        <p:nvPicPr>
          <p:cNvPr id="121" name="Picture 123" descr="A blue hexagon with a white cross&#10;&#10;Description automatically generated">
            <a:extLst>
              <a:ext uri="{FF2B5EF4-FFF2-40B4-BE49-F238E27FC236}">
                <a16:creationId xmlns:a16="http://schemas.microsoft.com/office/drawing/2014/main" id="{43D89BA8-C671-867E-B1ED-775FDBA59BA2}"/>
              </a:ext>
            </a:extLst>
          </p:cNvPr>
          <p:cNvPicPr>
            <a:picLocks noChangeAspect="1"/>
          </p:cNvPicPr>
          <p:nvPr/>
        </p:nvPicPr>
        <p:blipFill>
          <a:blip r:embed="rId28" cstate="email">
            <a:extLst>
              <a:ext uri="{28A0092B-C50C-407E-A947-70E740481C1C}">
                <a14:useLocalDpi xmlns:a14="http://schemas.microsoft.com/office/drawing/2010/main"/>
              </a:ext>
            </a:extLst>
          </a:blip>
          <a:stretch>
            <a:fillRect/>
          </a:stretch>
        </p:blipFill>
        <p:spPr>
          <a:xfrm>
            <a:off x="8250246" y="3341670"/>
            <a:ext cx="496870" cy="496870"/>
          </a:xfrm>
          <a:prstGeom prst="rect">
            <a:avLst/>
          </a:prstGeom>
        </p:spPr>
      </p:pic>
      <p:pic>
        <p:nvPicPr>
          <p:cNvPr id="122" name="Graphic 15">
            <a:extLst>
              <a:ext uri="{FF2B5EF4-FFF2-40B4-BE49-F238E27FC236}">
                <a16:creationId xmlns:a16="http://schemas.microsoft.com/office/drawing/2014/main" id="{60C8B2D4-0803-4CB4-7231-D08B4C409102}"/>
              </a:ext>
            </a:extLst>
          </p:cNvPr>
          <p:cNvPicPr>
            <a:picLocks noChangeAspect="1"/>
          </p:cNvPicPr>
          <p:nvPr/>
        </p:nvPicPr>
        <p:blipFill>
          <a:blip r:embed="rId56">
            <a:extLst>
              <a:ext uri="{96DAC541-7B7A-43D3-8B79-37D633B846F1}">
                <asvg:svgBlip xmlns:asvg="http://schemas.microsoft.com/office/drawing/2016/SVG/main" r:embed="rId57"/>
              </a:ext>
            </a:extLst>
          </a:blip>
          <a:stretch>
            <a:fillRect/>
          </a:stretch>
        </p:blipFill>
        <p:spPr>
          <a:xfrm>
            <a:off x="554431" y="4253760"/>
            <a:ext cx="518008" cy="518008"/>
          </a:xfrm>
          <a:prstGeom prst="rect">
            <a:avLst/>
          </a:prstGeom>
        </p:spPr>
      </p:pic>
      <p:pic>
        <p:nvPicPr>
          <p:cNvPr id="123" name="Picture 21" descr="A blue bell with a black background&#10;&#10;Description automatically generated">
            <a:extLst>
              <a:ext uri="{FF2B5EF4-FFF2-40B4-BE49-F238E27FC236}">
                <a16:creationId xmlns:a16="http://schemas.microsoft.com/office/drawing/2014/main" id="{5F5B3CB8-E632-8083-91C1-1B658C5760B0}"/>
              </a:ext>
            </a:extLst>
          </p:cNvPr>
          <p:cNvPicPr>
            <a:picLocks noChangeAspect="1"/>
          </p:cNvPicPr>
          <p:nvPr/>
        </p:nvPicPr>
        <p:blipFill>
          <a:blip r:embed="rId58" cstate="email">
            <a:extLst>
              <a:ext uri="{28A0092B-C50C-407E-A947-70E740481C1C}">
                <a14:useLocalDpi xmlns:a14="http://schemas.microsoft.com/office/drawing/2010/main"/>
              </a:ext>
            </a:extLst>
          </a:blip>
          <a:stretch>
            <a:fillRect/>
          </a:stretch>
        </p:blipFill>
        <p:spPr>
          <a:xfrm>
            <a:off x="5377863" y="3341670"/>
            <a:ext cx="496870" cy="496870"/>
          </a:xfrm>
          <a:prstGeom prst="rect">
            <a:avLst/>
          </a:prstGeom>
        </p:spPr>
      </p:pic>
      <p:pic>
        <p:nvPicPr>
          <p:cNvPr id="124" name="Graphic 23">
            <a:extLst>
              <a:ext uri="{FF2B5EF4-FFF2-40B4-BE49-F238E27FC236}">
                <a16:creationId xmlns:a16="http://schemas.microsoft.com/office/drawing/2014/main" id="{0246D2B8-E696-F68F-DF3C-2C613CAE33A8}"/>
              </a:ext>
            </a:extLst>
          </p:cNvPr>
          <p:cNvPicPr>
            <a:picLocks noChangeAspect="1"/>
          </p:cNvPicPr>
          <p:nvPr/>
        </p:nvPicPr>
        <p:blipFill>
          <a:blip r:embed="rId59">
            <a:extLst>
              <a:ext uri="{96DAC541-7B7A-43D3-8B79-37D633B846F1}">
                <asvg:svgBlip xmlns:asvg="http://schemas.microsoft.com/office/drawing/2016/SVG/main" r:embed="rId60"/>
              </a:ext>
            </a:extLst>
          </a:blip>
          <a:stretch>
            <a:fillRect/>
          </a:stretch>
        </p:blipFill>
        <p:spPr>
          <a:xfrm>
            <a:off x="7277298" y="1477771"/>
            <a:ext cx="493200" cy="493200"/>
          </a:xfrm>
          <a:prstGeom prst="rect">
            <a:avLst/>
          </a:prstGeom>
        </p:spPr>
      </p:pic>
      <p:pic>
        <p:nvPicPr>
          <p:cNvPr id="125" name="Graphic 36">
            <a:extLst>
              <a:ext uri="{FF2B5EF4-FFF2-40B4-BE49-F238E27FC236}">
                <a16:creationId xmlns:a16="http://schemas.microsoft.com/office/drawing/2014/main" id="{5BFDD3F0-63FF-0836-2A3E-895A29133828}"/>
              </a:ext>
            </a:extLst>
          </p:cNvPr>
          <p:cNvPicPr>
            <a:picLocks noChangeAspect="1"/>
          </p:cNvPicPr>
          <p:nvPr/>
        </p:nvPicPr>
        <p:blipFill>
          <a:blip r:embed="rId61">
            <a:extLst>
              <a:ext uri="{96DAC541-7B7A-43D3-8B79-37D633B846F1}">
                <asvg:svgBlip xmlns:asvg="http://schemas.microsoft.com/office/drawing/2016/SVG/main" r:embed="rId62"/>
              </a:ext>
            </a:extLst>
          </a:blip>
          <a:stretch>
            <a:fillRect/>
          </a:stretch>
        </p:blipFill>
        <p:spPr>
          <a:xfrm>
            <a:off x="11144297" y="5202262"/>
            <a:ext cx="493200" cy="493200"/>
          </a:xfrm>
          <a:prstGeom prst="rect">
            <a:avLst/>
          </a:prstGeom>
        </p:spPr>
      </p:pic>
      <p:pic>
        <p:nvPicPr>
          <p:cNvPr id="126" name="Graphic 39">
            <a:extLst>
              <a:ext uri="{FF2B5EF4-FFF2-40B4-BE49-F238E27FC236}">
                <a16:creationId xmlns:a16="http://schemas.microsoft.com/office/drawing/2014/main" id="{3FC69086-85B0-1360-4208-789D70C5DFEF}"/>
              </a:ext>
            </a:extLst>
          </p:cNvPr>
          <p:cNvPicPr>
            <a:picLocks noChangeAspect="1"/>
          </p:cNvPicPr>
          <p:nvPr/>
        </p:nvPicPr>
        <p:blipFill>
          <a:blip r:embed="rId63">
            <a:extLst>
              <a:ext uri="{96DAC541-7B7A-43D3-8B79-37D633B846F1}">
                <asvg:svgBlip xmlns:asvg="http://schemas.microsoft.com/office/drawing/2016/SVG/main" r:embed="rId64"/>
              </a:ext>
            </a:extLst>
          </a:blip>
          <a:stretch>
            <a:fillRect/>
          </a:stretch>
        </p:blipFill>
        <p:spPr>
          <a:xfrm>
            <a:off x="11144297" y="2413487"/>
            <a:ext cx="493200" cy="493200"/>
          </a:xfrm>
          <a:prstGeom prst="rect">
            <a:avLst/>
          </a:prstGeom>
        </p:spPr>
      </p:pic>
      <p:pic>
        <p:nvPicPr>
          <p:cNvPr id="6" name="Picture 86">
            <a:extLst>
              <a:ext uri="{FF2B5EF4-FFF2-40B4-BE49-F238E27FC236}">
                <a16:creationId xmlns:a16="http://schemas.microsoft.com/office/drawing/2014/main" id="{41BD087F-A11D-97FB-EB52-6EAC6B3EC67A}"/>
              </a:ext>
            </a:extLst>
          </p:cNvPr>
          <p:cNvPicPr>
            <a:picLocks noChangeAspect="1"/>
          </p:cNvPicPr>
          <p:nvPr/>
        </p:nvPicPr>
        <p:blipFill>
          <a:blip r:embed="rId65">
            <a:extLst>
              <a:ext uri="{96DAC541-7B7A-43D3-8B79-37D633B846F1}">
                <asvg:svgBlip xmlns:asvg="http://schemas.microsoft.com/office/drawing/2016/SVG/main" r:embed="rId66"/>
              </a:ext>
            </a:extLst>
          </a:blip>
          <a:srcRect/>
          <a:stretch/>
        </p:blipFill>
        <p:spPr>
          <a:xfrm>
            <a:off x="9214050" y="4271169"/>
            <a:ext cx="496870" cy="496870"/>
          </a:xfrm>
          <a:prstGeom prst="rect">
            <a:avLst/>
          </a:prstGeom>
        </p:spPr>
      </p:pic>
    </p:spTree>
    <p:extLst>
      <p:ext uri="{BB962C8B-B14F-4D97-AF65-F5344CB8AC3E}">
        <p14:creationId xmlns:p14="http://schemas.microsoft.com/office/powerpoint/2010/main" val="357292421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016EAC-78EB-0EEC-812B-2446320E297F}"/>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1A2F6833-45FD-151F-D8EE-F9D5EF4929DB}"/>
              </a:ext>
            </a:extLst>
          </p:cNvPr>
          <p:cNvSpPr>
            <a:spLocks noGrp="1"/>
          </p:cNvSpPr>
          <p:nvPr>
            <p:ph type="title"/>
          </p:nvPr>
        </p:nvSpPr>
        <p:spPr>
          <a:xfrm>
            <a:off x="587375" y="549275"/>
            <a:ext cx="10513250" cy="466725"/>
          </a:xfrm>
        </p:spPr>
        <p:txBody>
          <a:bodyPr/>
          <a:lstStyle/>
          <a:p>
            <a:r>
              <a:rPr lang="de-DE" dirty="0"/>
              <a:t>Images</a:t>
            </a:r>
          </a:p>
        </p:txBody>
      </p:sp>
      <p:sp>
        <p:nvSpPr>
          <p:cNvPr id="4" name="Foliennummernplatzhalter 3">
            <a:extLst>
              <a:ext uri="{FF2B5EF4-FFF2-40B4-BE49-F238E27FC236}">
                <a16:creationId xmlns:a16="http://schemas.microsoft.com/office/drawing/2014/main" id="{BD83F4CE-FFE7-D59C-AB45-319D29A535EA}"/>
              </a:ext>
            </a:extLst>
          </p:cNvPr>
          <p:cNvSpPr>
            <a:spLocks noGrp="1"/>
          </p:cNvSpPr>
          <p:nvPr>
            <p:ph type="sldNum" sz="quarter" idx="12"/>
          </p:nvPr>
        </p:nvSpPr>
        <p:spPr>
          <a:xfrm>
            <a:off x="11100625" y="6432680"/>
            <a:ext cx="504000" cy="195263"/>
          </a:xfrm>
        </p:spPr>
        <p:txBody>
          <a:bodyPr/>
          <a:lstStyle/>
          <a:p>
            <a:fld id="{67CD7502-7F22-405E-8273-ECAD6156DDA0}" type="slidenum">
              <a:rPr lang="de-DE" smtClean="0"/>
              <a:pPr/>
              <a:t>24</a:t>
            </a:fld>
            <a:endParaRPr lang="de-DE"/>
          </a:p>
        </p:txBody>
      </p:sp>
      <p:sp>
        <p:nvSpPr>
          <p:cNvPr id="69" name="Textplatzhalter 68">
            <a:extLst>
              <a:ext uri="{FF2B5EF4-FFF2-40B4-BE49-F238E27FC236}">
                <a16:creationId xmlns:a16="http://schemas.microsoft.com/office/drawing/2014/main" id="{CA39EACF-0B9D-8098-4957-70C30FB992D5}"/>
              </a:ext>
            </a:extLst>
          </p:cNvPr>
          <p:cNvSpPr>
            <a:spLocks noGrp="1"/>
          </p:cNvSpPr>
          <p:nvPr>
            <p:ph type="body" sz="quarter" idx="13"/>
          </p:nvPr>
        </p:nvSpPr>
        <p:spPr/>
        <p:txBody>
          <a:bodyPr/>
          <a:lstStyle/>
          <a:p>
            <a:endParaRPr lang="de-DE"/>
          </a:p>
        </p:txBody>
      </p:sp>
      <p:sp>
        <p:nvSpPr>
          <p:cNvPr id="66" name="Fußzeilenplatzhalter 65">
            <a:extLst>
              <a:ext uri="{FF2B5EF4-FFF2-40B4-BE49-F238E27FC236}">
                <a16:creationId xmlns:a16="http://schemas.microsoft.com/office/drawing/2014/main" id="{8832908A-BBAD-8238-AA48-325EA35588FE}"/>
              </a:ext>
            </a:extLst>
          </p:cNvPr>
          <p:cNvSpPr>
            <a:spLocks noGrp="1"/>
          </p:cNvSpPr>
          <p:nvPr>
            <p:ph type="ftr" sz="quarter" idx="11"/>
          </p:nvPr>
        </p:nvSpPr>
        <p:spPr/>
        <p:txBody>
          <a:bodyPr/>
          <a:lstStyle/>
          <a:p>
            <a:r>
              <a:rPr lang="de-DE"/>
              <a:t>Restricted</a:t>
            </a:r>
          </a:p>
        </p:txBody>
      </p:sp>
      <p:pic>
        <p:nvPicPr>
          <p:cNvPr id="7" name="Grafik 6">
            <a:extLst>
              <a:ext uri="{FF2B5EF4-FFF2-40B4-BE49-F238E27FC236}">
                <a16:creationId xmlns:a16="http://schemas.microsoft.com/office/drawing/2014/main" id="{58FE6F65-BDF8-DD32-1BEA-19F215F5B1F1}"/>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79425" y="1341438"/>
            <a:ext cx="1728000" cy="1152000"/>
          </a:xfrm>
          <a:prstGeom prst="rect">
            <a:avLst/>
          </a:prstGeom>
        </p:spPr>
      </p:pic>
      <p:pic>
        <p:nvPicPr>
          <p:cNvPr id="8" name="Grafik 8">
            <a:extLst>
              <a:ext uri="{FF2B5EF4-FFF2-40B4-BE49-F238E27FC236}">
                <a16:creationId xmlns:a16="http://schemas.microsoft.com/office/drawing/2014/main" id="{56C6188B-C2B6-CCF8-E0FA-0DDCA129A753}"/>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2380642" y="1341438"/>
            <a:ext cx="1728000" cy="1152000"/>
          </a:xfrm>
          <a:prstGeom prst="rect">
            <a:avLst/>
          </a:prstGeom>
        </p:spPr>
      </p:pic>
      <p:pic>
        <p:nvPicPr>
          <p:cNvPr id="9" name="Grafik 10">
            <a:extLst>
              <a:ext uri="{FF2B5EF4-FFF2-40B4-BE49-F238E27FC236}">
                <a16:creationId xmlns:a16="http://schemas.microsoft.com/office/drawing/2014/main" id="{86877C36-AEC5-8442-ADBA-75F1CAF03A68}"/>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4281859" y="1341438"/>
            <a:ext cx="1728000" cy="1152000"/>
          </a:xfrm>
          <a:prstGeom prst="rect">
            <a:avLst/>
          </a:prstGeom>
        </p:spPr>
      </p:pic>
      <p:pic>
        <p:nvPicPr>
          <p:cNvPr id="10" name="Grafik 12">
            <a:extLst>
              <a:ext uri="{FF2B5EF4-FFF2-40B4-BE49-F238E27FC236}">
                <a16:creationId xmlns:a16="http://schemas.microsoft.com/office/drawing/2014/main" id="{9E24C2F8-5213-7BBD-B594-2CCAE2CD450F}"/>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6183076" y="1341438"/>
            <a:ext cx="1728000" cy="1152000"/>
          </a:xfrm>
          <a:prstGeom prst="rect">
            <a:avLst/>
          </a:prstGeom>
        </p:spPr>
      </p:pic>
      <p:pic>
        <p:nvPicPr>
          <p:cNvPr id="11" name="Grafik 14">
            <a:extLst>
              <a:ext uri="{FF2B5EF4-FFF2-40B4-BE49-F238E27FC236}">
                <a16:creationId xmlns:a16="http://schemas.microsoft.com/office/drawing/2014/main" id="{2FB103F1-3FD3-E4A5-33BC-DC7615FE9BB2}"/>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8084293" y="1341438"/>
            <a:ext cx="1728000" cy="1152000"/>
          </a:xfrm>
          <a:prstGeom prst="rect">
            <a:avLst/>
          </a:prstGeom>
        </p:spPr>
      </p:pic>
      <p:pic>
        <p:nvPicPr>
          <p:cNvPr id="12" name="Grafik 16">
            <a:extLst>
              <a:ext uri="{FF2B5EF4-FFF2-40B4-BE49-F238E27FC236}">
                <a16:creationId xmlns:a16="http://schemas.microsoft.com/office/drawing/2014/main" id="{4A488B38-21E7-04F1-D289-FE55B85200FC}"/>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9985508" y="1341438"/>
            <a:ext cx="1728000" cy="1152000"/>
          </a:xfrm>
          <a:prstGeom prst="rect">
            <a:avLst/>
          </a:prstGeom>
        </p:spPr>
      </p:pic>
      <p:pic>
        <p:nvPicPr>
          <p:cNvPr id="13" name="Grafik 18">
            <a:extLst>
              <a:ext uri="{FF2B5EF4-FFF2-40B4-BE49-F238E27FC236}">
                <a16:creationId xmlns:a16="http://schemas.microsoft.com/office/drawing/2014/main" id="{37FAF082-B381-4E20-7A81-A86750A40A98}"/>
              </a:ext>
            </a:extLst>
          </p:cNvPr>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a:xfrm>
            <a:off x="479776" y="2653200"/>
            <a:ext cx="1728000" cy="1152000"/>
          </a:xfrm>
          <a:prstGeom prst="rect">
            <a:avLst/>
          </a:prstGeom>
        </p:spPr>
      </p:pic>
      <p:pic>
        <p:nvPicPr>
          <p:cNvPr id="14" name="Grafik 20">
            <a:extLst>
              <a:ext uri="{FF2B5EF4-FFF2-40B4-BE49-F238E27FC236}">
                <a16:creationId xmlns:a16="http://schemas.microsoft.com/office/drawing/2014/main" id="{140B6A11-1C5D-B1A6-6B79-706F31AA5A15}"/>
              </a:ext>
            </a:extLst>
          </p:cNvPr>
          <p:cNvPicPr>
            <a:picLocks noChangeAspect="1"/>
          </p:cNvPicPr>
          <p:nvPr/>
        </p:nvPicPr>
        <p:blipFill>
          <a:blip r:embed="rId9" cstate="screen">
            <a:extLst>
              <a:ext uri="{28A0092B-C50C-407E-A947-70E740481C1C}">
                <a14:useLocalDpi xmlns:a14="http://schemas.microsoft.com/office/drawing/2010/main"/>
              </a:ext>
            </a:extLst>
          </a:blip>
          <a:stretch>
            <a:fillRect/>
          </a:stretch>
        </p:blipFill>
        <p:spPr>
          <a:xfrm>
            <a:off x="2380736" y="2653200"/>
            <a:ext cx="1728000" cy="1152000"/>
          </a:xfrm>
          <a:prstGeom prst="rect">
            <a:avLst/>
          </a:prstGeom>
        </p:spPr>
      </p:pic>
      <p:pic>
        <p:nvPicPr>
          <p:cNvPr id="15" name="Grafik 22">
            <a:extLst>
              <a:ext uri="{FF2B5EF4-FFF2-40B4-BE49-F238E27FC236}">
                <a16:creationId xmlns:a16="http://schemas.microsoft.com/office/drawing/2014/main" id="{77A585A3-772E-21A2-E7F6-860939F1B642}"/>
              </a:ext>
            </a:extLst>
          </p:cNvPr>
          <p:cNvPicPr>
            <a:picLocks noChangeAspect="1"/>
          </p:cNvPicPr>
          <p:nvPr/>
        </p:nvPicPr>
        <p:blipFill>
          <a:blip r:embed="rId10" cstate="screen">
            <a:extLst>
              <a:ext uri="{28A0092B-C50C-407E-A947-70E740481C1C}">
                <a14:useLocalDpi xmlns:a14="http://schemas.microsoft.com/office/drawing/2010/main"/>
              </a:ext>
            </a:extLst>
          </a:blip>
          <a:stretch>
            <a:fillRect/>
          </a:stretch>
        </p:blipFill>
        <p:spPr>
          <a:xfrm>
            <a:off x="4281696" y="2653200"/>
            <a:ext cx="1728000" cy="1152000"/>
          </a:xfrm>
          <a:prstGeom prst="rect">
            <a:avLst/>
          </a:prstGeom>
        </p:spPr>
      </p:pic>
      <p:pic>
        <p:nvPicPr>
          <p:cNvPr id="16" name="Grafik 24">
            <a:extLst>
              <a:ext uri="{FF2B5EF4-FFF2-40B4-BE49-F238E27FC236}">
                <a16:creationId xmlns:a16="http://schemas.microsoft.com/office/drawing/2014/main" id="{62C411E7-C5BD-2BB2-A7F0-44EDE992F44C}"/>
              </a:ext>
            </a:extLst>
          </p:cNvPr>
          <p:cNvPicPr>
            <a:picLocks noChangeAspect="1"/>
          </p:cNvPicPr>
          <p:nvPr/>
        </p:nvPicPr>
        <p:blipFill>
          <a:blip r:embed="rId11" cstate="screen">
            <a:extLst>
              <a:ext uri="{28A0092B-C50C-407E-A947-70E740481C1C}">
                <a14:useLocalDpi xmlns:a14="http://schemas.microsoft.com/office/drawing/2010/main"/>
              </a:ext>
            </a:extLst>
          </a:blip>
          <a:stretch>
            <a:fillRect/>
          </a:stretch>
        </p:blipFill>
        <p:spPr>
          <a:xfrm>
            <a:off x="6182656" y="2653200"/>
            <a:ext cx="1728000" cy="1152000"/>
          </a:xfrm>
          <a:prstGeom prst="rect">
            <a:avLst/>
          </a:prstGeom>
        </p:spPr>
      </p:pic>
      <p:pic>
        <p:nvPicPr>
          <p:cNvPr id="17" name="Grafik 26">
            <a:extLst>
              <a:ext uri="{FF2B5EF4-FFF2-40B4-BE49-F238E27FC236}">
                <a16:creationId xmlns:a16="http://schemas.microsoft.com/office/drawing/2014/main" id="{EF887561-9484-BF11-3462-03091A877EF4}"/>
              </a:ext>
            </a:extLst>
          </p:cNvPr>
          <p:cNvPicPr>
            <a:picLocks noChangeAspect="1"/>
          </p:cNvPicPr>
          <p:nvPr/>
        </p:nvPicPr>
        <p:blipFill>
          <a:blip r:embed="rId12" cstate="screen">
            <a:extLst>
              <a:ext uri="{28A0092B-C50C-407E-A947-70E740481C1C}">
                <a14:useLocalDpi xmlns:a14="http://schemas.microsoft.com/office/drawing/2010/main"/>
              </a:ext>
            </a:extLst>
          </a:blip>
          <a:stretch>
            <a:fillRect/>
          </a:stretch>
        </p:blipFill>
        <p:spPr>
          <a:xfrm>
            <a:off x="8083616" y="2653200"/>
            <a:ext cx="1728000" cy="1152000"/>
          </a:xfrm>
          <a:prstGeom prst="rect">
            <a:avLst/>
          </a:prstGeom>
        </p:spPr>
      </p:pic>
      <p:pic>
        <p:nvPicPr>
          <p:cNvPr id="18" name="Grafik 28">
            <a:extLst>
              <a:ext uri="{FF2B5EF4-FFF2-40B4-BE49-F238E27FC236}">
                <a16:creationId xmlns:a16="http://schemas.microsoft.com/office/drawing/2014/main" id="{70B2A131-CD7A-8203-A208-0DB484612E09}"/>
              </a:ext>
            </a:extLst>
          </p:cNvPr>
          <p:cNvPicPr>
            <a:picLocks noChangeAspect="1"/>
          </p:cNvPicPr>
          <p:nvPr/>
        </p:nvPicPr>
        <p:blipFill>
          <a:blip r:embed="rId13" cstate="screen">
            <a:extLst>
              <a:ext uri="{28A0092B-C50C-407E-A947-70E740481C1C}">
                <a14:useLocalDpi xmlns:a14="http://schemas.microsoft.com/office/drawing/2010/main"/>
              </a:ext>
            </a:extLst>
          </a:blip>
          <a:stretch>
            <a:fillRect/>
          </a:stretch>
        </p:blipFill>
        <p:spPr>
          <a:xfrm>
            <a:off x="9984575" y="2653200"/>
            <a:ext cx="1728000" cy="1152000"/>
          </a:xfrm>
          <a:prstGeom prst="rect">
            <a:avLst/>
          </a:prstGeom>
        </p:spPr>
      </p:pic>
      <p:pic>
        <p:nvPicPr>
          <p:cNvPr id="19" name="Grafik 30">
            <a:extLst>
              <a:ext uri="{FF2B5EF4-FFF2-40B4-BE49-F238E27FC236}">
                <a16:creationId xmlns:a16="http://schemas.microsoft.com/office/drawing/2014/main" id="{1548990D-F989-AB85-B7B4-53E57B92B986}"/>
              </a:ext>
            </a:extLst>
          </p:cNvPr>
          <p:cNvPicPr>
            <a:picLocks noChangeAspect="1"/>
          </p:cNvPicPr>
          <p:nvPr/>
        </p:nvPicPr>
        <p:blipFill>
          <a:blip r:embed="rId14" cstate="screen">
            <a:extLst>
              <a:ext uri="{28A0092B-C50C-407E-A947-70E740481C1C}">
                <a14:useLocalDpi xmlns:a14="http://schemas.microsoft.com/office/drawing/2010/main"/>
              </a:ext>
            </a:extLst>
          </a:blip>
          <a:stretch>
            <a:fillRect/>
          </a:stretch>
        </p:blipFill>
        <p:spPr>
          <a:xfrm>
            <a:off x="479425" y="3970800"/>
            <a:ext cx="1728000" cy="1152000"/>
          </a:xfrm>
          <a:prstGeom prst="rect">
            <a:avLst/>
          </a:prstGeom>
        </p:spPr>
      </p:pic>
      <p:pic>
        <p:nvPicPr>
          <p:cNvPr id="20" name="Grafik 32">
            <a:extLst>
              <a:ext uri="{FF2B5EF4-FFF2-40B4-BE49-F238E27FC236}">
                <a16:creationId xmlns:a16="http://schemas.microsoft.com/office/drawing/2014/main" id="{9D105A95-4920-BC85-1D1A-9795034F7561}"/>
              </a:ext>
            </a:extLst>
          </p:cNvPr>
          <p:cNvPicPr>
            <a:picLocks noChangeAspect="1"/>
          </p:cNvPicPr>
          <p:nvPr/>
        </p:nvPicPr>
        <p:blipFill>
          <a:blip r:embed="rId15" cstate="screen">
            <a:extLst>
              <a:ext uri="{28A0092B-C50C-407E-A947-70E740481C1C}">
                <a14:useLocalDpi xmlns:a14="http://schemas.microsoft.com/office/drawing/2010/main"/>
              </a:ext>
            </a:extLst>
          </a:blip>
          <a:stretch>
            <a:fillRect/>
          </a:stretch>
        </p:blipFill>
        <p:spPr>
          <a:xfrm>
            <a:off x="2380455" y="3970800"/>
            <a:ext cx="1728000" cy="1152000"/>
          </a:xfrm>
          <a:prstGeom prst="rect">
            <a:avLst/>
          </a:prstGeom>
        </p:spPr>
      </p:pic>
      <p:pic>
        <p:nvPicPr>
          <p:cNvPr id="21" name="Grafik 34">
            <a:extLst>
              <a:ext uri="{FF2B5EF4-FFF2-40B4-BE49-F238E27FC236}">
                <a16:creationId xmlns:a16="http://schemas.microsoft.com/office/drawing/2014/main" id="{8DB78A3B-B309-666F-6F30-26758477CE96}"/>
              </a:ext>
            </a:extLst>
          </p:cNvPr>
          <p:cNvPicPr>
            <a:picLocks noChangeAspect="1"/>
          </p:cNvPicPr>
          <p:nvPr/>
        </p:nvPicPr>
        <p:blipFill>
          <a:blip r:embed="rId16" cstate="screen">
            <a:extLst>
              <a:ext uri="{28A0092B-C50C-407E-A947-70E740481C1C}">
                <a14:useLocalDpi xmlns:a14="http://schemas.microsoft.com/office/drawing/2010/main"/>
              </a:ext>
            </a:extLst>
          </a:blip>
          <a:stretch>
            <a:fillRect/>
          </a:stretch>
        </p:blipFill>
        <p:spPr>
          <a:xfrm>
            <a:off x="4281485" y="3970800"/>
            <a:ext cx="1728000" cy="1152000"/>
          </a:xfrm>
          <a:prstGeom prst="rect">
            <a:avLst/>
          </a:prstGeom>
        </p:spPr>
      </p:pic>
      <p:pic>
        <p:nvPicPr>
          <p:cNvPr id="22" name="Grafik 36">
            <a:extLst>
              <a:ext uri="{FF2B5EF4-FFF2-40B4-BE49-F238E27FC236}">
                <a16:creationId xmlns:a16="http://schemas.microsoft.com/office/drawing/2014/main" id="{572D5114-9B43-76CD-FDF4-2EB0513D54C1}"/>
              </a:ext>
            </a:extLst>
          </p:cNvPr>
          <p:cNvPicPr>
            <a:picLocks noChangeAspect="1"/>
          </p:cNvPicPr>
          <p:nvPr/>
        </p:nvPicPr>
        <p:blipFill>
          <a:blip r:embed="rId17" cstate="screen">
            <a:extLst>
              <a:ext uri="{28A0092B-C50C-407E-A947-70E740481C1C}">
                <a14:useLocalDpi xmlns:a14="http://schemas.microsoft.com/office/drawing/2010/main"/>
              </a:ext>
            </a:extLst>
          </a:blip>
          <a:stretch>
            <a:fillRect/>
          </a:stretch>
        </p:blipFill>
        <p:spPr>
          <a:xfrm>
            <a:off x="6182515" y="3970800"/>
            <a:ext cx="1728000" cy="1152000"/>
          </a:xfrm>
          <a:prstGeom prst="rect">
            <a:avLst/>
          </a:prstGeom>
        </p:spPr>
      </p:pic>
      <p:pic>
        <p:nvPicPr>
          <p:cNvPr id="23" name="Grafik 38">
            <a:extLst>
              <a:ext uri="{FF2B5EF4-FFF2-40B4-BE49-F238E27FC236}">
                <a16:creationId xmlns:a16="http://schemas.microsoft.com/office/drawing/2014/main" id="{72370C1A-6457-A546-C9A3-CEE96A6D8C78}"/>
              </a:ext>
            </a:extLst>
          </p:cNvPr>
          <p:cNvPicPr>
            <a:picLocks noChangeAspect="1"/>
          </p:cNvPicPr>
          <p:nvPr/>
        </p:nvPicPr>
        <p:blipFill>
          <a:blip r:embed="rId18" cstate="screen">
            <a:extLst>
              <a:ext uri="{28A0092B-C50C-407E-A947-70E740481C1C}">
                <a14:useLocalDpi xmlns:a14="http://schemas.microsoft.com/office/drawing/2010/main"/>
              </a:ext>
            </a:extLst>
          </a:blip>
          <a:stretch>
            <a:fillRect/>
          </a:stretch>
        </p:blipFill>
        <p:spPr>
          <a:xfrm>
            <a:off x="8083545" y="3970800"/>
            <a:ext cx="1728000" cy="1152000"/>
          </a:xfrm>
          <a:prstGeom prst="rect">
            <a:avLst/>
          </a:prstGeom>
        </p:spPr>
      </p:pic>
      <p:pic>
        <p:nvPicPr>
          <p:cNvPr id="24" name="Grafik 40">
            <a:extLst>
              <a:ext uri="{FF2B5EF4-FFF2-40B4-BE49-F238E27FC236}">
                <a16:creationId xmlns:a16="http://schemas.microsoft.com/office/drawing/2014/main" id="{A7CE74BB-9BF8-ACE0-6B81-DF71CA7AC561}"/>
              </a:ext>
            </a:extLst>
          </p:cNvPr>
          <p:cNvPicPr>
            <a:picLocks noChangeAspect="1"/>
          </p:cNvPicPr>
          <p:nvPr/>
        </p:nvPicPr>
        <p:blipFill>
          <a:blip r:embed="rId19" cstate="screen">
            <a:extLst>
              <a:ext uri="{28A0092B-C50C-407E-A947-70E740481C1C}">
                <a14:useLocalDpi xmlns:a14="http://schemas.microsoft.com/office/drawing/2010/main"/>
              </a:ext>
            </a:extLst>
          </a:blip>
          <a:stretch>
            <a:fillRect/>
          </a:stretch>
        </p:blipFill>
        <p:spPr>
          <a:xfrm>
            <a:off x="9984575" y="3970800"/>
            <a:ext cx="1728000" cy="1152000"/>
          </a:xfrm>
          <a:prstGeom prst="rect">
            <a:avLst/>
          </a:prstGeom>
        </p:spPr>
      </p:pic>
      <p:sp>
        <p:nvSpPr>
          <p:cNvPr id="25" name="TextBox 6">
            <a:extLst>
              <a:ext uri="{FF2B5EF4-FFF2-40B4-BE49-F238E27FC236}">
                <a16:creationId xmlns:a16="http://schemas.microsoft.com/office/drawing/2014/main" id="{BF7AFE79-0762-D190-3D58-1C0F70C3AEF8}"/>
              </a:ext>
            </a:extLst>
          </p:cNvPr>
          <p:cNvSpPr txBox="1"/>
          <p:nvPr/>
        </p:nvSpPr>
        <p:spPr>
          <a:xfrm>
            <a:off x="479425" y="5845272"/>
            <a:ext cx="9589695" cy="246221"/>
          </a:xfrm>
          <a:prstGeom prst="rect">
            <a:avLst/>
          </a:prstGeom>
          <a:noFill/>
        </p:spPr>
        <p:txBody>
          <a:bodyPr wrap="square" lIns="0" tIns="0" rIns="0" bIns="0" rtlCol="0">
            <a:spAutoFit/>
          </a:bodyPr>
          <a:lstStyle/>
          <a:p>
            <a:r>
              <a:rPr lang="en-US" sz="1600" dirty="0">
                <a:solidFill>
                  <a:srgbClr val="73737D"/>
                </a:solidFill>
              </a:rPr>
              <a:t>The full image </a:t>
            </a:r>
            <a:r>
              <a:rPr lang="en-US" sz="1600" dirty="0">
                <a:solidFill>
                  <a:srgbClr val="73737D"/>
                </a:solidFill>
                <a:effectLst/>
              </a:rPr>
              <a:t>collection is available </a:t>
            </a:r>
            <a:r>
              <a:rPr lang="en-US" sz="1600" dirty="0">
                <a:solidFill>
                  <a:srgbClr val="73737D"/>
                </a:solidFill>
              </a:rPr>
              <a:t>on the</a:t>
            </a:r>
            <a:r>
              <a:rPr lang="en-US" sz="1600" dirty="0">
                <a:solidFill>
                  <a:srgbClr val="73737D"/>
                </a:solidFill>
                <a:effectLst/>
              </a:rPr>
              <a:t> </a:t>
            </a:r>
            <a:r>
              <a:rPr lang="en-GB" sz="1600" b="1" u="sng" dirty="0">
                <a:solidFill>
                  <a:schemeClr val="tx2"/>
                </a:solidFill>
                <a:latin typeface="+mj-lt"/>
                <a:hlinkClick r:id="rId20">
                  <a:extLst>
                    <a:ext uri="{A12FA001-AC4F-418D-AE19-62706E023703}">
                      <ahyp:hlinkClr xmlns:ahyp="http://schemas.microsoft.com/office/drawing/2018/hyperlinkcolor" val="tx"/>
                    </a:ext>
                  </a:extLst>
                </a:hlinkClick>
              </a:rPr>
              <a:t>Brand Factory</a:t>
            </a:r>
            <a:r>
              <a:rPr lang="en-GB" sz="1600" dirty="0">
                <a:latin typeface="+mj-lt"/>
              </a:rPr>
              <a:t>.</a:t>
            </a:r>
            <a:endParaRPr lang="en-GB" sz="1600" dirty="0">
              <a:effectLst/>
            </a:endParaRPr>
          </a:p>
        </p:txBody>
      </p:sp>
    </p:spTree>
    <p:extLst>
      <p:ext uri="{BB962C8B-B14F-4D97-AF65-F5344CB8AC3E}">
        <p14:creationId xmlns:p14="http://schemas.microsoft.com/office/powerpoint/2010/main" val="58169832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itel 26">
            <a:extLst>
              <a:ext uri="{FF2B5EF4-FFF2-40B4-BE49-F238E27FC236}">
                <a16:creationId xmlns:a16="http://schemas.microsoft.com/office/drawing/2014/main" id="{0B198B66-990C-FA52-D6E6-3D2390A93B7F}"/>
              </a:ext>
            </a:extLst>
          </p:cNvPr>
          <p:cNvSpPr>
            <a:spLocks noGrp="1"/>
          </p:cNvSpPr>
          <p:nvPr>
            <p:ph type="title"/>
          </p:nvPr>
        </p:nvSpPr>
        <p:spPr/>
        <p:txBody>
          <a:bodyPr/>
          <a:lstStyle/>
          <a:p>
            <a:endParaRPr lang="de-DE"/>
          </a:p>
        </p:txBody>
      </p:sp>
      <p:sp>
        <p:nvSpPr>
          <p:cNvPr id="28" name="Inhaltsplatzhalter 27">
            <a:extLst>
              <a:ext uri="{FF2B5EF4-FFF2-40B4-BE49-F238E27FC236}">
                <a16:creationId xmlns:a16="http://schemas.microsoft.com/office/drawing/2014/main" id="{55A20E2A-9803-8898-12FC-7976A3CA3F57}"/>
              </a:ext>
            </a:extLst>
          </p:cNvPr>
          <p:cNvSpPr>
            <a:spLocks noGrp="1"/>
          </p:cNvSpPr>
          <p:nvPr>
            <p:ph sz="half" idx="1"/>
          </p:nvPr>
        </p:nvSpPr>
        <p:spPr/>
        <p:txBody>
          <a:bodyPr/>
          <a:lstStyle/>
          <a:p>
            <a:endParaRPr lang="de-DE"/>
          </a:p>
        </p:txBody>
      </p:sp>
      <p:sp>
        <p:nvSpPr>
          <p:cNvPr id="6" name="Foliennummernplatzhalter 5">
            <a:extLst>
              <a:ext uri="{FF2B5EF4-FFF2-40B4-BE49-F238E27FC236}">
                <a16:creationId xmlns:a16="http://schemas.microsoft.com/office/drawing/2014/main" id="{A46B9B54-4276-0F03-2CC1-3AE0113877C1}"/>
              </a:ext>
            </a:extLst>
          </p:cNvPr>
          <p:cNvSpPr>
            <a:spLocks noGrp="1"/>
          </p:cNvSpPr>
          <p:nvPr>
            <p:ph type="sldNum" sz="quarter" idx="12"/>
          </p:nvPr>
        </p:nvSpPr>
        <p:spPr>
          <a:xfrm>
            <a:off x="11100625" y="6432680"/>
            <a:ext cx="504000" cy="195263"/>
          </a:xfrm>
        </p:spPr>
        <p:txBody>
          <a:bodyPr/>
          <a:lstStyle/>
          <a:p>
            <a:fld id="{67CD7502-7F22-405E-8273-ECAD6156DDA0}" type="slidenum">
              <a:rPr lang="de-DE" smtClean="0"/>
              <a:pPr/>
              <a:t>25</a:t>
            </a:fld>
            <a:endParaRPr lang="de-DE"/>
          </a:p>
        </p:txBody>
      </p:sp>
      <p:sp>
        <p:nvSpPr>
          <p:cNvPr id="30" name="Textplatzhalter 29">
            <a:extLst>
              <a:ext uri="{FF2B5EF4-FFF2-40B4-BE49-F238E27FC236}">
                <a16:creationId xmlns:a16="http://schemas.microsoft.com/office/drawing/2014/main" id="{EF486721-FA64-D669-9037-C8B0DDE7A635}"/>
              </a:ext>
            </a:extLst>
          </p:cNvPr>
          <p:cNvSpPr>
            <a:spLocks noGrp="1"/>
          </p:cNvSpPr>
          <p:nvPr>
            <p:ph type="body" sz="quarter" idx="13"/>
          </p:nvPr>
        </p:nvSpPr>
        <p:spPr/>
        <p:txBody>
          <a:bodyPr/>
          <a:lstStyle/>
          <a:p>
            <a:endParaRPr lang="de-DE"/>
          </a:p>
        </p:txBody>
      </p:sp>
      <p:sp>
        <p:nvSpPr>
          <p:cNvPr id="7" name="Rectangle 11">
            <a:extLst>
              <a:ext uri="{FF2B5EF4-FFF2-40B4-BE49-F238E27FC236}">
                <a16:creationId xmlns:a16="http://schemas.microsoft.com/office/drawing/2014/main" id="{7CFF5851-8EEA-6803-85C2-F252BDE55599}"/>
              </a:ext>
            </a:extLst>
          </p:cNvPr>
          <p:cNvSpPr/>
          <p:nvPr/>
        </p:nvSpPr>
        <p:spPr>
          <a:xfrm>
            <a:off x="3395835" y="1484312"/>
            <a:ext cx="8208789" cy="4398597"/>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12">
            <a:extLst>
              <a:ext uri="{FF2B5EF4-FFF2-40B4-BE49-F238E27FC236}">
                <a16:creationId xmlns:a16="http://schemas.microsoft.com/office/drawing/2014/main" id="{57901B5A-54FE-0CD1-A96B-8631BC083BD5}"/>
              </a:ext>
            </a:extLst>
          </p:cNvPr>
          <p:cNvSpPr txBox="1"/>
          <p:nvPr/>
        </p:nvSpPr>
        <p:spPr>
          <a:xfrm>
            <a:off x="3395835" y="2543905"/>
            <a:ext cx="2595562" cy="615553"/>
          </a:xfrm>
          <a:prstGeom prst="rect">
            <a:avLst/>
          </a:prstGeom>
          <a:noFill/>
        </p:spPr>
        <p:txBody>
          <a:bodyPr wrap="square" lIns="0" tIns="0" rIns="0" bIns="0" rtlCol="0">
            <a:spAutoFit/>
          </a:bodyPr>
          <a:lstStyle/>
          <a:p>
            <a:pPr algn="ctr"/>
            <a:r>
              <a:rPr lang="en-GB" sz="4000" b="1">
                <a:solidFill>
                  <a:srgbClr val="0050FF"/>
                </a:solidFill>
                <a:effectLst/>
                <a:latin typeface="+mj-lt"/>
              </a:rPr>
              <a:t>23,000</a:t>
            </a:r>
          </a:p>
        </p:txBody>
      </p:sp>
      <p:sp>
        <p:nvSpPr>
          <p:cNvPr id="9" name="TextBox 13">
            <a:extLst>
              <a:ext uri="{FF2B5EF4-FFF2-40B4-BE49-F238E27FC236}">
                <a16:creationId xmlns:a16="http://schemas.microsoft.com/office/drawing/2014/main" id="{32C099CA-FFBD-89EA-994B-E8743523B7B8}"/>
              </a:ext>
            </a:extLst>
          </p:cNvPr>
          <p:cNvSpPr txBox="1"/>
          <p:nvPr/>
        </p:nvSpPr>
        <p:spPr>
          <a:xfrm>
            <a:off x="3395663" y="3145367"/>
            <a:ext cx="2595734" cy="307777"/>
          </a:xfrm>
          <a:prstGeom prst="rect">
            <a:avLst/>
          </a:prstGeom>
          <a:noFill/>
        </p:spPr>
        <p:txBody>
          <a:bodyPr wrap="square" lIns="0" tIns="0" rIns="0" bIns="0" rtlCol="0">
            <a:spAutoFit/>
          </a:bodyPr>
          <a:lstStyle/>
          <a:p>
            <a:pPr algn="ctr"/>
            <a:r>
              <a:rPr lang="en-US" sz="1000" dirty="0">
                <a:solidFill>
                  <a:srgbClr val="73737D"/>
                </a:solidFill>
                <a:effectLst/>
              </a:rPr>
              <a:t>Sample text first line. </a:t>
            </a:r>
            <a:br>
              <a:rPr lang="en-US" sz="1000" dirty="0">
                <a:solidFill>
                  <a:srgbClr val="73737D"/>
                </a:solidFill>
                <a:effectLst/>
              </a:rPr>
            </a:br>
            <a:r>
              <a:rPr lang="en-US" sz="1000" dirty="0">
                <a:solidFill>
                  <a:srgbClr val="73737D"/>
                </a:solidFill>
                <a:effectLst/>
              </a:rPr>
              <a:t>Sample text second line.</a:t>
            </a:r>
            <a:endParaRPr lang="en-GB" sz="1000" dirty="0">
              <a:solidFill>
                <a:srgbClr val="73737D"/>
              </a:solidFill>
              <a:effectLst/>
            </a:endParaRPr>
          </a:p>
        </p:txBody>
      </p:sp>
      <p:sp>
        <p:nvSpPr>
          <p:cNvPr id="10" name="TextBox 14">
            <a:extLst>
              <a:ext uri="{FF2B5EF4-FFF2-40B4-BE49-F238E27FC236}">
                <a16:creationId xmlns:a16="http://schemas.microsoft.com/office/drawing/2014/main" id="{EE4B18EE-60F7-7689-0F12-1D24B4230A46}"/>
              </a:ext>
            </a:extLst>
          </p:cNvPr>
          <p:cNvSpPr txBox="1"/>
          <p:nvPr/>
        </p:nvSpPr>
        <p:spPr>
          <a:xfrm>
            <a:off x="6221413" y="2543905"/>
            <a:ext cx="2595562" cy="615553"/>
          </a:xfrm>
          <a:prstGeom prst="rect">
            <a:avLst/>
          </a:prstGeom>
          <a:noFill/>
        </p:spPr>
        <p:txBody>
          <a:bodyPr wrap="square" lIns="0" tIns="0" rIns="0" bIns="0" rtlCol="0">
            <a:spAutoFit/>
          </a:bodyPr>
          <a:lstStyle/>
          <a:p>
            <a:pPr algn="ctr"/>
            <a:r>
              <a:rPr lang="en-GB" sz="4000" b="1">
                <a:solidFill>
                  <a:srgbClr val="0050FF"/>
                </a:solidFill>
                <a:effectLst/>
                <a:latin typeface="+mj-lt"/>
              </a:rPr>
              <a:t>55</a:t>
            </a:r>
          </a:p>
        </p:txBody>
      </p:sp>
      <p:sp>
        <p:nvSpPr>
          <p:cNvPr id="11" name="TextBox 15">
            <a:extLst>
              <a:ext uri="{FF2B5EF4-FFF2-40B4-BE49-F238E27FC236}">
                <a16:creationId xmlns:a16="http://schemas.microsoft.com/office/drawing/2014/main" id="{FC7575B7-23C8-0E26-5617-93D3469BC2E5}"/>
              </a:ext>
            </a:extLst>
          </p:cNvPr>
          <p:cNvSpPr txBox="1"/>
          <p:nvPr/>
        </p:nvSpPr>
        <p:spPr>
          <a:xfrm>
            <a:off x="6221413" y="3145367"/>
            <a:ext cx="2595734" cy="307777"/>
          </a:xfrm>
          <a:prstGeom prst="rect">
            <a:avLst/>
          </a:prstGeom>
          <a:noFill/>
        </p:spPr>
        <p:txBody>
          <a:bodyPr wrap="square" lIns="0" tIns="0" rIns="0" bIns="0" rtlCol="0">
            <a:spAutoFit/>
          </a:bodyPr>
          <a:lstStyle/>
          <a:p>
            <a:pPr algn="ctr"/>
            <a:r>
              <a:rPr lang="en-US" sz="1000" dirty="0">
                <a:solidFill>
                  <a:srgbClr val="73737D"/>
                </a:solidFill>
                <a:effectLst/>
              </a:rPr>
              <a:t>Sample text first line. </a:t>
            </a:r>
            <a:br>
              <a:rPr lang="en-US" sz="1000" dirty="0">
                <a:solidFill>
                  <a:srgbClr val="73737D"/>
                </a:solidFill>
                <a:effectLst/>
              </a:rPr>
            </a:br>
            <a:r>
              <a:rPr lang="en-US" sz="1000" dirty="0">
                <a:solidFill>
                  <a:srgbClr val="73737D"/>
                </a:solidFill>
                <a:effectLst/>
              </a:rPr>
              <a:t>Sample text second line.</a:t>
            </a:r>
            <a:endParaRPr lang="en-GB" sz="1000" dirty="0">
              <a:solidFill>
                <a:srgbClr val="73737D"/>
              </a:solidFill>
              <a:effectLst/>
            </a:endParaRPr>
          </a:p>
        </p:txBody>
      </p:sp>
      <p:sp>
        <p:nvSpPr>
          <p:cNvPr id="12" name="TextBox 16">
            <a:extLst>
              <a:ext uri="{FF2B5EF4-FFF2-40B4-BE49-F238E27FC236}">
                <a16:creationId xmlns:a16="http://schemas.microsoft.com/office/drawing/2014/main" id="{38402A18-E524-FBF9-627D-281C0CB7D3B9}"/>
              </a:ext>
            </a:extLst>
          </p:cNvPr>
          <p:cNvSpPr txBox="1"/>
          <p:nvPr/>
        </p:nvSpPr>
        <p:spPr>
          <a:xfrm>
            <a:off x="8923745" y="2468516"/>
            <a:ext cx="2595562" cy="615553"/>
          </a:xfrm>
          <a:prstGeom prst="rect">
            <a:avLst/>
          </a:prstGeom>
          <a:noFill/>
        </p:spPr>
        <p:txBody>
          <a:bodyPr wrap="square" lIns="0" tIns="0" rIns="0" bIns="0" rtlCol="0">
            <a:spAutoFit/>
          </a:bodyPr>
          <a:lstStyle/>
          <a:p>
            <a:pPr algn="ctr"/>
            <a:r>
              <a:rPr lang="en-GB" sz="4000" b="1">
                <a:solidFill>
                  <a:srgbClr val="0050FF"/>
                </a:solidFill>
                <a:effectLst/>
                <a:latin typeface="+mj-lt"/>
              </a:rPr>
              <a:t>8</a:t>
            </a:r>
          </a:p>
        </p:txBody>
      </p:sp>
      <p:sp>
        <p:nvSpPr>
          <p:cNvPr id="13" name="TextBox 17">
            <a:extLst>
              <a:ext uri="{FF2B5EF4-FFF2-40B4-BE49-F238E27FC236}">
                <a16:creationId xmlns:a16="http://schemas.microsoft.com/office/drawing/2014/main" id="{643E7EC0-8E03-0773-61D4-62F7DBFF322E}"/>
              </a:ext>
            </a:extLst>
          </p:cNvPr>
          <p:cNvSpPr txBox="1"/>
          <p:nvPr/>
        </p:nvSpPr>
        <p:spPr>
          <a:xfrm>
            <a:off x="9030516" y="3145367"/>
            <a:ext cx="2595734" cy="307777"/>
          </a:xfrm>
          <a:prstGeom prst="rect">
            <a:avLst/>
          </a:prstGeom>
          <a:noFill/>
        </p:spPr>
        <p:txBody>
          <a:bodyPr wrap="square" lIns="0" tIns="0" rIns="0" bIns="0" rtlCol="0">
            <a:spAutoFit/>
          </a:bodyPr>
          <a:lstStyle/>
          <a:p>
            <a:pPr algn="ctr"/>
            <a:r>
              <a:rPr lang="en-US" sz="1000" dirty="0">
                <a:solidFill>
                  <a:srgbClr val="73737D"/>
                </a:solidFill>
                <a:effectLst/>
              </a:rPr>
              <a:t>Sample text first line. </a:t>
            </a:r>
            <a:br>
              <a:rPr lang="en-US" sz="1000" dirty="0">
                <a:solidFill>
                  <a:srgbClr val="73737D"/>
                </a:solidFill>
                <a:effectLst/>
              </a:rPr>
            </a:br>
            <a:r>
              <a:rPr lang="en-US" sz="1000" dirty="0">
                <a:solidFill>
                  <a:srgbClr val="73737D"/>
                </a:solidFill>
                <a:effectLst/>
              </a:rPr>
              <a:t>Sample text second line.</a:t>
            </a:r>
            <a:endParaRPr lang="en-GB" sz="1000" dirty="0">
              <a:solidFill>
                <a:srgbClr val="73737D"/>
              </a:solidFill>
              <a:effectLst/>
            </a:endParaRPr>
          </a:p>
        </p:txBody>
      </p:sp>
      <p:sp>
        <p:nvSpPr>
          <p:cNvPr id="14" name="TextBox 18">
            <a:extLst>
              <a:ext uri="{FF2B5EF4-FFF2-40B4-BE49-F238E27FC236}">
                <a16:creationId xmlns:a16="http://schemas.microsoft.com/office/drawing/2014/main" id="{E4EA4FAE-AC69-9933-73C3-349D1EF047BC}"/>
              </a:ext>
            </a:extLst>
          </p:cNvPr>
          <p:cNvSpPr txBox="1"/>
          <p:nvPr/>
        </p:nvSpPr>
        <p:spPr>
          <a:xfrm>
            <a:off x="3395835" y="4693980"/>
            <a:ext cx="2595562" cy="615553"/>
          </a:xfrm>
          <a:prstGeom prst="rect">
            <a:avLst/>
          </a:prstGeom>
          <a:noFill/>
        </p:spPr>
        <p:txBody>
          <a:bodyPr wrap="square" lIns="0" tIns="0" rIns="0" bIns="0" rtlCol="0">
            <a:spAutoFit/>
          </a:bodyPr>
          <a:lstStyle/>
          <a:p>
            <a:pPr algn="ctr"/>
            <a:r>
              <a:rPr lang="en-GB" sz="4000" b="1">
                <a:solidFill>
                  <a:srgbClr val="0050FF"/>
                </a:solidFill>
                <a:latin typeface="+mj-lt"/>
              </a:rPr>
              <a:t>€6.3m</a:t>
            </a:r>
            <a:endParaRPr lang="en-GB" sz="4000" b="1">
              <a:solidFill>
                <a:srgbClr val="0050FF"/>
              </a:solidFill>
              <a:effectLst/>
              <a:latin typeface="+mj-lt"/>
            </a:endParaRPr>
          </a:p>
        </p:txBody>
      </p:sp>
      <p:sp>
        <p:nvSpPr>
          <p:cNvPr id="15" name="TextBox 19">
            <a:extLst>
              <a:ext uri="{FF2B5EF4-FFF2-40B4-BE49-F238E27FC236}">
                <a16:creationId xmlns:a16="http://schemas.microsoft.com/office/drawing/2014/main" id="{89714253-5181-72DC-5E6D-EBA507D9DA49}"/>
              </a:ext>
            </a:extLst>
          </p:cNvPr>
          <p:cNvSpPr txBox="1"/>
          <p:nvPr/>
        </p:nvSpPr>
        <p:spPr>
          <a:xfrm>
            <a:off x="3395663" y="5295442"/>
            <a:ext cx="2595734" cy="307777"/>
          </a:xfrm>
          <a:prstGeom prst="rect">
            <a:avLst/>
          </a:prstGeom>
          <a:noFill/>
        </p:spPr>
        <p:txBody>
          <a:bodyPr wrap="square" lIns="0" tIns="0" rIns="0" bIns="0" rtlCol="0">
            <a:spAutoFit/>
          </a:bodyPr>
          <a:lstStyle/>
          <a:p>
            <a:pPr algn="ctr"/>
            <a:r>
              <a:rPr lang="en-US" sz="1000" dirty="0">
                <a:solidFill>
                  <a:srgbClr val="73737D"/>
                </a:solidFill>
                <a:effectLst/>
              </a:rPr>
              <a:t>Sample text first line. </a:t>
            </a:r>
            <a:br>
              <a:rPr lang="en-US" sz="1000" dirty="0">
                <a:solidFill>
                  <a:srgbClr val="73737D"/>
                </a:solidFill>
                <a:effectLst/>
              </a:rPr>
            </a:br>
            <a:r>
              <a:rPr lang="en-US" sz="1000" dirty="0">
                <a:solidFill>
                  <a:srgbClr val="73737D"/>
                </a:solidFill>
                <a:effectLst/>
              </a:rPr>
              <a:t>Sample text second line.</a:t>
            </a:r>
            <a:endParaRPr lang="en-GB" sz="1000" dirty="0">
              <a:solidFill>
                <a:srgbClr val="73737D"/>
              </a:solidFill>
              <a:effectLst/>
            </a:endParaRPr>
          </a:p>
        </p:txBody>
      </p:sp>
      <p:sp>
        <p:nvSpPr>
          <p:cNvPr id="16" name="TextBox 20">
            <a:extLst>
              <a:ext uri="{FF2B5EF4-FFF2-40B4-BE49-F238E27FC236}">
                <a16:creationId xmlns:a16="http://schemas.microsoft.com/office/drawing/2014/main" id="{E5B4763A-8809-B27A-CFC3-7E8D6C8E823B}"/>
              </a:ext>
            </a:extLst>
          </p:cNvPr>
          <p:cNvSpPr txBox="1"/>
          <p:nvPr/>
        </p:nvSpPr>
        <p:spPr>
          <a:xfrm>
            <a:off x="6221413" y="4693980"/>
            <a:ext cx="2595562" cy="615553"/>
          </a:xfrm>
          <a:prstGeom prst="rect">
            <a:avLst/>
          </a:prstGeom>
          <a:noFill/>
        </p:spPr>
        <p:txBody>
          <a:bodyPr wrap="square" lIns="0" tIns="0" rIns="0" bIns="0" rtlCol="0">
            <a:spAutoFit/>
          </a:bodyPr>
          <a:lstStyle/>
          <a:p>
            <a:pPr algn="ctr"/>
            <a:r>
              <a:rPr lang="en-GB" sz="4000" b="1">
                <a:solidFill>
                  <a:srgbClr val="0050FF"/>
                </a:solidFill>
                <a:effectLst/>
                <a:latin typeface="+mj-lt"/>
              </a:rPr>
              <a:t>607</a:t>
            </a:r>
          </a:p>
        </p:txBody>
      </p:sp>
      <p:sp>
        <p:nvSpPr>
          <p:cNvPr id="17" name="TextBox 21">
            <a:extLst>
              <a:ext uri="{FF2B5EF4-FFF2-40B4-BE49-F238E27FC236}">
                <a16:creationId xmlns:a16="http://schemas.microsoft.com/office/drawing/2014/main" id="{041E5C1A-4B4C-AA21-914B-AF0A3A2ADC5D}"/>
              </a:ext>
            </a:extLst>
          </p:cNvPr>
          <p:cNvSpPr txBox="1"/>
          <p:nvPr/>
        </p:nvSpPr>
        <p:spPr>
          <a:xfrm>
            <a:off x="6221413" y="5295442"/>
            <a:ext cx="2595734" cy="307777"/>
          </a:xfrm>
          <a:prstGeom prst="rect">
            <a:avLst/>
          </a:prstGeom>
          <a:noFill/>
        </p:spPr>
        <p:txBody>
          <a:bodyPr wrap="square" lIns="0" tIns="0" rIns="0" bIns="0" rtlCol="0">
            <a:spAutoFit/>
          </a:bodyPr>
          <a:lstStyle/>
          <a:p>
            <a:pPr algn="ctr"/>
            <a:r>
              <a:rPr lang="en-US" sz="1000" dirty="0">
                <a:solidFill>
                  <a:srgbClr val="73737D"/>
                </a:solidFill>
                <a:effectLst/>
              </a:rPr>
              <a:t>Sample text first line. </a:t>
            </a:r>
            <a:br>
              <a:rPr lang="en-US" sz="1000" dirty="0">
                <a:solidFill>
                  <a:srgbClr val="73737D"/>
                </a:solidFill>
                <a:effectLst/>
              </a:rPr>
            </a:br>
            <a:r>
              <a:rPr lang="en-US" sz="1000" dirty="0">
                <a:solidFill>
                  <a:srgbClr val="73737D"/>
                </a:solidFill>
                <a:effectLst/>
              </a:rPr>
              <a:t>Sample text second line.</a:t>
            </a:r>
            <a:endParaRPr lang="en-GB" sz="1000" dirty="0">
              <a:solidFill>
                <a:srgbClr val="73737D"/>
              </a:solidFill>
              <a:effectLst/>
            </a:endParaRPr>
          </a:p>
        </p:txBody>
      </p:sp>
      <p:sp>
        <p:nvSpPr>
          <p:cNvPr id="18" name="TextBox 22">
            <a:extLst>
              <a:ext uri="{FF2B5EF4-FFF2-40B4-BE49-F238E27FC236}">
                <a16:creationId xmlns:a16="http://schemas.microsoft.com/office/drawing/2014/main" id="{C49C6814-1FE8-C61E-A1EE-65C0AD63A86C}"/>
              </a:ext>
            </a:extLst>
          </p:cNvPr>
          <p:cNvSpPr txBox="1"/>
          <p:nvPr/>
        </p:nvSpPr>
        <p:spPr>
          <a:xfrm>
            <a:off x="9030516" y="4693980"/>
            <a:ext cx="2595562" cy="615553"/>
          </a:xfrm>
          <a:prstGeom prst="rect">
            <a:avLst/>
          </a:prstGeom>
          <a:noFill/>
        </p:spPr>
        <p:txBody>
          <a:bodyPr wrap="square" lIns="0" tIns="0" rIns="0" bIns="0" rtlCol="0">
            <a:spAutoFit/>
          </a:bodyPr>
          <a:lstStyle/>
          <a:p>
            <a:pPr algn="ctr"/>
            <a:r>
              <a:rPr lang="en-GB" sz="4000" b="1">
                <a:solidFill>
                  <a:srgbClr val="0050FF"/>
                </a:solidFill>
                <a:latin typeface="+mj-lt"/>
              </a:rPr>
              <a:t>16</a:t>
            </a:r>
            <a:endParaRPr lang="en-GB" sz="4000" b="1">
              <a:solidFill>
                <a:srgbClr val="0050FF"/>
              </a:solidFill>
              <a:effectLst/>
              <a:latin typeface="+mj-lt"/>
            </a:endParaRPr>
          </a:p>
        </p:txBody>
      </p:sp>
      <p:sp>
        <p:nvSpPr>
          <p:cNvPr id="19" name="TextBox 23">
            <a:extLst>
              <a:ext uri="{FF2B5EF4-FFF2-40B4-BE49-F238E27FC236}">
                <a16:creationId xmlns:a16="http://schemas.microsoft.com/office/drawing/2014/main" id="{B904E7D7-C3A0-7B5A-CBE6-51C224B1BECB}"/>
              </a:ext>
            </a:extLst>
          </p:cNvPr>
          <p:cNvSpPr txBox="1"/>
          <p:nvPr/>
        </p:nvSpPr>
        <p:spPr>
          <a:xfrm>
            <a:off x="9030516" y="5295442"/>
            <a:ext cx="2595734" cy="307777"/>
          </a:xfrm>
          <a:prstGeom prst="rect">
            <a:avLst/>
          </a:prstGeom>
          <a:noFill/>
        </p:spPr>
        <p:txBody>
          <a:bodyPr wrap="square" lIns="0" tIns="0" rIns="0" bIns="0" rtlCol="0">
            <a:spAutoFit/>
          </a:bodyPr>
          <a:lstStyle/>
          <a:p>
            <a:pPr algn="ctr"/>
            <a:r>
              <a:rPr lang="en-US" sz="1000" dirty="0">
                <a:solidFill>
                  <a:srgbClr val="73737D"/>
                </a:solidFill>
                <a:effectLst/>
              </a:rPr>
              <a:t>Sample text first line. </a:t>
            </a:r>
            <a:br>
              <a:rPr lang="en-US" sz="1000" dirty="0">
                <a:solidFill>
                  <a:srgbClr val="73737D"/>
                </a:solidFill>
                <a:effectLst/>
              </a:rPr>
            </a:br>
            <a:r>
              <a:rPr lang="en-US" sz="1000" dirty="0">
                <a:solidFill>
                  <a:srgbClr val="73737D"/>
                </a:solidFill>
                <a:effectLst/>
              </a:rPr>
              <a:t>Sample text second line.</a:t>
            </a:r>
            <a:endParaRPr lang="en-GB" sz="1000" dirty="0">
              <a:solidFill>
                <a:srgbClr val="73737D"/>
              </a:solidFill>
              <a:effectLst/>
            </a:endParaRPr>
          </a:p>
        </p:txBody>
      </p:sp>
      <p:pic>
        <p:nvPicPr>
          <p:cNvPr id="20" name="Picture 1" descr="A blue cube with an arrow&#10;&#10;Description automatically generated">
            <a:extLst>
              <a:ext uri="{FF2B5EF4-FFF2-40B4-BE49-F238E27FC236}">
                <a16:creationId xmlns:a16="http://schemas.microsoft.com/office/drawing/2014/main" id="{7C076414-4D02-3B0E-8CB8-1471EC3B15F3}"/>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4333722" y="1702020"/>
            <a:ext cx="792000" cy="792000"/>
          </a:xfrm>
          <a:prstGeom prst="rect">
            <a:avLst/>
          </a:prstGeom>
        </p:spPr>
      </p:pic>
      <p:pic>
        <p:nvPicPr>
          <p:cNvPr id="21" name="Picture 2" descr="A blue phone and plus sign&#10;&#10;Description automatically generated">
            <a:extLst>
              <a:ext uri="{FF2B5EF4-FFF2-40B4-BE49-F238E27FC236}">
                <a16:creationId xmlns:a16="http://schemas.microsoft.com/office/drawing/2014/main" id="{6317991D-264C-25B5-3F87-244336681B19}"/>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7114956" y="1732949"/>
            <a:ext cx="792000" cy="792000"/>
          </a:xfrm>
          <a:prstGeom prst="rect">
            <a:avLst/>
          </a:prstGeom>
        </p:spPr>
      </p:pic>
      <p:pic>
        <p:nvPicPr>
          <p:cNvPr id="22" name="Picture 3" descr="A blue trophy with a graph on it&#10;&#10;Description automatically generated">
            <a:extLst>
              <a:ext uri="{FF2B5EF4-FFF2-40B4-BE49-F238E27FC236}">
                <a16:creationId xmlns:a16="http://schemas.microsoft.com/office/drawing/2014/main" id="{BC7CC830-8049-B198-AEB3-840389ED00B8}"/>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9861632" y="1732949"/>
            <a:ext cx="792000" cy="792000"/>
          </a:xfrm>
          <a:prstGeom prst="rect">
            <a:avLst/>
          </a:prstGeom>
        </p:spPr>
      </p:pic>
      <p:pic>
        <p:nvPicPr>
          <p:cNvPr id="23" name="Picture 6" descr="A blue star with a plus sign&#10;&#10;Description automatically generated">
            <a:extLst>
              <a:ext uri="{FF2B5EF4-FFF2-40B4-BE49-F238E27FC236}">
                <a16:creationId xmlns:a16="http://schemas.microsoft.com/office/drawing/2014/main" id="{6A941C28-5500-32CF-8002-01B4D9FF208E}"/>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4297530" y="3927807"/>
            <a:ext cx="792000" cy="792000"/>
          </a:xfrm>
          <a:prstGeom prst="rect">
            <a:avLst/>
          </a:prstGeom>
        </p:spPr>
      </p:pic>
      <p:pic>
        <p:nvPicPr>
          <p:cNvPr id="24" name="Picture 7" descr="A blue cross on a black background&#10;&#10;Description automatically generated">
            <a:extLst>
              <a:ext uri="{FF2B5EF4-FFF2-40B4-BE49-F238E27FC236}">
                <a16:creationId xmlns:a16="http://schemas.microsoft.com/office/drawing/2014/main" id="{6A0B2A97-6211-985D-BD81-9F4E6BC31F2F}"/>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7114956" y="3927807"/>
            <a:ext cx="792000" cy="792000"/>
          </a:xfrm>
          <a:prstGeom prst="rect">
            <a:avLst/>
          </a:prstGeom>
        </p:spPr>
      </p:pic>
      <p:pic>
        <p:nvPicPr>
          <p:cNvPr id="25" name="Picture 10" descr="A blue bell with a black background&#10;&#10;Description automatically generated">
            <a:extLst>
              <a:ext uri="{FF2B5EF4-FFF2-40B4-BE49-F238E27FC236}">
                <a16:creationId xmlns:a16="http://schemas.microsoft.com/office/drawing/2014/main" id="{CF5737D1-32E5-6DBF-568E-AD927062A2BD}"/>
              </a:ext>
            </a:extLst>
          </p:cNvPr>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9940534" y="3927807"/>
            <a:ext cx="792000" cy="792000"/>
          </a:xfrm>
          <a:prstGeom prst="rect">
            <a:avLst/>
          </a:prstGeom>
        </p:spPr>
      </p:pic>
      <p:sp>
        <p:nvSpPr>
          <p:cNvPr id="2" name="Fußzeilenplatzhalter 1">
            <a:extLst>
              <a:ext uri="{FF2B5EF4-FFF2-40B4-BE49-F238E27FC236}">
                <a16:creationId xmlns:a16="http://schemas.microsoft.com/office/drawing/2014/main" id="{FD40BCE9-AB74-083A-5652-B03DD4C826EB}"/>
              </a:ext>
            </a:extLst>
          </p:cNvPr>
          <p:cNvSpPr>
            <a:spLocks noGrp="1"/>
          </p:cNvSpPr>
          <p:nvPr>
            <p:ph type="ftr" sz="quarter" idx="11"/>
          </p:nvPr>
        </p:nvSpPr>
        <p:spPr/>
        <p:txBody>
          <a:bodyPr/>
          <a:lstStyle/>
          <a:p>
            <a:r>
              <a:rPr lang="de-DE"/>
              <a:t>Restricted</a:t>
            </a:r>
          </a:p>
        </p:txBody>
      </p:sp>
    </p:spTree>
    <p:extLst>
      <p:ext uri="{BB962C8B-B14F-4D97-AF65-F5344CB8AC3E}">
        <p14:creationId xmlns:p14="http://schemas.microsoft.com/office/powerpoint/2010/main" val="144606267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el 8">
            <a:extLst>
              <a:ext uri="{FF2B5EF4-FFF2-40B4-BE49-F238E27FC236}">
                <a16:creationId xmlns:a16="http://schemas.microsoft.com/office/drawing/2014/main" id="{E16B0A3E-0DE6-0BD5-99E8-4A9932730E7E}"/>
              </a:ext>
            </a:extLst>
          </p:cNvPr>
          <p:cNvSpPr>
            <a:spLocks noGrp="1"/>
          </p:cNvSpPr>
          <p:nvPr>
            <p:ph type="title"/>
          </p:nvPr>
        </p:nvSpPr>
        <p:spPr/>
        <p:txBody>
          <a:bodyPr/>
          <a:lstStyle/>
          <a:p>
            <a:endParaRPr lang="de-DE"/>
          </a:p>
        </p:txBody>
      </p:sp>
      <p:sp>
        <p:nvSpPr>
          <p:cNvPr id="10" name="Inhaltsplatzhalter 9">
            <a:extLst>
              <a:ext uri="{FF2B5EF4-FFF2-40B4-BE49-F238E27FC236}">
                <a16:creationId xmlns:a16="http://schemas.microsoft.com/office/drawing/2014/main" id="{A84B1F52-A7B5-B247-4C75-734B79C0ABD2}"/>
              </a:ext>
            </a:extLst>
          </p:cNvPr>
          <p:cNvSpPr>
            <a:spLocks noGrp="1"/>
          </p:cNvSpPr>
          <p:nvPr>
            <p:ph sz="half" idx="1"/>
          </p:nvPr>
        </p:nvSpPr>
        <p:spPr/>
        <p:txBody>
          <a:bodyPr/>
          <a:lstStyle/>
          <a:p>
            <a:endParaRPr lang="de-DE"/>
          </a:p>
        </p:txBody>
      </p:sp>
      <p:sp>
        <p:nvSpPr>
          <p:cNvPr id="6" name="Foliennummernplatzhalter 5">
            <a:extLst>
              <a:ext uri="{FF2B5EF4-FFF2-40B4-BE49-F238E27FC236}">
                <a16:creationId xmlns:a16="http://schemas.microsoft.com/office/drawing/2014/main" id="{A46B9B54-4276-0F03-2CC1-3AE0113877C1}"/>
              </a:ext>
            </a:extLst>
          </p:cNvPr>
          <p:cNvSpPr>
            <a:spLocks noGrp="1"/>
          </p:cNvSpPr>
          <p:nvPr>
            <p:ph type="sldNum" sz="quarter" idx="12"/>
          </p:nvPr>
        </p:nvSpPr>
        <p:spPr>
          <a:xfrm>
            <a:off x="11100625" y="6432680"/>
            <a:ext cx="504000" cy="195263"/>
          </a:xfrm>
        </p:spPr>
        <p:txBody>
          <a:bodyPr/>
          <a:lstStyle/>
          <a:p>
            <a:fld id="{67CD7502-7F22-405E-8273-ECAD6156DDA0}" type="slidenum">
              <a:rPr lang="de-DE" smtClean="0"/>
              <a:pPr/>
              <a:t>26</a:t>
            </a:fld>
            <a:endParaRPr lang="de-DE"/>
          </a:p>
        </p:txBody>
      </p:sp>
      <p:sp>
        <p:nvSpPr>
          <p:cNvPr id="12" name="Textplatzhalter 11">
            <a:extLst>
              <a:ext uri="{FF2B5EF4-FFF2-40B4-BE49-F238E27FC236}">
                <a16:creationId xmlns:a16="http://schemas.microsoft.com/office/drawing/2014/main" id="{0EC374DD-4520-DE81-782C-643BF28800DF}"/>
              </a:ext>
            </a:extLst>
          </p:cNvPr>
          <p:cNvSpPr>
            <a:spLocks noGrp="1"/>
          </p:cNvSpPr>
          <p:nvPr>
            <p:ph type="body" sz="quarter" idx="13"/>
          </p:nvPr>
        </p:nvSpPr>
        <p:spPr/>
        <p:txBody>
          <a:bodyPr/>
          <a:lstStyle/>
          <a:p>
            <a:endParaRPr lang="de-DE"/>
          </a:p>
        </p:txBody>
      </p:sp>
      <p:graphicFrame>
        <p:nvGraphicFramePr>
          <p:cNvPr id="4" name="Content Placeholder 8">
            <a:extLst>
              <a:ext uri="{FF2B5EF4-FFF2-40B4-BE49-F238E27FC236}">
                <a16:creationId xmlns:a16="http://schemas.microsoft.com/office/drawing/2014/main" id="{07C702B4-4742-671D-E1DA-8DE777470C30}"/>
              </a:ext>
            </a:extLst>
          </p:cNvPr>
          <p:cNvGraphicFramePr>
            <a:graphicFrameLocks/>
          </p:cNvGraphicFramePr>
          <p:nvPr>
            <p:extLst>
              <p:ext uri="{D42A27DB-BD31-4B8C-83A1-F6EECF244321}">
                <p14:modId xmlns:p14="http://schemas.microsoft.com/office/powerpoint/2010/main" val="1810630922"/>
              </p:ext>
            </p:extLst>
          </p:nvPr>
        </p:nvGraphicFramePr>
        <p:xfrm>
          <a:off x="3770722" y="1557044"/>
          <a:ext cx="7838664" cy="4447831"/>
        </p:xfrm>
        <a:graphic>
          <a:graphicData uri="http://schemas.openxmlformats.org/drawingml/2006/chart">
            <c:chart xmlns:c="http://schemas.openxmlformats.org/drawingml/2006/chart" xmlns:r="http://schemas.openxmlformats.org/officeDocument/2006/relationships" r:id="rId2"/>
          </a:graphicData>
        </a:graphic>
      </p:graphicFrame>
      <p:sp>
        <p:nvSpPr>
          <p:cNvPr id="26" name="TextBox 7">
            <a:extLst>
              <a:ext uri="{FF2B5EF4-FFF2-40B4-BE49-F238E27FC236}">
                <a16:creationId xmlns:a16="http://schemas.microsoft.com/office/drawing/2014/main" id="{C5E6F4C4-B600-C10E-95F0-E2D0FC798012}"/>
              </a:ext>
            </a:extLst>
          </p:cNvPr>
          <p:cNvSpPr txBox="1"/>
          <p:nvPr/>
        </p:nvSpPr>
        <p:spPr>
          <a:xfrm>
            <a:off x="8402595" y="1756855"/>
            <a:ext cx="2065057" cy="430887"/>
          </a:xfrm>
          <a:prstGeom prst="rect">
            <a:avLst/>
          </a:prstGeom>
          <a:noFill/>
        </p:spPr>
        <p:txBody>
          <a:bodyPr wrap="square" lIns="0" tIns="0" rIns="0" bIns="0" rtlCol="0">
            <a:spAutoFit/>
          </a:bodyPr>
          <a:lstStyle/>
          <a:p>
            <a:r>
              <a:rPr lang="en-US" b="1" dirty="0">
                <a:solidFill>
                  <a:schemeClr val="accent6"/>
                </a:solidFill>
              </a:rPr>
              <a:t>We’ve already </a:t>
            </a:r>
            <a:br>
              <a:rPr lang="en-US" b="1" dirty="0">
                <a:solidFill>
                  <a:schemeClr val="accent6"/>
                </a:solidFill>
              </a:rPr>
            </a:br>
            <a:r>
              <a:rPr lang="en-US" b="1" dirty="0">
                <a:solidFill>
                  <a:schemeClr val="accent6"/>
                </a:solidFill>
              </a:rPr>
              <a:t>reached our goal</a:t>
            </a:r>
          </a:p>
        </p:txBody>
      </p:sp>
      <p:sp>
        <p:nvSpPr>
          <p:cNvPr id="27" name="Oval 8">
            <a:extLst>
              <a:ext uri="{FF2B5EF4-FFF2-40B4-BE49-F238E27FC236}">
                <a16:creationId xmlns:a16="http://schemas.microsoft.com/office/drawing/2014/main" id="{834901C0-9C38-6828-5710-FE89E529D680}"/>
              </a:ext>
            </a:extLst>
          </p:cNvPr>
          <p:cNvSpPr/>
          <p:nvPr/>
        </p:nvSpPr>
        <p:spPr>
          <a:xfrm>
            <a:off x="10527436" y="1614361"/>
            <a:ext cx="838986" cy="838986"/>
          </a:xfrm>
          <a:prstGeom prst="ellipse">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900" b="1">
                <a:solidFill>
                  <a:schemeClr val="accent1"/>
                </a:solidFill>
              </a:rPr>
              <a:t>5.2%</a:t>
            </a:r>
          </a:p>
        </p:txBody>
      </p:sp>
      <p:sp>
        <p:nvSpPr>
          <p:cNvPr id="2" name="Fußzeilenplatzhalter 1">
            <a:extLst>
              <a:ext uri="{FF2B5EF4-FFF2-40B4-BE49-F238E27FC236}">
                <a16:creationId xmlns:a16="http://schemas.microsoft.com/office/drawing/2014/main" id="{D63AC2E3-B32A-D06E-6B22-EC60B22175A0}"/>
              </a:ext>
            </a:extLst>
          </p:cNvPr>
          <p:cNvSpPr>
            <a:spLocks noGrp="1"/>
          </p:cNvSpPr>
          <p:nvPr>
            <p:ph type="ftr" sz="quarter" idx="11"/>
          </p:nvPr>
        </p:nvSpPr>
        <p:spPr/>
        <p:txBody>
          <a:bodyPr/>
          <a:lstStyle/>
          <a:p>
            <a:r>
              <a:rPr lang="de-DE"/>
              <a:t>Restricted</a:t>
            </a:r>
          </a:p>
        </p:txBody>
      </p:sp>
    </p:spTree>
    <p:extLst>
      <p:ext uri="{BB962C8B-B14F-4D97-AF65-F5344CB8AC3E}">
        <p14:creationId xmlns:p14="http://schemas.microsoft.com/office/powerpoint/2010/main" val="284122769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el 7">
            <a:extLst>
              <a:ext uri="{FF2B5EF4-FFF2-40B4-BE49-F238E27FC236}">
                <a16:creationId xmlns:a16="http://schemas.microsoft.com/office/drawing/2014/main" id="{C1BDFA24-BDE2-F8BB-D1F9-2555FFD49B37}"/>
              </a:ext>
            </a:extLst>
          </p:cNvPr>
          <p:cNvSpPr>
            <a:spLocks noGrp="1"/>
          </p:cNvSpPr>
          <p:nvPr>
            <p:ph type="title"/>
          </p:nvPr>
        </p:nvSpPr>
        <p:spPr/>
        <p:txBody>
          <a:bodyPr/>
          <a:lstStyle/>
          <a:p>
            <a:endParaRPr lang="de-DE"/>
          </a:p>
        </p:txBody>
      </p:sp>
      <p:sp>
        <p:nvSpPr>
          <p:cNvPr id="4" name="Foliennummernplatzhalter 3">
            <a:extLst>
              <a:ext uri="{FF2B5EF4-FFF2-40B4-BE49-F238E27FC236}">
                <a16:creationId xmlns:a16="http://schemas.microsoft.com/office/drawing/2014/main" id="{B46E4B37-9466-5F36-18CE-00486A81596D}"/>
              </a:ext>
            </a:extLst>
          </p:cNvPr>
          <p:cNvSpPr>
            <a:spLocks noGrp="1"/>
          </p:cNvSpPr>
          <p:nvPr>
            <p:ph type="sldNum" sz="quarter" idx="12"/>
          </p:nvPr>
        </p:nvSpPr>
        <p:spPr>
          <a:xfrm>
            <a:off x="11100625" y="6432680"/>
            <a:ext cx="504000" cy="195263"/>
          </a:xfrm>
        </p:spPr>
        <p:txBody>
          <a:bodyPr/>
          <a:lstStyle/>
          <a:p>
            <a:fld id="{67CD7502-7F22-405E-8273-ECAD6156DDA0}" type="slidenum">
              <a:rPr lang="de-DE" smtClean="0"/>
              <a:pPr/>
              <a:t>27</a:t>
            </a:fld>
            <a:endParaRPr lang="de-DE"/>
          </a:p>
        </p:txBody>
      </p:sp>
      <p:sp>
        <p:nvSpPr>
          <p:cNvPr id="9" name="Textplatzhalter 8">
            <a:extLst>
              <a:ext uri="{FF2B5EF4-FFF2-40B4-BE49-F238E27FC236}">
                <a16:creationId xmlns:a16="http://schemas.microsoft.com/office/drawing/2014/main" id="{2DF143CC-7CF3-B0B9-94EF-1113B176194E}"/>
              </a:ext>
            </a:extLst>
          </p:cNvPr>
          <p:cNvSpPr>
            <a:spLocks noGrp="1"/>
          </p:cNvSpPr>
          <p:nvPr>
            <p:ph type="body" sz="quarter" idx="13"/>
          </p:nvPr>
        </p:nvSpPr>
        <p:spPr/>
        <p:txBody>
          <a:bodyPr/>
          <a:lstStyle/>
          <a:p>
            <a:endParaRPr lang="de-DE"/>
          </a:p>
        </p:txBody>
      </p:sp>
      <p:graphicFrame>
        <p:nvGraphicFramePr>
          <p:cNvPr id="5" name="Content Placeholder 7">
            <a:extLst>
              <a:ext uri="{FF2B5EF4-FFF2-40B4-BE49-F238E27FC236}">
                <a16:creationId xmlns:a16="http://schemas.microsoft.com/office/drawing/2014/main" id="{2ACB8281-9EC1-9CEF-F140-0E12B899D428}"/>
              </a:ext>
            </a:extLst>
          </p:cNvPr>
          <p:cNvGraphicFramePr>
            <a:graphicFrameLocks/>
          </p:cNvGraphicFramePr>
          <p:nvPr>
            <p:extLst>
              <p:ext uri="{D42A27DB-BD31-4B8C-83A1-F6EECF244321}">
                <p14:modId xmlns:p14="http://schemas.microsoft.com/office/powerpoint/2010/main" val="3764595188"/>
              </p:ext>
            </p:extLst>
          </p:nvPr>
        </p:nvGraphicFramePr>
        <p:xfrm>
          <a:off x="557213" y="1495425"/>
          <a:ext cx="11060112" cy="4533900"/>
        </p:xfrm>
        <a:graphic>
          <a:graphicData uri="http://schemas.openxmlformats.org/drawingml/2006/chart">
            <c:chart xmlns:c="http://schemas.openxmlformats.org/drawingml/2006/chart" xmlns:r="http://schemas.openxmlformats.org/officeDocument/2006/relationships" r:id="rId2"/>
          </a:graphicData>
        </a:graphic>
      </p:graphicFrame>
      <p:sp>
        <p:nvSpPr>
          <p:cNvPr id="2" name="Fußzeilenplatzhalter 1">
            <a:extLst>
              <a:ext uri="{FF2B5EF4-FFF2-40B4-BE49-F238E27FC236}">
                <a16:creationId xmlns:a16="http://schemas.microsoft.com/office/drawing/2014/main" id="{C0626F75-7ACA-1519-302C-9E59C496958A}"/>
              </a:ext>
            </a:extLst>
          </p:cNvPr>
          <p:cNvSpPr>
            <a:spLocks noGrp="1"/>
          </p:cNvSpPr>
          <p:nvPr>
            <p:ph type="ftr" sz="quarter" idx="11"/>
          </p:nvPr>
        </p:nvSpPr>
        <p:spPr/>
        <p:txBody>
          <a:bodyPr/>
          <a:lstStyle/>
          <a:p>
            <a:r>
              <a:rPr lang="de-DE"/>
              <a:t>Restricted</a:t>
            </a:r>
          </a:p>
        </p:txBody>
      </p:sp>
    </p:spTree>
    <p:extLst>
      <p:ext uri="{BB962C8B-B14F-4D97-AF65-F5344CB8AC3E}">
        <p14:creationId xmlns:p14="http://schemas.microsoft.com/office/powerpoint/2010/main" val="275307971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el 8">
            <a:extLst>
              <a:ext uri="{FF2B5EF4-FFF2-40B4-BE49-F238E27FC236}">
                <a16:creationId xmlns:a16="http://schemas.microsoft.com/office/drawing/2014/main" id="{35666AF9-F9D3-9BF0-EACA-8AB4680308F1}"/>
              </a:ext>
            </a:extLst>
          </p:cNvPr>
          <p:cNvSpPr>
            <a:spLocks noGrp="1"/>
          </p:cNvSpPr>
          <p:nvPr>
            <p:ph type="title"/>
          </p:nvPr>
        </p:nvSpPr>
        <p:spPr/>
        <p:txBody>
          <a:bodyPr/>
          <a:lstStyle/>
          <a:p>
            <a:endParaRPr lang="de-DE"/>
          </a:p>
        </p:txBody>
      </p:sp>
      <p:sp>
        <p:nvSpPr>
          <p:cNvPr id="4" name="Foliennummernplatzhalter 3">
            <a:extLst>
              <a:ext uri="{FF2B5EF4-FFF2-40B4-BE49-F238E27FC236}">
                <a16:creationId xmlns:a16="http://schemas.microsoft.com/office/drawing/2014/main" id="{ACF95F03-880D-DBD7-046C-46A4DDCE4B11}"/>
              </a:ext>
            </a:extLst>
          </p:cNvPr>
          <p:cNvSpPr>
            <a:spLocks noGrp="1"/>
          </p:cNvSpPr>
          <p:nvPr>
            <p:ph type="sldNum" sz="quarter" idx="12"/>
          </p:nvPr>
        </p:nvSpPr>
        <p:spPr>
          <a:xfrm>
            <a:off x="11100625" y="6432680"/>
            <a:ext cx="504000" cy="195263"/>
          </a:xfrm>
        </p:spPr>
        <p:txBody>
          <a:bodyPr/>
          <a:lstStyle/>
          <a:p>
            <a:fld id="{67CD7502-7F22-405E-8273-ECAD6156DDA0}" type="slidenum">
              <a:rPr lang="de-DE" smtClean="0"/>
              <a:pPr/>
              <a:t>28</a:t>
            </a:fld>
            <a:endParaRPr lang="de-DE"/>
          </a:p>
        </p:txBody>
      </p:sp>
      <p:sp>
        <p:nvSpPr>
          <p:cNvPr id="10" name="Textplatzhalter 9">
            <a:extLst>
              <a:ext uri="{FF2B5EF4-FFF2-40B4-BE49-F238E27FC236}">
                <a16:creationId xmlns:a16="http://schemas.microsoft.com/office/drawing/2014/main" id="{678FE23C-E545-AA8A-440D-FE0810FDF772}"/>
              </a:ext>
            </a:extLst>
          </p:cNvPr>
          <p:cNvSpPr>
            <a:spLocks noGrp="1"/>
          </p:cNvSpPr>
          <p:nvPr>
            <p:ph type="body" sz="quarter" idx="13"/>
          </p:nvPr>
        </p:nvSpPr>
        <p:spPr/>
        <p:txBody>
          <a:bodyPr/>
          <a:lstStyle/>
          <a:p>
            <a:endParaRPr lang="de-DE"/>
          </a:p>
        </p:txBody>
      </p:sp>
      <p:graphicFrame>
        <p:nvGraphicFramePr>
          <p:cNvPr id="5" name="Content Placeholder 7">
            <a:extLst>
              <a:ext uri="{FF2B5EF4-FFF2-40B4-BE49-F238E27FC236}">
                <a16:creationId xmlns:a16="http://schemas.microsoft.com/office/drawing/2014/main" id="{625A0459-B92C-CAB4-B5FC-4B640890A6FB}"/>
              </a:ext>
            </a:extLst>
          </p:cNvPr>
          <p:cNvGraphicFramePr>
            <a:graphicFrameLocks/>
          </p:cNvGraphicFramePr>
          <p:nvPr>
            <p:extLst>
              <p:ext uri="{D42A27DB-BD31-4B8C-83A1-F6EECF244321}">
                <p14:modId xmlns:p14="http://schemas.microsoft.com/office/powerpoint/2010/main" val="431172972"/>
              </p:ext>
            </p:extLst>
          </p:nvPr>
        </p:nvGraphicFramePr>
        <p:xfrm>
          <a:off x="679450" y="1374187"/>
          <a:ext cx="5232400" cy="4322763"/>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6" name="Content Placeholder 7">
            <a:extLst>
              <a:ext uri="{FF2B5EF4-FFF2-40B4-BE49-F238E27FC236}">
                <a16:creationId xmlns:a16="http://schemas.microsoft.com/office/drawing/2014/main" id="{16B7F664-3CC8-ED1B-04F3-AA5C8B1393AD}"/>
              </a:ext>
            </a:extLst>
          </p:cNvPr>
          <p:cNvGraphicFramePr>
            <a:graphicFrameLocks/>
          </p:cNvGraphicFramePr>
          <p:nvPr>
            <p:extLst>
              <p:ext uri="{D42A27DB-BD31-4B8C-83A1-F6EECF244321}">
                <p14:modId xmlns:p14="http://schemas.microsoft.com/office/powerpoint/2010/main" val="2550357227"/>
              </p:ext>
            </p:extLst>
          </p:nvPr>
        </p:nvGraphicFramePr>
        <p:xfrm>
          <a:off x="6280150" y="1374187"/>
          <a:ext cx="5232400" cy="4322763"/>
        </p:xfrm>
        <a:graphic>
          <a:graphicData uri="http://schemas.openxmlformats.org/drawingml/2006/chart">
            <c:chart xmlns:c="http://schemas.openxmlformats.org/drawingml/2006/chart" xmlns:r="http://schemas.openxmlformats.org/officeDocument/2006/relationships" r:id="rId3"/>
          </a:graphicData>
        </a:graphic>
      </p:graphicFrame>
      <p:sp>
        <p:nvSpPr>
          <p:cNvPr id="2" name="Fußzeilenplatzhalter 1">
            <a:extLst>
              <a:ext uri="{FF2B5EF4-FFF2-40B4-BE49-F238E27FC236}">
                <a16:creationId xmlns:a16="http://schemas.microsoft.com/office/drawing/2014/main" id="{AD21AF39-D16F-2FB0-F338-436091C645AA}"/>
              </a:ext>
            </a:extLst>
          </p:cNvPr>
          <p:cNvSpPr>
            <a:spLocks noGrp="1"/>
          </p:cNvSpPr>
          <p:nvPr>
            <p:ph type="ftr" sz="quarter" idx="11"/>
          </p:nvPr>
        </p:nvSpPr>
        <p:spPr/>
        <p:txBody>
          <a:bodyPr/>
          <a:lstStyle/>
          <a:p>
            <a:r>
              <a:rPr lang="de-DE"/>
              <a:t>Restricted</a:t>
            </a:r>
          </a:p>
        </p:txBody>
      </p:sp>
    </p:spTree>
    <p:extLst>
      <p:ext uri="{BB962C8B-B14F-4D97-AF65-F5344CB8AC3E}">
        <p14:creationId xmlns:p14="http://schemas.microsoft.com/office/powerpoint/2010/main" val="29701968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a:extLst>
              <a:ext uri="{FF2B5EF4-FFF2-40B4-BE49-F238E27FC236}">
                <a16:creationId xmlns:a16="http://schemas.microsoft.com/office/drawing/2014/main" id="{46663B24-281F-27BC-011C-41A110C2556D}"/>
              </a:ext>
            </a:extLst>
          </p:cNvPr>
          <p:cNvSpPr>
            <a:spLocks noGrp="1"/>
          </p:cNvSpPr>
          <p:nvPr>
            <p:ph type="title"/>
          </p:nvPr>
        </p:nvSpPr>
        <p:spPr/>
        <p:txBody>
          <a:bodyPr/>
          <a:lstStyle/>
          <a:p>
            <a:endParaRPr lang="de-DE"/>
          </a:p>
        </p:txBody>
      </p:sp>
      <p:sp>
        <p:nvSpPr>
          <p:cNvPr id="12" name="Inhaltsplatzhalter 11">
            <a:extLst>
              <a:ext uri="{FF2B5EF4-FFF2-40B4-BE49-F238E27FC236}">
                <a16:creationId xmlns:a16="http://schemas.microsoft.com/office/drawing/2014/main" id="{4D96388B-6EBA-80B1-B27D-D25063D2EB2A}"/>
              </a:ext>
            </a:extLst>
          </p:cNvPr>
          <p:cNvSpPr>
            <a:spLocks noGrp="1"/>
          </p:cNvSpPr>
          <p:nvPr>
            <p:ph sz="half" idx="1"/>
          </p:nvPr>
        </p:nvSpPr>
        <p:spPr/>
        <p:txBody>
          <a:bodyPr/>
          <a:lstStyle/>
          <a:p>
            <a:endParaRPr lang="de-DE"/>
          </a:p>
        </p:txBody>
      </p:sp>
      <p:sp>
        <p:nvSpPr>
          <p:cNvPr id="6" name="Foliennummernplatzhalter 5">
            <a:extLst>
              <a:ext uri="{FF2B5EF4-FFF2-40B4-BE49-F238E27FC236}">
                <a16:creationId xmlns:a16="http://schemas.microsoft.com/office/drawing/2014/main" id="{CC5A5584-ACD3-2BC0-2C64-E615F8362A03}"/>
              </a:ext>
            </a:extLst>
          </p:cNvPr>
          <p:cNvSpPr>
            <a:spLocks noGrp="1"/>
          </p:cNvSpPr>
          <p:nvPr>
            <p:ph type="sldNum" sz="quarter" idx="12"/>
          </p:nvPr>
        </p:nvSpPr>
        <p:spPr>
          <a:xfrm>
            <a:off x="11100625" y="6432680"/>
            <a:ext cx="504000" cy="195263"/>
          </a:xfrm>
        </p:spPr>
        <p:txBody>
          <a:bodyPr/>
          <a:lstStyle/>
          <a:p>
            <a:fld id="{67CD7502-7F22-405E-8273-ECAD6156DDA0}" type="slidenum">
              <a:rPr lang="de-DE" smtClean="0"/>
              <a:pPr/>
              <a:t>29</a:t>
            </a:fld>
            <a:endParaRPr lang="de-DE"/>
          </a:p>
        </p:txBody>
      </p:sp>
      <p:sp>
        <p:nvSpPr>
          <p:cNvPr id="14" name="Textplatzhalter 13">
            <a:extLst>
              <a:ext uri="{FF2B5EF4-FFF2-40B4-BE49-F238E27FC236}">
                <a16:creationId xmlns:a16="http://schemas.microsoft.com/office/drawing/2014/main" id="{8A2AF300-FEDD-FC51-E266-90A974221270}"/>
              </a:ext>
            </a:extLst>
          </p:cNvPr>
          <p:cNvSpPr>
            <a:spLocks noGrp="1"/>
          </p:cNvSpPr>
          <p:nvPr>
            <p:ph type="body" sz="quarter" idx="13"/>
          </p:nvPr>
        </p:nvSpPr>
        <p:spPr/>
        <p:txBody>
          <a:bodyPr/>
          <a:lstStyle/>
          <a:p>
            <a:endParaRPr lang="de-DE"/>
          </a:p>
        </p:txBody>
      </p:sp>
      <p:graphicFrame>
        <p:nvGraphicFramePr>
          <p:cNvPr id="7" name="Content Placeholder 8">
            <a:extLst>
              <a:ext uri="{FF2B5EF4-FFF2-40B4-BE49-F238E27FC236}">
                <a16:creationId xmlns:a16="http://schemas.microsoft.com/office/drawing/2014/main" id="{7BDD5203-B950-DD60-A99D-57EEBAB2B447}"/>
              </a:ext>
            </a:extLst>
          </p:cNvPr>
          <p:cNvGraphicFramePr>
            <a:graphicFrameLocks/>
          </p:cNvGraphicFramePr>
          <p:nvPr>
            <p:extLst>
              <p:ext uri="{D42A27DB-BD31-4B8C-83A1-F6EECF244321}">
                <p14:modId xmlns:p14="http://schemas.microsoft.com/office/powerpoint/2010/main" val="1056716218"/>
              </p:ext>
            </p:extLst>
          </p:nvPr>
        </p:nvGraphicFramePr>
        <p:xfrm>
          <a:off x="5115429" y="1235077"/>
          <a:ext cx="6999287" cy="4460875"/>
        </p:xfrm>
        <a:graphic>
          <a:graphicData uri="http://schemas.openxmlformats.org/drawingml/2006/chart">
            <c:chart xmlns:c="http://schemas.openxmlformats.org/drawingml/2006/chart" xmlns:r="http://schemas.openxmlformats.org/officeDocument/2006/relationships" r:id="rId2"/>
          </a:graphicData>
        </a:graphic>
      </p:graphicFrame>
      <p:sp>
        <p:nvSpPr>
          <p:cNvPr id="8" name="TextBox 7">
            <a:extLst>
              <a:ext uri="{FF2B5EF4-FFF2-40B4-BE49-F238E27FC236}">
                <a16:creationId xmlns:a16="http://schemas.microsoft.com/office/drawing/2014/main" id="{7F20667B-1A80-5FE8-C60A-84A889D922E5}"/>
              </a:ext>
            </a:extLst>
          </p:cNvPr>
          <p:cNvSpPr txBox="1"/>
          <p:nvPr/>
        </p:nvSpPr>
        <p:spPr>
          <a:xfrm>
            <a:off x="3338293" y="3856677"/>
            <a:ext cx="1756576" cy="430887"/>
          </a:xfrm>
          <a:prstGeom prst="rect">
            <a:avLst/>
          </a:prstGeom>
          <a:noFill/>
        </p:spPr>
        <p:txBody>
          <a:bodyPr wrap="square" lIns="0" tIns="0" rIns="0" bIns="0" rtlCol="0">
            <a:spAutoFit/>
          </a:bodyPr>
          <a:lstStyle/>
          <a:p>
            <a:r>
              <a:rPr lang="en-US" b="1" dirty="0">
                <a:solidFill>
                  <a:schemeClr val="accent6"/>
                </a:solidFill>
              </a:rPr>
              <a:t>We’ve had 530 views in May</a:t>
            </a:r>
          </a:p>
        </p:txBody>
      </p:sp>
      <p:sp>
        <p:nvSpPr>
          <p:cNvPr id="9" name="Oval 8">
            <a:extLst>
              <a:ext uri="{FF2B5EF4-FFF2-40B4-BE49-F238E27FC236}">
                <a16:creationId xmlns:a16="http://schemas.microsoft.com/office/drawing/2014/main" id="{57D26294-E3DD-68F2-7F35-81B057D392B6}"/>
              </a:ext>
            </a:extLst>
          </p:cNvPr>
          <p:cNvSpPr/>
          <p:nvPr/>
        </p:nvSpPr>
        <p:spPr>
          <a:xfrm>
            <a:off x="5139705" y="3707216"/>
            <a:ext cx="838986" cy="838986"/>
          </a:xfrm>
          <a:prstGeom prst="ellipse">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900" b="1" dirty="0">
                <a:solidFill>
                  <a:schemeClr val="accent1"/>
                </a:solidFill>
              </a:rPr>
              <a:t>May</a:t>
            </a:r>
          </a:p>
        </p:txBody>
      </p:sp>
      <p:sp>
        <p:nvSpPr>
          <p:cNvPr id="2" name="Fußzeilenplatzhalter 1">
            <a:extLst>
              <a:ext uri="{FF2B5EF4-FFF2-40B4-BE49-F238E27FC236}">
                <a16:creationId xmlns:a16="http://schemas.microsoft.com/office/drawing/2014/main" id="{010DEB4B-2D71-08F5-2B2F-893977176AE3}"/>
              </a:ext>
            </a:extLst>
          </p:cNvPr>
          <p:cNvSpPr>
            <a:spLocks noGrp="1"/>
          </p:cNvSpPr>
          <p:nvPr>
            <p:ph type="ftr" sz="quarter" idx="11"/>
          </p:nvPr>
        </p:nvSpPr>
        <p:spPr/>
        <p:txBody>
          <a:bodyPr/>
          <a:lstStyle/>
          <a:p>
            <a:r>
              <a:rPr lang="de-DE"/>
              <a:t>Restricted</a:t>
            </a:r>
          </a:p>
        </p:txBody>
      </p:sp>
    </p:spTree>
    <p:extLst>
      <p:ext uri="{BB962C8B-B14F-4D97-AF65-F5344CB8AC3E}">
        <p14:creationId xmlns:p14="http://schemas.microsoft.com/office/powerpoint/2010/main" val="164527545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Titel 40">
            <a:extLst>
              <a:ext uri="{FF2B5EF4-FFF2-40B4-BE49-F238E27FC236}">
                <a16:creationId xmlns:a16="http://schemas.microsoft.com/office/drawing/2014/main" id="{7612DC8A-F0A0-64E3-FAAE-13542B079B35}"/>
              </a:ext>
            </a:extLst>
          </p:cNvPr>
          <p:cNvSpPr>
            <a:spLocks noGrp="1"/>
          </p:cNvSpPr>
          <p:nvPr>
            <p:ph type="title"/>
          </p:nvPr>
        </p:nvSpPr>
        <p:spPr/>
        <p:txBody>
          <a:bodyPr/>
          <a:lstStyle/>
          <a:p>
            <a:endParaRPr lang="de-DE"/>
          </a:p>
        </p:txBody>
      </p:sp>
      <p:sp>
        <p:nvSpPr>
          <p:cNvPr id="4" name="Foliennummernplatzhalter 3">
            <a:extLst>
              <a:ext uri="{FF2B5EF4-FFF2-40B4-BE49-F238E27FC236}">
                <a16:creationId xmlns:a16="http://schemas.microsoft.com/office/drawing/2014/main" id="{71F329D1-FA6B-41A2-72E5-2D03F32C0E16}"/>
              </a:ext>
            </a:extLst>
          </p:cNvPr>
          <p:cNvSpPr>
            <a:spLocks noGrp="1"/>
          </p:cNvSpPr>
          <p:nvPr>
            <p:ph type="sldNum" sz="quarter" idx="12"/>
          </p:nvPr>
        </p:nvSpPr>
        <p:spPr>
          <a:xfrm>
            <a:off x="11100625" y="6432680"/>
            <a:ext cx="504000" cy="195263"/>
          </a:xfrm>
        </p:spPr>
        <p:txBody>
          <a:bodyPr/>
          <a:lstStyle/>
          <a:p>
            <a:fld id="{67CD7502-7F22-405E-8273-ECAD6156DDA0}" type="slidenum">
              <a:rPr lang="de-DE" smtClean="0"/>
              <a:pPr/>
              <a:t>30</a:t>
            </a:fld>
            <a:endParaRPr lang="de-DE"/>
          </a:p>
        </p:txBody>
      </p:sp>
      <p:sp>
        <p:nvSpPr>
          <p:cNvPr id="42" name="Textplatzhalter 41">
            <a:extLst>
              <a:ext uri="{FF2B5EF4-FFF2-40B4-BE49-F238E27FC236}">
                <a16:creationId xmlns:a16="http://schemas.microsoft.com/office/drawing/2014/main" id="{97188895-D0BD-05CD-D509-A8A89D2B0D05}"/>
              </a:ext>
            </a:extLst>
          </p:cNvPr>
          <p:cNvSpPr>
            <a:spLocks noGrp="1"/>
          </p:cNvSpPr>
          <p:nvPr>
            <p:ph type="body" sz="quarter" idx="13"/>
          </p:nvPr>
        </p:nvSpPr>
        <p:spPr/>
        <p:txBody>
          <a:bodyPr/>
          <a:lstStyle/>
          <a:p>
            <a:endParaRPr lang="de-DE"/>
          </a:p>
        </p:txBody>
      </p:sp>
      <p:grpSp>
        <p:nvGrpSpPr>
          <p:cNvPr id="5" name="Group 4">
            <a:extLst>
              <a:ext uri="{FF2B5EF4-FFF2-40B4-BE49-F238E27FC236}">
                <a16:creationId xmlns:a16="http://schemas.microsoft.com/office/drawing/2014/main" id="{391CD656-72DD-0D67-D32E-1A310B76A63C}"/>
              </a:ext>
            </a:extLst>
          </p:cNvPr>
          <p:cNvGrpSpPr/>
          <p:nvPr/>
        </p:nvGrpSpPr>
        <p:grpSpPr>
          <a:xfrm>
            <a:off x="1402543" y="3701226"/>
            <a:ext cx="9386913" cy="2615942"/>
            <a:chOff x="590996" y="1978025"/>
            <a:chExt cx="10549926" cy="2940050"/>
          </a:xfrm>
        </p:grpSpPr>
        <p:graphicFrame>
          <p:nvGraphicFramePr>
            <p:cNvPr id="6" name="Chart Placeholder 34">
              <a:extLst>
                <a:ext uri="{FF2B5EF4-FFF2-40B4-BE49-F238E27FC236}">
                  <a16:creationId xmlns:a16="http://schemas.microsoft.com/office/drawing/2014/main" id="{6BC9B63D-25D9-8081-864B-ADB3B5B6E151}"/>
                </a:ext>
              </a:extLst>
            </p:cNvPr>
            <p:cNvGraphicFramePr>
              <a:graphicFrameLocks/>
            </p:cNvGraphicFramePr>
            <p:nvPr>
              <p:extLst>
                <p:ext uri="{D42A27DB-BD31-4B8C-83A1-F6EECF244321}">
                  <p14:modId xmlns:p14="http://schemas.microsoft.com/office/powerpoint/2010/main" val="1732973145"/>
                </p:ext>
              </p:extLst>
            </p:nvPr>
          </p:nvGraphicFramePr>
          <p:xfrm>
            <a:off x="6084479" y="1978025"/>
            <a:ext cx="2305050" cy="2303463"/>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 Placeholder 32">
              <a:extLst>
                <a:ext uri="{FF2B5EF4-FFF2-40B4-BE49-F238E27FC236}">
                  <a16:creationId xmlns:a16="http://schemas.microsoft.com/office/drawing/2014/main" id="{8600C221-A6C4-3A52-E53B-096CF66F95FD}"/>
                </a:ext>
              </a:extLst>
            </p:cNvPr>
            <p:cNvSpPr txBox="1">
              <a:spLocks/>
            </p:cNvSpPr>
            <p:nvPr/>
          </p:nvSpPr>
          <p:spPr>
            <a:xfrm>
              <a:off x="3337239" y="4603750"/>
              <a:ext cx="2303463" cy="314325"/>
            </a:xfrm>
            <a:prstGeom prst="rect">
              <a:avLst/>
            </a:prstGeom>
          </p:spPr>
          <p:txBody>
            <a:bodyPr vert="horz" wrap="square" lIns="0" tIns="0" rIns="0" bIns="0" rtlCol="0">
              <a:noAutofit/>
            </a:bodyPr>
            <a:lstStyle>
              <a:lvl1pPr marL="0" indent="0" algn="l" defTabSz="877996" rtl="0" eaLnBrk="1" latinLnBrk="0" hangingPunct="1">
                <a:lnSpc>
                  <a:spcPct val="100000"/>
                </a:lnSpc>
                <a:spcBef>
                  <a:spcPts val="600"/>
                </a:spcBef>
                <a:spcAft>
                  <a:spcPts val="600"/>
                </a:spcAft>
                <a:buClr>
                  <a:schemeClr val="tx1"/>
                </a:buClr>
                <a:buFont typeface="Arial" panose="020B0604020202020204" pitchFamily="34" charset="0"/>
                <a:buNone/>
                <a:defRPr sz="1600" b="0" i="0" kern="1200">
                  <a:solidFill>
                    <a:schemeClr val="tx2">
                      <a:lumMod val="65000"/>
                      <a:lumOff val="35000"/>
                    </a:schemeClr>
                  </a:solidFill>
                  <a:latin typeface="+mn-lt"/>
                  <a:ea typeface="Arial" panose="020B0604020202020204" pitchFamily="34" charset="0"/>
                  <a:cs typeface="VM Circular Chat Book Italic" panose="020B0604020101020102" pitchFamily="34" charset="77"/>
                </a:defRPr>
              </a:lvl1pPr>
              <a:lvl2pPr marL="270000" indent="-270000" algn="l" defTabSz="877996" rtl="0" eaLnBrk="1" latinLnBrk="0" hangingPunct="1">
                <a:lnSpc>
                  <a:spcPct val="100000"/>
                </a:lnSpc>
                <a:spcBef>
                  <a:spcPts val="600"/>
                </a:spcBef>
                <a:spcAft>
                  <a:spcPts val="600"/>
                </a:spcAft>
                <a:buClr>
                  <a:schemeClr val="tx2"/>
                </a:buClr>
                <a:buFont typeface="Arial" charset="0"/>
                <a:buChar char="•"/>
                <a:defRPr sz="1600" b="0" i="0" kern="1200">
                  <a:solidFill>
                    <a:schemeClr val="tx2">
                      <a:lumMod val="65000"/>
                      <a:lumOff val="35000"/>
                    </a:schemeClr>
                  </a:solidFill>
                  <a:latin typeface="+mn-lt"/>
                  <a:ea typeface="Arial" panose="020B0604020202020204" pitchFamily="34" charset="0"/>
                  <a:cs typeface="VM Circular Chat Book Italic" panose="020B0604020101020102" pitchFamily="34" charset="77"/>
                </a:defRPr>
              </a:lvl2pPr>
              <a:lvl3pPr marL="540000" indent="-270000" algn="l" defTabSz="877996" rtl="0" eaLnBrk="1" latinLnBrk="0" hangingPunct="1">
                <a:lnSpc>
                  <a:spcPct val="100000"/>
                </a:lnSpc>
                <a:spcBef>
                  <a:spcPts val="600"/>
                </a:spcBef>
                <a:spcAft>
                  <a:spcPts val="600"/>
                </a:spcAft>
                <a:buClr>
                  <a:schemeClr val="tx2"/>
                </a:buClr>
                <a:buFont typeface="Arial" panose="020B0604020202020204" pitchFamily="34" charset="0"/>
                <a:buChar char="•"/>
                <a:defRPr sz="1600" b="0" i="0" kern="1200">
                  <a:solidFill>
                    <a:schemeClr val="tx2">
                      <a:lumMod val="65000"/>
                      <a:lumOff val="35000"/>
                    </a:schemeClr>
                  </a:solidFill>
                  <a:latin typeface="+mn-lt"/>
                  <a:ea typeface="Arial" panose="020B0604020202020204" pitchFamily="34" charset="0"/>
                  <a:cs typeface="VM Circular Chat Book Italic" panose="020B0604020101020102" pitchFamily="34" charset="77"/>
                </a:defRPr>
              </a:lvl3pPr>
              <a:lvl4pPr marL="810000" indent="-270000" algn="l" defTabSz="877996" rtl="0" eaLnBrk="1" latinLnBrk="0" hangingPunct="1">
                <a:lnSpc>
                  <a:spcPct val="100000"/>
                </a:lnSpc>
                <a:spcBef>
                  <a:spcPts val="600"/>
                </a:spcBef>
                <a:spcAft>
                  <a:spcPts val="600"/>
                </a:spcAft>
                <a:buClr>
                  <a:schemeClr val="tx2"/>
                </a:buClr>
                <a:buFont typeface="Arial" charset="0"/>
                <a:buChar char="•"/>
                <a:defRPr sz="1400" b="0" i="0" kern="1200">
                  <a:solidFill>
                    <a:schemeClr val="tx2">
                      <a:lumMod val="65000"/>
                      <a:lumOff val="35000"/>
                    </a:schemeClr>
                  </a:solidFill>
                  <a:latin typeface="+mn-lt"/>
                  <a:ea typeface="Arial" panose="020B0604020202020204" pitchFamily="34" charset="0"/>
                  <a:cs typeface="VM Circular Chat Book Italic" panose="020B0604020101020102" pitchFamily="34" charset="77"/>
                </a:defRPr>
              </a:lvl4pPr>
              <a:lvl5pPr marL="1975490" indent="-219499" algn="l" defTabSz="877996" rtl="0" eaLnBrk="1" latinLnBrk="0" hangingPunct="1">
                <a:lnSpc>
                  <a:spcPct val="90000"/>
                </a:lnSpc>
                <a:spcBef>
                  <a:spcPts val="480"/>
                </a:spcBef>
                <a:buFont typeface="Arial" panose="020B0604020202020204" pitchFamily="34" charset="0"/>
                <a:buChar char="•"/>
                <a:defRPr sz="1729" kern="1200">
                  <a:solidFill>
                    <a:schemeClr val="tx1"/>
                  </a:solidFill>
                  <a:latin typeface="+mn-lt"/>
                  <a:ea typeface="+mn-ea"/>
                  <a:cs typeface="+mn-cs"/>
                </a:defRPr>
              </a:lvl5pPr>
              <a:lvl6pPr marL="2414489" indent="-219499" algn="l" defTabSz="877996" rtl="0" eaLnBrk="1" latinLnBrk="0" hangingPunct="1">
                <a:lnSpc>
                  <a:spcPct val="90000"/>
                </a:lnSpc>
                <a:spcBef>
                  <a:spcPts val="480"/>
                </a:spcBef>
                <a:buFont typeface="Arial" panose="020B0604020202020204" pitchFamily="34" charset="0"/>
                <a:buChar char="•"/>
                <a:defRPr sz="1729" kern="1200">
                  <a:solidFill>
                    <a:schemeClr val="tx1"/>
                  </a:solidFill>
                  <a:latin typeface="+mn-lt"/>
                  <a:ea typeface="+mn-ea"/>
                  <a:cs typeface="+mn-cs"/>
                </a:defRPr>
              </a:lvl6pPr>
              <a:lvl7pPr marL="2853487" indent="-219499" algn="l" defTabSz="877996" rtl="0" eaLnBrk="1" latinLnBrk="0" hangingPunct="1">
                <a:lnSpc>
                  <a:spcPct val="90000"/>
                </a:lnSpc>
                <a:spcBef>
                  <a:spcPts val="480"/>
                </a:spcBef>
                <a:buFont typeface="Arial" panose="020B0604020202020204" pitchFamily="34" charset="0"/>
                <a:buChar char="•"/>
                <a:defRPr sz="1729" kern="1200">
                  <a:solidFill>
                    <a:schemeClr val="tx1"/>
                  </a:solidFill>
                  <a:latin typeface="+mn-lt"/>
                  <a:ea typeface="+mn-ea"/>
                  <a:cs typeface="+mn-cs"/>
                </a:defRPr>
              </a:lvl7pPr>
              <a:lvl8pPr marL="3292484" indent="-219499" algn="l" defTabSz="877996" rtl="0" eaLnBrk="1" latinLnBrk="0" hangingPunct="1">
                <a:lnSpc>
                  <a:spcPct val="90000"/>
                </a:lnSpc>
                <a:spcBef>
                  <a:spcPts val="480"/>
                </a:spcBef>
                <a:buFont typeface="Arial" panose="020B0604020202020204" pitchFamily="34" charset="0"/>
                <a:buChar char="•"/>
                <a:defRPr sz="1729" kern="1200">
                  <a:solidFill>
                    <a:schemeClr val="tx1"/>
                  </a:solidFill>
                  <a:latin typeface="+mn-lt"/>
                  <a:ea typeface="+mn-ea"/>
                  <a:cs typeface="+mn-cs"/>
                </a:defRPr>
              </a:lvl8pPr>
              <a:lvl9pPr marL="3731482" indent="-219499" algn="l" defTabSz="877996" rtl="0" eaLnBrk="1" latinLnBrk="0" hangingPunct="1">
                <a:lnSpc>
                  <a:spcPct val="90000"/>
                </a:lnSpc>
                <a:spcBef>
                  <a:spcPts val="480"/>
                </a:spcBef>
                <a:buFont typeface="Arial" panose="020B0604020202020204" pitchFamily="34" charset="0"/>
                <a:buChar char="•"/>
                <a:defRPr sz="1729" kern="1200">
                  <a:solidFill>
                    <a:schemeClr val="tx1"/>
                  </a:solidFill>
                  <a:latin typeface="+mn-lt"/>
                  <a:ea typeface="+mn-ea"/>
                  <a:cs typeface="+mn-cs"/>
                </a:defRPr>
              </a:lvl9pPr>
            </a:lstStyle>
            <a:p>
              <a:pPr algn="ctr"/>
              <a:r>
                <a:rPr lang="de-DE" sz="1400" dirty="0">
                  <a:solidFill>
                    <a:schemeClr val="bg1">
                      <a:lumMod val="50000"/>
                    </a:schemeClr>
                  </a:solidFill>
                </a:rPr>
                <a:t>Sample </a:t>
              </a:r>
              <a:r>
                <a:rPr lang="de-DE" sz="1400" dirty="0" err="1">
                  <a:solidFill>
                    <a:schemeClr val="bg1">
                      <a:lumMod val="50000"/>
                    </a:schemeClr>
                  </a:solidFill>
                </a:rPr>
                <a:t>text</a:t>
              </a:r>
              <a:endParaRPr lang="en-US" sz="1280" dirty="0">
                <a:solidFill>
                  <a:srgbClr val="73737D"/>
                </a:solidFill>
                <a:cs typeface="On Air" panose="020F0503030404020204" pitchFamily="34" charset="77"/>
              </a:endParaRPr>
            </a:p>
          </p:txBody>
        </p:sp>
        <p:graphicFrame>
          <p:nvGraphicFramePr>
            <p:cNvPr id="8" name="Chart Placeholder 34">
              <a:extLst>
                <a:ext uri="{FF2B5EF4-FFF2-40B4-BE49-F238E27FC236}">
                  <a16:creationId xmlns:a16="http://schemas.microsoft.com/office/drawing/2014/main" id="{99F384B2-0CF3-4141-C85E-C74D97AC611D}"/>
                </a:ext>
              </a:extLst>
            </p:cNvPr>
            <p:cNvGraphicFramePr>
              <a:graphicFrameLocks/>
            </p:cNvGraphicFramePr>
            <p:nvPr>
              <p:extLst>
                <p:ext uri="{D42A27DB-BD31-4B8C-83A1-F6EECF244321}">
                  <p14:modId xmlns:p14="http://schemas.microsoft.com/office/powerpoint/2010/main" val="2400718361"/>
                </p:ext>
              </p:extLst>
            </p:nvPr>
          </p:nvGraphicFramePr>
          <p:xfrm>
            <a:off x="3356642" y="1978025"/>
            <a:ext cx="2305050" cy="2303463"/>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9" name="Chart Placeholder 34">
              <a:extLst>
                <a:ext uri="{FF2B5EF4-FFF2-40B4-BE49-F238E27FC236}">
                  <a16:creationId xmlns:a16="http://schemas.microsoft.com/office/drawing/2014/main" id="{B19A368D-4369-474D-3518-74501743390F}"/>
                </a:ext>
              </a:extLst>
            </p:cNvPr>
            <p:cNvGraphicFramePr>
              <a:graphicFrameLocks/>
            </p:cNvGraphicFramePr>
            <p:nvPr>
              <p:extLst>
                <p:ext uri="{D42A27DB-BD31-4B8C-83A1-F6EECF244321}">
                  <p14:modId xmlns:p14="http://schemas.microsoft.com/office/powerpoint/2010/main" val="3878564094"/>
                </p:ext>
              </p:extLst>
            </p:nvPr>
          </p:nvGraphicFramePr>
          <p:xfrm>
            <a:off x="8812803" y="1978025"/>
            <a:ext cx="2305050" cy="2303463"/>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0" name="Chart Placeholder 34">
              <a:extLst>
                <a:ext uri="{FF2B5EF4-FFF2-40B4-BE49-F238E27FC236}">
                  <a16:creationId xmlns:a16="http://schemas.microsoft.com/office/drawing/2014/main" id="{DB45CE20-30E2-69DC-83DA-93C7099511FB}"/>
                </a:ext>
              </a:extLst>
            </p:cNvPr>
            <p:cNvGraphicFramePr>
              <a:graphicFrameLocks/>
            </p:cNvGraphicFramePr>
            <p:nvPr>
              <p:extLst>
                <p:ext uri="{D42A27DB-BD31-4B8C-83A1-F6EECF244321}">
                  <p14:modId xmlns:p14="http://schemas.microsoft.com/office/powerpoint/2010/main" val="2661061628"/>
                </p:ext>
              </p:extLst>
            </p:nvPr>
          </p:nvGraphicFramePr>
          <p:xfrm>
            <a:off x="627951" y="1978025"/>
            <a:ext cx="2305050" cy="2303463"/>
          </p:xfrm>
          <a:graphic>
            <a:graphicData uri="http://schemas.openxmlformats.org/drawingml/2006/chart">
              <c:chart xmlns:c="http://schemas.openxmlformats.org/drawingml/2006/chart" xmlns:r="http://schemas.openxmlformats.org/officeDocument/2006/relationships" r:id="rId5"/>
            </a:graphicData>
          </a:graphic>
        </p:graphicFrame>
        <p:sp>
          <p:nvSpPr>
            <p:cNvPr id="11" name="Text Placeholder 31">
              <a:extLst>
                <a:ext uri="{FF2B5EF4-FFF2-40B4-BE49-F238E27FC236}">
                  <a16:creationId xmlns:a16="http://schemas.microsoft.com/office/drawing/2014/main" id="{EC435CA4-81F2-85D8-7356-4A31146B04A3}"/>
                </a:ext>
              </a:extLst>
            </p:cNvPr>
            <p:cNvSpPr txBox="1">
              <a:spLocks/>
            </p:cNvSpPr>
            <p:nvPr/>
          </p:nvSpPr>
          <p:spPr>
            <a:xfrm>
              <a:off x="590996" y="4271963"/>
              <a:ext cx="2305050" cy="292100"/>
            </a:xfrm>
            <a:prstGeom prst="rect">
              <a:avLst/>
            </a:prstGeom>
          </p:spPr>
          <p:txBody>
            <a:bodyPr vert="horz" wrap="square" lIns="0" tIns="0" rIns="0" bIns="0" rtlCol="0">
              <a:noAutofit/>
            </a:bodyPr>
            <a:lstStyle>
              <a:lvl1pPr marL="0" indent="0" algn="l" defTabSz="877996" rtl="0" eaLnBrk="1" latinLnBrk="0" hangingPunct="1">
                <a:lnSpc>
                  <a:spcPct val="100000"/>
                </a:lnSpc>
                <a:spcBef>
                  <a:spcPts val="600"/>
                </a:spcBef>
                <a:spcAft>
                  <a:spcPts val="600"/>
                </a:spcAft>
                <a:buClr>
                  <a:schemeClr val="tx1"/>
                </a:buClr>
                <a:buFont typeface="Arial" panose="020B0604020202020204" pitchFamily="34" charset="0"/>
                <a:buNone/>
                <a:defRPr sz="1600" b="0" i="0" kern="1200">
                  <a:solidFill>
                    <a:schemeClr val="tx2">
                      <a:lumMod val="65000"/>
                      <a:lumOff val="35000"/>
                    </a:schemeClr>
                  </a:solidFill>
                  <a:latin typeface="+mn-lt"/>
                  <a:ea typeface="Arial" panose="020B0604020202020204" pitchFamily="34" charset="0"/>
                  <a:cs typeface="VM Circular Chat Book Italic" panose="020B0604020101020102" pitchFamily="34" charset="77"/>
                </a:defRPr>
              </a:lvl1pPr>
              <a:lvl2pPr marL="270000" indent="-270000" algn="l" defTabSz="877996" rtl="0" eaLnBrk="1" latinLnBrk="0" hangingPunct="1">
                <a:lnSpc>
                  <a:spcPct val="100000"/>
                </a:lnSpc>
                <a:spcBef>
                  <a:spcPts val="600"/>
                </a:spcBef>
                <a:spcAft>
                  <a:spcPts val="600"/>
                </a:spcAft>
                <a:buClr>
                  <a:schemeClr val="tx2"/>
                </a:buClr>
                <a:buFont typeface="Arial" charset="0"/>
                <a:buChar char="•"/>
                <a:defRPr sz="1600" b="0" i="0" kern="1200">
                  <a:solidFill>
                    <a:schemeClr val="tx2">
                      <a:lumMod val="65000"/>
                      <a:lumOff val="35000"/>
                    </a:schemeClr>
                  </a:solidFill>
                  <a:latin typeface="+mn-lt"/>
                  <a:ea typeface="Arial" panose="020B0604020202020204" pitchFamily="34" charset="0"/>
                  <a:cs typeface="VM Circular Chat Book Italic" panose="020B0604020101020102" pitchFamily="34" charset="77"/>
                </a:defRPr>
              </a:lvl2pPr>
              <a:lvl3pPr marL="540000" indent="-270000" algn="l" defTabSz="877996" rtl="0" eaLnBrk="1" latinLnBrk="0" hangingPunct="1">
                <a:lnSpc>
                  <a:spcPct val="100000"/>
                </a:lnSpc>
                <a:spcBef>
                  <a:spcPts val="600"/>
                </a:spcBef>
                <a:spcAft>
                  <a:spcPts val="600"/>
                </a:spcAft>
                <a:buClr>
                  <a:schemeClr val="tx2"/>
                </a:buClr>
                <a:buFont typeface="Arial" panose="020B0604020202020204" pitchFamily="34" charset="0"/>
                <a:buChar char="•"/>
                <a:defRPr sz="1600" b="0" i="0" kern="1200">
                  <a:solidFill>
                    <a:schemeClr val="tx2">
                      <a:lumMod val="65000"/>
                      <a:lumOff val="35000"/>
                    </a:schemeClr>
                  </a:solidFill>
                  <a:latin typeface="+mn-lt"/>
                  <a:ea typeface="Arial" panose="020B0604020202020204" pitchFamily="34" charset="0"/>
                  <a:cs typeface="VM Circular Chat Book Italic" panose="020B0604020101020102" pitchFamily="34" charset="77"/>
                </a:defRPr>
              </a:lvl3pPr>
              <a:lvl4pPr marL="810000" indent="-270000" algn="l" defTabSz="877996" rtl="0" eaLnBrk="1" latinLnBrk="0" hangingPunct="1">
                <a:lnSpc>
                  <a:spcPct val="100000"/>
                </a:lnSpc>
                <a:spcBef>
                  <a:spcPts val="600"/>
                </a:spcBef>
                <a:spcAft>
                  <a:spcPts val="600"/>
                </a:spcAft>
                <a:buClr>
                  <a:schemeClr val="tx2"/>
                </a:buClr>
                <a:buFont typeface="Arial" charset="0"/>
                <a:buChar char="•"/>
                <a:defRPr sz="1400" b="0" i="0" kern="1200">
                  <a:solidFill>
                    <a:schemeClr val="tx2">
                      <a:lumMod val="65000"/>
                      <a:lumOff val="35000"/>
                    </a:schemeClr>
                  </a:solidFill>
                  <a:latin typeface="+mn-lt"/>
                  <a:ea typeface="Arial" panose="020B0604020202020204" pitchFamily="34" charset="0"/>
                  <a:cs typeface="VM Circular Chat Book Italic" panose="020B0604020101020102" pitchFamily="34" charset="77"/>
                </a:defRPr>
              </a:lvl4pPr>
              <a:lvl5pPr marL="1975490" indent="-219499" algn="l" defTabSz="877996" rtl="0" eaLnBrk="1" latinLnBrk="0" hangingPunct="1">
                <a:lnSpc>
                  <a:spcPct val="90000"/>
                </a:lnSpc>
                <a:spcBef>
                  <a:spcPts val="480"/>
                </a:spcBef>
                <a:buFont typeface="Arial" panose="020B0604020202020204" pitchFamily="34" charset="0"/>
                <a:buChar char="•"/>
                <a:defRPr sz="1729" kern="1200">
                  <a:solidFill>
                    <a:schemeClr val="tx1"/>
                  </a:solidFill>
                  <a:latin typeface="+mn-lt"/>
                  <a:ea typeface="+mn-ea"/>
                  <a:cs typeface="+mn-cs"/>
                </a:defRPr>
              </a:lvl5pPr>
              <a:lvl6pPr marL="2414489" indent="-219499" algn="l" defTabSz="877996" rtl="0" eaLnBrk="1" latinLnBrk="0" hangingPunct="1">
                <a:lnSpc>
                  <a:spcPct val="90000"/>
                </a:lnSpc>
                <a:spcBef>
                  <a:spcPts val="480"/>
                </a:spcBef>
                <a:buFont typeface="Arial" panose="020B0604020202020204" pitchFamily="34" charset="0"/>
                <a:buChar char="•"/>
                <a:defRPr sz="1729" kern="1200">
                  <a:solidFill>
                    <a:schemeClr val="tx1"/>
                  </a:solidFill>
                  <a:latin typeface="+mn-lt"/>
                  <a:ea typeface="+mn-ea"/>
                  <a:cs typeface="+mn-cs"/>
                </a:defRPr>
              </a:lvl6pPr>
              <a:lvl7pPr marL="2853487" indent="-219499" algn="l" defTabSz="877996" rtl="0" eaLnBrk="1" latinLnBrk="0" hangingPunct="1">
                <a:lnSpc>
                  <a:spcPct val="90000"/>
                </a:lnSpc>
                <a:spcBef>
                  <a:spcPts val="480"/>
                </a:spcBef>
                <a:buFont typeface="Arial" panose="020B0604020202020204" pitchFamily="34" charset="0"/>
                <a:buChar char="•"/>
                <a:defRPr sz="1729" kern="1200">
                  <a:solidFill>
                    <a:schemeClr val="tx1"/>
                  </a:solidFill>
                  <a:latin typeface="+mn-lt"/>
                  <a:ea typeface="+mn-ea"/>
                  <a:cs typeface="+mn-cs"/>
                </a:defRPr>
              </a:lvl7pPr>
              <a:lvl8pPr marL="3292484" indent="-219499" algn="l" defTabSz="877996" rtl="0" eaLnBrk="1" latinLnBrk="0" hangingPunct="1">
                <a:lnSpc>
                  <a:spcPct val="90000"/>
                </a:lnSpc>
                <a:spcBef>
                  <a:spcPts val="480"/>
                </a:spcBef>
                <a:buFont typeface="Arial" panose="020B0604020202020204" pitchFamily="34" charset="0"/>
                <a:buChar char="•"/>
                <a:defRPr sz="1729" kern="1200">
                  <a:solidFill>
                    <a:schemeClr val="tx1"/>
                  </a:solidFill>
                  <a:latin typeface="+mn-lt"/>
                  <a:ea typeface="+mn-ea"/>
                  <a:cs typeface="+mn-cs"/>
                </a:defRPr>
              </a:lvl8pPr>
              <a:lvl9pPr marL="3731482" indent="-219499" algn="l" defTabSz="877996" rtl="0" eaLnBrk="1" latinLnBrk="0" hangingPunct="1">
                <a:lnSpc>
                  <a:spcPct val="90000"/>
                </a:lnSpc>
                <a:spcBef>
                  <a:spcPts val="480"/>
                </a:spcBef>
                <a:buFont typeface="Arial" panose="020B0604020202020204" pitchFamily="34" charset="0"/>
                <a:buChar char="•"/>
                <a:defRPr sz="1729" kern="1200">
                  <a:solidFill>
                    <a:schemeClr val="tx1"/>
                  </a:solidFill>
                  <a:latin typeface="+mn-lt"/>
                  <a:ea typeface="+mn-ea"/>
                  <a:cs typeface="+mn-cs"/>
                </a:defRPr>
              </a:lvl9pPr>
            </a:lstStyle>
            <a:p>
              <a:pPr algn="ctr"/>
              <a:r>
                <a:rPr lang="de-DE" b="1" dirty="0">
                  <a:solidFill>
                    <a:schemeClr val="tx2"/>
                  </a:solidFill>
                </a:rPr>
                <a:t>Broadband</a:t>
              </a:r>
              <a:endParaRPr lang="en-US" b="1" dirty="0">
                <a:solidFill>
                  <a:srgbClr val="0050FF"/>
                </a:solidFill>
                <a:latin typeface="+mj-lt"/>
                <a:cs typeface="On Air" panose="020F0503030404020204" pitchFamily="34" charset="77"/>
              </a:endParaRPr>
            </a:p>
          </p:txBody>
        </p:sp>
        <p:sp>
          <p:nvSpPr>
            <p:cNvPr id="12" name="Text Placeholder 33">
              <a:extLst>
                <a:ext uri="{FF2B5EF4-FFF2-40B4-BE49-F238E27FC236}">
                  <a16:creationId xmlns:a16="http://schemas.microsoft.com/office/drawing/2014/main" id="{4B209FA0-9285-9E00-4213-9C54EFF08983}"/>
                </a:ext>
              </a:extLst>
            </p:cNvPr>
            <p:cNvSpPr txBox="1">
              <a:spLocks/>
            </p:cNvSpPr>
            <p:nvPr/>
          </p:nvSpPr>
          <p:spPr>
            <a:xfrm>
              <a:off x="6139375" y="4271963"/>
              <a:ext cx="2305050" cy="292100"/>
            </a:xfrm>
            <a:prstGeom prst="rect">
              <a:avLst/>
            </a:prstGeom>
          </p:spPr>
          <p:txBody>
            <a:bodyPr vert="horz" wrap="square" lIns="0" tIns="0" rIns="0" bIns="0" rtlCol="0">
              <a:noAutofit/>
            </a:bodyPr>
            <a:lstStyle>
              <a:lvl1pPr marL="0" indent="0" algn="l" defTabSz="877996" rtl="0" eaLnBrk="1" latinLnBrk="0" hangingPunct="1">
                <a:lnSpc>
                  <a:spcPct val="100000"/>
                </a:lnSpc>
                <a:spcBef>
                  <a:spcPts val="600"/>
                </a:spcBef>
                <a:spcAft>
                  <a:spcPts val="600"/>
                </a:spcAft>
                <a:buClr>
                  <a:schemeClr val="tx1"/>
                </a:buClr>
                <a:buFont typeface="Arial" panose="020B0604020202020204" pitchFamily="34" charset="0"/>
                <a:buNone/>
                <a:defRPr sz="1600" b="0" i="0" kern="1200">
                  <a:solidFill>
                    <a:schemeClr val="tx2">
                      <a:lumMod val="65000"/>
                      <a:lumOff val="35000"/>
                    </a:schemeClr>
                  </a:solidFill>
                  <a:latin typeface="+mn-lt"/>
                  <a:ea typeface="Arial" panose="020B0604020202020204" pitchFamily="34" charset="0"/>
                  <a:cs typeface="VM Circular Chat Book Italic" panose="020B0604020101020102" pitchFamily="34" charset="77"/>
                </a:defRPr>
              </a:lvl1pPr>
              <a:lvl2pPr marL="270000" indent="-270000" algn="l" defTabSz="877996" rtl="0" eaLnBrk="1" latinLnBrk="0" hangingPunct="1">
                <a:lnSpc>
                  <a:spcPct val="100000"/>
                </a:lnSpc>
                <a:spcBef>
                  <a:spcPts val="600"/>
                </a:spcBef>
                <a:spcAft>
                  <a:spcPts val="600"/>
                </a:spcAft>
                <a:buClr>
                  <a:schemeClr val="tx2"/>
                </a:buClr>
                <a:buFont typeface="Arial" charset="0"/>
                <a:buChar char="•"/>
                <a:defRPr sz="1600" b="0" i="0" kern="1200">
                  <a:solidFill>
                    <a:schemeClr val="tx2">
                      <a:lumMod val="65000"/>
                      <a:lumOff val="35000"/>
                    </a:schemeClr>
                  </a:solidFill>
                  <a:latin typeface="+mn-lt"/>
                  <a:ea typeface="Arial" panose="020B0604020202020204" pitchFamily="34" charset="0"/>
                  <a:cs typeface="VM Circular Chat Book Italic" panose="020B0604020101020102" pitchFamily="34" charset="77"/>
                </a:defRPr>
              </a:lvl2pPr>
              <a:lvl3pPr marL="540000" indent="-270000" algn="l" defTabSz="877996" rtl="0" eaLnBrk="1" latinLnBrk="0" hangingPunct="1">
                <a:lnSpc>
                  <a:spcPct val="100000"/>
                </a:lnSpc>
                <a:spcBef>
                  <a:spcPts val="600"/>
                </a:spcBef>
                <a:spcAft>
                  <a:spcPts val="600"/>
                </a:spcAft>
                <a:buClr>
                  <a:schemeClr val="tx2"/>
                </a:buClr>
                <a:buFont typeface="Arial" panose="020B0604020202020204" pitchFamily="34" charset="0"/>
                <a:buChar char="•"/>
                <a:defRPr sz="1600" b="0" i="0" kern="1200">
                  <a:solidFill>
                    <a:schemeClr val="tx2">
                      <a:lumMod val="65000"/>
                      <a:lumOff val="35000"/>
                    </a:schemeClr>
                  </a:solidFill>
                  <a:latin typeface="+mn-lt"/>
                  <a:ea typeface="Arial" panose="020B0604020202020204" pitchFamily="34" charset="0"/>
                  <a:cs typeface="VM Circular Chat Book Italic" panose="020B0604020101020102" pitchFamily="34" charset="77"/>
                </a:defRPr>
              </a:lvl3pPr>
              <a:lvl4pPr marL="810000" indent="-270000" algn="l" defTabSz="877996" rtl="0" eaLnBrk="1" latinLnBrk="0" hangingPunct="1">
                <a:lnSpc>
                  <a:spcPct val="100000"/>
                </a:lnSpc>
                <a:spcBef>
                  <a:spcPts val="600"/>
                </a:spcBef>
                <a:spcAft>
                  <a:spcPts val="600"/>
                </a:spcAft>
                <a:buClr>
                  <a:schemeClr val="tx2"/>
                </a:buClr>
                <a:buFont typeface="Arial" charset="0"/>
                <a:buChar char="•"/>
                <a:defRPr sz="1400" b="0" i="0" kern="1200">
                  <a:solidFill>
                    <a:schemeClr val="tx2">
                      <a:lumMod val="65000"/>
                      <a:lumOff val="35000"/>
                    </a:schemeClr>
                  </a:solidFill>
                  <a:latin typeface="+mn-lt"/>
                  <a:ea typeface="Arial" panose="020B0604020202020204" pitchFamily="34" charset="0"/>
                  <a:cs typeface="VM Circular Chat Book Italic" panose="020B0604020101020102" pitchFamily="34" charset="77"/>
                </a:defRPr>
              </a:lvl4pPr>
              <a:lvl5pPr marL="1975490" indent="-219499" algn="l" defTabSz="877996" rtl="0" eaLnBrk="1" latinLnBrk="0" hangingPunct="1">
                <a:lnSpc>
                  <a:spcPct val="90000"/>
                </a:lnSpc>
                <a:spcBef>
                  <a:spcPts val="480"/>
                </a:spcBef>
                <a:buFont typeface="Arial" panose="020B0604020202020204" pitchFamily="34" charset="0"/>
                <a:buChar char="•"/>
                <a:defRPr sz="1729" kern="1200">
                  <a:solidFill>
                    <a:schemeClr val="tx1"/>
                  </a:solidFill>
                  <a:latin typeface="+mn-lt"/>
                  <a:ea typeface="+mn-ea"/>
                  <a:cs typeface="+mn-cs"/>
                </a:defRPr>
              </a:lvl5pPr>
              <a:lvl6pPr marL="2414489" indent="-219499" algn="l" defTabSz="877996" rtl="0" eaLnBrk="1" latinLnBrk="0" hangingPunct="1">
                <a:lnSpc>
                  <a:spcPct val="90000"/>
                </a:lnSpc>
                <a:spcBef>
                  <a:spcPts val="480"/>
                </a:spcBef>
                <a:buFont typeface="Arial" panose="020B0604020202020204" pitchFamily="34" charset="0"/>
                <a:buChar char="•"/>
                <a:defRPr sz="1729" kern="1200">
                  <a:solidFill>
                    <a:schemeClr val="tx1"/>
                  </a:solidFill>
                  <a:latin typeface="+mn-lt"/>
                  <a:ea typeface="+mn-ea"/>
                  <a:cs typeface="+mn-cs"/>
                </a:defRPr>
              </a:lvl6pPr>
              <a:lvl7pPr marL="2853487" indent="-219499" algn="l" defTabSz="877996" rtl="0" eaLnBrk="1" latinLnBrk="0" hangingPunct="1">
                <a:lnSpc>
                  <a:spcPct val="90000"/>
                </a:lnSpc>
                <a:spcBef>
                  <a:spcPts val="480"/>
                </a:spcBef>
                <a:buFont typeface="Arial" panose="020B0604020202020204" pitchFamily="34" charset="0"/>
                <a:buChar char="•"/>
                <a:defRPr sz="1729" kern="1200">
                  <a:solidFill>
                    <a:schemeClr val="tx1"/>
                  </a:solidFill>
                  <a:latin typeface="+mn-lt"/>
                  <a:ea typeface="+mn-ea"/>
                  <a:cs typeface="+mn-cs"/>
                </a:defRPr>
              </a:lvl7pPr>
              <a:lvl8pPr marL="3292484" indent="-219499" algn="l" defTabSz="877996" rtl="0" eaLnBrk="1" latinLnBrk="0" hangingPunct="1">
                <a:lnSpc>
                  <a:spcPct val="90000"/>
                </a:lnSpc>
                <a:spcBef>
                  <a:spcPts val="480"/>
                </a:spcBef>
                <a:buFont typeface="Arial" panose="020B0604020202020204" pitchFamily="34" charset="0"/>
                <a:buChar char="•"/>
                <a:defRPr sz="1729" kern="1200">
                  <a:solidFill>
                    <a:schemeClr val="tx1"/>
                  </a:solidFill>
                  <a:latin typeface="+mn-lt"/>
                  <a:ea typeface="+mn-ea"/>
                  <a:cs typeface="+mn-cs"/>
                </a:defRPr>
              </a:lvl8pPr>
              <a:lvl9pPr marL="3731482" indent="-219499" algn="l" defTabSz="877996" rtl="0" eaLnBrk="1" latinLnBrk="0" hangingPunct="1">
                <a:lnSpc>
                  <a:spcPct val="90000"/>
                </a:lnSpc>
                <a:spcBef>
                  <a:spcPts val="480"/>
                </a:spcBef>
                <a:buFont typeface="Arial" panose="020B0604020202020204" pitchFamily="34" charset="0"/>
                <a:buChar char="•"/>
                <a:defRPr sz="1729" kern="1200">
                  <a:solidFill>
                    <a:schemeClr val="tx1"/>
                  </a:solidFill>
                  <a:latin typeface="+mn-lt"/>
                  <a:ea typeface="+mn-ea"/>
                  <a:cs typeface="+mn-cs"/>
                </a:defRPr>
              </a:lvl9pPr>
            </a:lstStyle>
            <a:p>
              <a:pPr algn="ctr"/>
              <a:r>
                <a:rPr lang="de-DE" b="1" dirty="0">
                  <a:solidFill>
                    <a:schemeClr val="tx2"/>
                  </a:solidFill>
                </a:rPr>
                <a:t>Technology</a:t>
              </a:r>
              <a:endParaRPr lang="en-US" b="1" dirty="0">
                <a:solidFill>
                  <a:schemeClr val="tx2"/>
                </a:solidFill>
                <a:latin typeface="+mj-lt"/>
                <a:cs typeface="On Air" panose="020F0503030404020204" pitchFamily="34" charset="77"/>
              </a:endParaRPr>
            </a:p>
          </p:txBody>
        </p:sp>
        <p:sp>
          <p:nvSpPr>
            <p:cNvPr id="13" name="Text Placeholder 35">
              <a:extLst>
                <a:ext uri="{FF2B5EF4-FFF2-40B4-BE49-F238E27FC236}">
                  <a16:creationId xmlns:a16="http://schemas.microsoft.com/office/drawing/2014/main" id="{A7AEBCD4-767C-1694-7C51-03B466F75194}"/>
                </a:ext>
              </a:extLst>
            </p:cNvPr>
            <p:cNvSpPr txBox="1">
              <a:spLocks/>
            </p:cNvSpPr>
            <p:nvPr/>
          </p:nvSpPr>
          <p:spPr>
            <a:xfrm>
              <a:off x="8812803" y="4603750"/>
              <a:ext cx="2305050" cy="314325"/>
            </a:xfrm>
            <a:prstGeom prst="rect">
              <a:avLst/>
            </a:prstGeom>
          </p:spPr>
          <p:txBody>
            <a:bodyPr vert="horz" wrap="square" lIns="0" tIns="0" rIns="0" bIns="0" rtlCol="0">
              <a:noAutofit/>
            </a:bodyPr>
            <a:lstStyle>
              <a:lvl1pPr marL="0" indent="0" algn="l" defTabSz="877996" rtl="0" eaLnBrk="1" latinLnBrk="0" hangingPunct="1">
                <a:lnSpc>
                  <a:spcPct val="100000"/>
                </a:lnSpc>
                <a:spcBef>
                  <a:spcPts val="600"/>
                </a:spcBef>
                <a:spcAft>
                  <a:spcPts val="600"/>
                </a:spcAft>
                <a:buClr>
                  <a:schemeClr val="tx1"/>
                </a:buClr>
                <a:buFont typeface="Arial" panose="020B0604020202020204" pitchFamily="34" charset="0"/>
                <a:buNone/>
                <a:defRPr sz="1600" b="0" i="0" kern="1200">
                  <a:solidFill>
                    <a:schemeClr val="tx2">
                      <a:lumMod val="65000"/>
                      <a:lumOff val="35000"/>
                    </a:schemeClr>
                  </a:solidFill>
                  <a:latin typeface="+mn-lt"/>
                  <a:ea typeface="Arial" panose="020B0604020202020204" pitchFamily="34" charset="0"/>
                  <a:cs typeface="VM Circular Chat Book Italic" panose="020B0604020101020102" pitchFamily="34" charset="77"/>
                </a:defRPr>
              </a:lvl1pPr>
              <a:lvl2pPr marL="270000" indent="-270000" algn="l" defTabSz="877996" rtl="0" eaLnBrk="1" latinLnBrk="0" hangingPunct="1">
                <a:lnSpc>
                  <a:spcPct val="100000"/>
                </a:lnSpc>
                <a:spcBef>
                  <a:spcPts val="600"/>
                </a:spcBef>
                <a:spcAft>
                  <a:spcPts val="600"/>
                </a:spcAft>
                <a:buClr>
                  <a:schemeClr val="tx2"/>
                </a:buClr>
                <a:buFont typeface="Arial" charset="0"/>
                <a:buChar char="•"/>
                <a:defRPr sz="1600" b="0" i="0" kern="1200">
                  <a:solidFill>
                    <a:schemeClr val="tx2">
                      <a:lumMod val="65000"/>
                      <a:lumOff val="35000"/>
                    </a:schemeClr>
                  </a:solidFill>
                  <a:latin typeface="+mn-lt"/>
                  <a:ea typeface="Arial" panose="020B0604020202020204" pitchFamily="34" charset="0"/>
                  <a:cs typeface="VM Circular Chat Book Italic" panose="020B0604020101020102" pitchFamily="34" charset="77"/>
                </a:defRPr>
              </a:lvl2pPr>
              <a:lvl3pPr marL="540000" indent="-270000" algn="l" defTabSz="877996" rtl="0" eaLnBrk="1" latinLnBrk="0" hangingPunct="1">
                <a:lnSpc>
                  <a:spcPct val="100000"/>
                </a:lnSpc>
                <a:spcBef>
                  <a:spcPts val="600"/>
                </a:spcBef>
                <a:spcAft>
                  <a:spcPts val="600"/>
                </a:spcAft>
                <a:buClr>
                  <a:schemeClr val="tx2"/>
                </a:buClr>
                <a:buFont typeface="Arial" panose="020B0604020202020204" pitchFamily="34" charset="0"/>
                <a:buChar char="•"/>
                <a:defRPr sz="1600" b="0" i="0" kern="1200">
                  <a:solidFill>
                    <a:schemeClr val="tx2">
                      <a:lumMod val="65000"/>
                      <a:lumOff val="35000"/>
                    </a:schemeClr>
                  </a:solidFill>
                  <a:latin typeface="+mn-lt"/>
                  <a:ea typeface="Arial" panose="020B0604020202020204" pitchFamily="34" charset="0"/>
                  <a:cs typeface="VM Circular Chat Book Italic" panose="020B0604020101020102" pitchFamily="34" charset="77"/>
                </a:defRPr>
              </a:lvl3pPr>
              <a:lvl4pPr marL="810000" indent="-270000" algn="l" defTabSz="877996" rtl="0" eaLnBrk="1" latinLnBrk="0" hangingPunct="1">
                <a:lnSpc>
                  <a:spcPct val="100000"/>
                </a:lnSpc>
                <a:spcBef>
                  <a:spcPts val="600"/>
                </a:spcBef>
                <a:spcAft>
                  <a:spcPts val="600"/>
                </a:spcAft>
                <a:buClr>
                  <a:schemeClr val="tx2"/>
                </a:buClr>
                <a:buFont typeface="Arial" charset="0"/>
                <a:buChar char="•"/>
                <a:defRPr sz="1400" b="0" i="0" kern="1200">
                  <a:solidFill>
                    <a:schemeClr val="tx2">
                      <a:lumMod val="65000"/>
                      <a:lumOff val="35000"/>
                    </a:schemeClr>
                  </a:solidFill>
                  <a:latin typeface="+mn-lt"/>
                  <a:ea typeface="Arial" panose="020B0604020202020204" pitchFamily="34" charset="0"/>
                  <a:cs typeface="VM Circular Chat Book Italic" panose="020B0604020101020102" pitchFamily="34" charset="77"/>
                </a:defRPr>
              </a:lvl4pPr>
              <a:lvl5pPr marL="1975490" indent="-219499" algn="l" defTabSz="877996" rtl="0" eaLnBrk="1" latinLnBrk="0" hangingPunct="1">
                <a:lnSpc>
                  <a:spcPct val="90000"/>
                </a:lnSpc>
                <a:spcBef>
                  <a:spcPts val="480"/>
                </a:spcBef>
                <a:buFont typeface="Arial" panose="020B0604020202020204" pitchFamily="34" charset="0"/>
                <a:buChar char="•"/>
                <a:defRPr sz="1729" kern="1200">
                  <a:solidFill>
                    <a:schemeClr val="tx1"/>
                  </a:solidFill>
                  <a:latin typeface="+mn-lt"/>
                  <a:ea typeface="+mn-ea"/>
                  <a:cs typeface="+mn-cs"/>
                </a:defRPr>
              </a:lvl5pPr>
              <a:lvl6pPr marL="2414489" indent="-219499" algn="l" defTabSz="877996" rtl="0" eaLnBrk="1" latinLnBrk="0" hangingPunct="1">
                <a:lnSpc>
                  <a:spcPct val="90000"/>
                </a:lnSpc>
                <a:spcBef>
                  <a:spcPts val="480"/>
                </a:spcBef>
                <a:buFont typeface="Arial" panose="020B0604020202020204" pitchFamily="34" charset="0"/>
                <a:buChar char="•"/>
                <a:defRPr sz="1729" kern="1200">
                  <a:solidFill>
                    <a:schemeClr val="tx1"/>
                  </a:solidFill>
                  <a:latin typeface="+mn-lt"/>
                  <a:ea typeface="+mn-ea"/>
                  <a:cs typeface="+mn-cs"/>
                </a:defRPr>
              </a:lvl6pPr>
              <a:lvl7pPr marL="2853487" indent="-219499" algn="l" defTabSz="877996" rtl="0" eaLnBrk="1" latinLnBrk="0" hangingPunct="1">
                <a:lnSpc>
                  <a:spcPct val="90000"/>
                </a:lnSpc>
                <a:spcBef>
                  <a:spcPts val="480"/>
                </a:spcBef>
                <a:buFont typeface="Arial" panose="020B0604020202020204" pitchFamily="34" charset="0"/>
                <a:buChar char="•"/>
                <a:defRPr sz="1729" kern="1200">
                  <a:solidFill>
                    <a:schemeClr val="tx1"/>
                  </a:solidFill>
                  <a:latin typeface="+mn-lt"/>
                  <a:ea typeface="+mn-ea"/>
                  <a:cs typeface="+mn-cs"/>
                </a:defRPr>
              </a:lvl7pPr>
              <a:lvl8pPr marL="3292484" indent="-219499" algn="l" defTabSz="877996" rtl="0" eaLnBrk="1" latinLnBrk="0" hangingPunct="1">
                <a:lnSpc>
                  <a:spcPct val="90000"/>
                </a:lnSpc>
                <a:spcBef>
                  <a:spcPts val="480"/>
                </a:spcBef>
                <a:buFont typeface="Arial" panose="020B0604020202020204" pitchFamily="34" charset="0"/>
                <a:buChar char="•"/>
                <a:defRPr sz="1729" kern="1200">
                  <a:solidFill>
                    <a:schemeClr val="tx1"/>
                  </a:solidFill>
                  <a:latin typeface="+mn-lt"/>
                  <a:ea typeface="+mn-ea"/>
                  <a:cs typeface="+mn-cs"/>
                </a:defRPr>
              </a:lvl8pPr>
              <a:lvl9pPr marL="3731482" indent="-219499" algn="l" defTabSz="877996" rtl="0" eaLnBrk="1" latinLnBrk="0" hangingPunct="1">
                <a:lnSpc>
                  <a:spcPct val="90000"/>
                </a:lnSpc>
                <a:spcBef>
                  <a:spcPts val="480"/>
                </a:spcBef>
                <a:buFont typeface="Arial" panose="020B0604020202020204" pitchFamily="34" charset="0"/>
                <a:buChar char="•"/>
                <a:defRPr sz="1729" kern="1200">
                  <a:solidFill>
                    <a:schemeClr val="tx1"/>
                  </a:solidFill>
                  <a:latin typeface="+mn-lt"/>
                  <a:ea typeface="+mn-ea"/>
                  <a:cs typeface="+mn-cs"/>
                </a:defRPr>
              </a:lvl9pPr>
            </a:lstStyle>
            <a:p>
              <a:pPr algn="ctr"/>
              <a:r>
                <a:rPr lang="de-DE" sz="1400" dirty="0">
                  <a:solidFill>
                    <a:schemeClr val="bg1">
                      <a:lumMod val="50000"/>
                    </a:schemeClr>
                  </a:solidFill>
                </a:rPr>
                <a:t>Sample </a:t>
              </a:r>
              <a:r>
                <a:rPr lang="de-DE" sz="1400" dirty="0" err="1">
                  <a:solidFill>
                    <a:schemeClr val="bg1">
                      <a:lumMod val="50000"/>
                    </a:schemeClr>
                  </a:solidFill>
                </a:rPr>
                <a:t>text</a:t>
              </a:r>
              <a:endParaRPr lang="en-US" sz="1280" dirty="0">
                <a:solidFill>
                  <a:srgbClr val="73737D"/>
                </a:solidFill>
                <a:cs typeface="On Air" panose="020F0503030404020204" pitchFamily="34" charset="77"/>
              </a:endParaRPr>
            </a:p>
          </p:txBody>
        </p:sp>
        <p:sp>
          <p:nvSpPr>
            <p:cNvPr id="14" name="Text Placeholder 36">
              <a:extLst>
                <a:ext uri="{FF2B5EF4-FFF2-40B4-BE49-F238E27FC236}">
                  <a16:creationId xmlns:a16="http://schemas.microsoft.com/office/drawing/2014/main" id="{6FFE5F16-A4C9-6EFB-E85A-E7455E768834}"/>
                </a:ext>
              </a:extLst>
            </p:cNvPr>
            <p:cNvSpPr txBox="1">
              <a:spLocks/>
            </p:cNvSpPr>
            <p:nvPr/>
          </p:nvSpPr>
          <p:spPr>
            <a:xfrm>
              <a:off x="8835872" y="4271963"/>
              <a:ext cx="2305050" cy="292100"/>
            </a:xfrm>
            <a:prstGeom prst="rect">
              <a:avLst/>
            </a:prstGeom>
          </p:spPr>
          <p:txBody>
            <a:bodyPr vert="horz" wrap="square" lIns="0" tIns="0" rIns="0" bIns="0" rtlCol="0">
              <a:noAutofit/>
            </a:bodyPr>
            <a:lstStyle>
              <a:lvl1pPr marL="0" indent="0" algn="l" defTabSz="877996" rtl="0" eaLnBrk="1" latinLnBrk="0" hangingPunct="1">
                <a:lnSpc>
                  <a:spcPct val="100000"/>
                </a:lnSpc>
                <a:spcBef>
                  <a:spcPts val="600"/>
                </a:spcBef>
                <a:spcAft>
                  <a:spcPts val="600"/>
                </a:spcAft>
                <a:buClr>
                  <a:schemeClr val="tx1"/>
                </a:buClr>
                <a:buFont typeface="Arial" panose="020B0604020202020204" pitchFamily="34" charset="0"/>
                <a:buNone/>
                <a:defRPr sz="1600" b="0" i="0" kern="1200">
                  <a:solidFill>
                    <a:schemeClr val="tx2">
                      <a:lumMod val="65000"/>
                      <a:lumOff val="35000"/>
                    </a:schemeClr>
                  </a:solidFill>
                  <a:latin typeface="+mn-lt"/>
                  <a:ea typeface="Arial" panose="020B0604020202020204" pitchFamily="34" charset="0"/>
                  <a:cs typeface="VM Circular Chat Book Italic" panose="020B0604020101020102" pitchFamily="34" charset="77"/>
                </a:defRPr>
              </a:lvl1pPr>
              <a:lvl2pPr marL="270000" indent="-270000" algn="l" defTabSz="877996" rtl="0" eaLnBrk="1" latinLnBrk="0" hangingPunct="1">
                <a:lnSpc>
                  <a:spcPct val="100000"/>
                </a:lnSpc>
                <a:spcBef>
                  <a:spcPts val="600"/>
                </a:spcBef>
                <a:spcAft>
                  <a:spcPts val="600"/>
                </a:spcAft>
                <a:buClr>
                  <a:schemeClr val="tx2"/>
                </a:buClr>
                <a:buFont typeface="Arial" charset="0"/>
                <a:buChar char="•"/>
                <a:defRPr sz="1600" b="0" i="0" kern="1200">
                  <a:solidFill>
                    <a:schemeClr val="tx2">
                      <a:lumMod val="65000"/>
                      <a:lumOff val="35000"/>
                    </a:schemeClr>
                  </a:solidFill>
                  <a:latin typeface="+mn-lt"/>
                  <a:ea typeface="Arial" panose="020B0604020202020204" pitchFamily="34" charset="0"/>
                  <a:cs typeface="VM Circular Chat Book Italic" panose="020B0604020101020102" pitchFamily="34" charset="77"/>
                </a:defRPr>
              </a:lvl2pPr>
              <a:lvl3pPr marL="540000" indent="-270000" algn="l" defTabSz="877996" rtl="0" eaLnBrk="1" latinLnBrk="0" hangingPunct="1">
                <a:lnSpc>
                  <a:spcPct val="100000"/>
                </a:lnSpc>
                <a:spcBef>
                  <a:spcPts val="600"/>
                </a:spcBef>
                <a:spcAft>
                  <a:spcPts val="600"/>
                </a:spcAft>
                <a:buClr>
                  <a:schemeClr val="tx2"/>
                </a:buClr>
                <a:buFont typeface="Arial" panose="020B0604020202020204" pitchFamily="34" charset="0"/>
                <a:buChar char="•"/>
                <a:defRPr sz="1600" b="0" i="0" kern="1200">
                  <a:solidFill>
                    <a:schemeClr val="tx2">
                      <a:lumMod val="65000"/>
                      <a:lumOff val="35000"/>
                    </a:schemeClr>
                  </a:solidFill>
                  <a:latin typeface="+mn-lt"/>
                  <a:ea typeface="Arial" panose="020B0604020202020204" pitchFamily="34" charset="0"/>
                  <a:cs typeface="VM Circular Chat Book Italic" panose="020B0604020101020102" pitchFamily="34" charset="77"/>
                </a:defRPr>
              </a:lvl3pPr>
              <a:lvl4pPr marL="810000" indent="-270000" algn="l" defTabSz="877996" rtl="0" eaLnBrk="1" latinLnBrk="0" hangingPunct="1">
                <a:lnSpc>
                  <a:spcPct val="100000"/>
                </a:lnSpc>
                <a:spcBef>
                  <a:spcPts val="600"/>
                </a:spcBef>
                <a:spcAft>
                  <a:spcPts val="600"/>
                </a:spcAft>
                <a:buClr>
                  <a:schemeClr val="tx2"/>
                </a:buClr>
                <a:buFont typeface="Arial" charset="0"/>
                <a:buChar char="•"/>
                <a:defRPr sz="1400" b="0" i="0" kern="1200">
                  <a:solidFill>
                    <a:schemeClr val="tx2">
                      <a:lumMod val="65000"/>
                      <a:lumOff val="35000"/>
                    </a:schemeClr>
                  </a:solidFill>
                  <a:latin typeface="+mn-lt"/>
                  <a:ea typeface="Arial" panose="020B0604020202020204" pitchFamily="34" charset="0"/>
                  <a:cs typeface="VM Circular Chat Book Italic" panose="020B0604020101020102" pitchFamily="34" charset="77"/>
                </a:defRPr>
              </a:lvl4pPr>
              <a:lvl5pPr marL="1975490" indent="-219499" algn="l" defTabSz="877996" rtl="0" eaLnBrk="1" latinLnBrk="0" hangingPunct="1">
                <a:lnSpc>
                  <a:spcPct val="90000"/>
                </a:lnSpc>
                <a:spcBef>
                  <a:spcPts val="480"/>
                </a:spcBef>
                <a:buFont typeface="Arial" panose="020B0604020202020204" pitchFamily="34" charset="0"/>
                <a:buChar char="•"/>
                <a:defRPr sz="1729" kern="1200">
                  <a:solidFill>
                    <a:schemeClr val="tx1"/>
                  </a:solidFill>
                  <a:latin typeface="+mn-lt"/>
                  <a:ea typeface="+mn-ea"/>
                  <a:cs typeface="+mn-cs"/>
                </a:defRPr>
              </a:lvl5pPr>
              <a:lvl6pPr marL="2414489" indent="-219499" algn="l" defTabSz="877996" rtl="0" eaLnBrk="1" latinLnBrk="0" hangingPunct="1">
                <a:lnSpc>
                  <a:spcPct val="90000"/>
                </a:lnSpc>
                <a:spcBef>
                  <a:spcPts val="480"/>
                </a:spcBef>
                <a:buFont typeface="Arial" panose="020B0604020202020204" pitchFamily="34" charset="0"/>
                <a:buChar char="•"/>
                <a:defRPr sz="1729" kern="1200">
                  <a:solidFill>
                    <a:schemeClr val="tx1"/>
                  </a:solidFill>
                  <a:latin typeface="+mn-lt"/>
                  <a:ea typeface="+mn-ea"/>
                  <a:cs typeface="+mn-cs"/>
                </a:defRPr>
              </a:lvl6pPr>
              <a:lvl7pPr marL="2853487" indent="-219499" algn="l" defTabSz="877996" rtl="0" eaLnBrk="1" latinLnBrk="0" hangingPunct="1">
                <a:lnSpc>
                  <a:spcPct val="90000"/>
                </a:lnSpc>
                <a:spcBef>
                  <a:spcPts val="480"/>
                </a:spcBef>
                <a:buFont typeface="Arial" panose="020B0604020202020204" pitchFamily="34" charset="0"/>
                <a:buChar char="•"/>
                <a:defRPr sz="1729" kern="1200">
                  <a:solidFill>
                    <a:schemeClr val="tx1"/>
                  </a:solidFill>
                  <a:latin typeface="+mn-lt"/>
                  <a:ea typeface="+mn-ea"/>
                  <a:cs typeface="+mn-cs"/>
                </a:defRPr>
              </a:lvl7pPr>
              <a:lvl8pPr marL="3292484" indent="-219499" algn="l" defTabSz="877996" rtl="0" eaLnBrk="1" latinLnBrk="0" hangingPunct="1">
                <a:lnSpc>
                  <a:spcPct val="90000"/>
                </a:lnSpc>
                <a:spcBef>
                  <a:spcPts val="480"/>
                </a:spcBef>
                <a:buFont typeface="Arial" panose="020B0604020202020204" pitchFamily="34" charset="0"/>
                <a:buChar char="•"/>
                <a:defRPr sz="1729" kern="1200">
                  <a:solidFill>
                    <a:schemeClr val="tx1"/>
                  </a:solidFill>
                  <a:latin typeface="+mn-lt"/>
                  <a:ea typeface="+mn-ea"/>
                  <a:cs typeface="+mn-cs"/>
                </a:defRPr>
              </a:lvl8pPr>
              <a:lvl9pPr marL="3731482" indent="-219499" algn="l" defTabSz="877996" rtl="0" eaLnBrk="1" latinLnBrk="0" hangingPunct="1">
                <a:lnSpc>
                  <a:spcPct val="90000"/>
                </a:lnSpc>
                <a:spcBef>
                  <a:spcPts val="480"/>
                </a:spcBef>
                <a:buFont typeface="Arial" panose="020B0604020202020204" pitchFamily="34" charset="0"/>
                <a:buChar char="•"/>
                <a:defRPr sz="1729" kern="1200">
                  <a:solidFill>
                    <a:schemeClr val="tx1"/>
                  </a:solidFill>
                  <a:latin typeface="+mn-lt"/>
                  <a:ea typeface="+mn-ea"/>
                  <a:cs typeface="+mn-cs"/>
                </a:defRPr>
              </a:lvl9pPr>
            </a:lstStyle>
            <a:p>
              <a:pPr algn="ctr"/>
              <a:r>
                <a:rPr lang="de-DE" b="1" dirty="0">
                  <a:solidFill>
                    <a:schemeClr val="tx2"/>
                  </a:solidFill>
                </a:rPr>
                <a:t>Communication</a:t>
              </a:r>
            </a:p>
          </p:txBody>
        </p:sp>
        <p:sp>
          <p:nvSpPr>
            <p:cNvPr id="15" name="Text Placeholder 37">
              <a:extLst>
                <a:ext uri="{FF2B5EF4-FFF2-40B4-BE49-F238E27FC236}">
                  <a16:creationId xmlns:a16="http://schemas.microsoft.com/office/drawing/2014/main" id="{2C32B074-FFF4-24FD-0581-19AD54CA6780}"/>
                </a:ext>
              </a:extLst>
            </p:cNvPr>
            <p:cNvSpPr txBox="1">
              <a:spLocks/>
            </p:cNvSpPr>
            <p:nvPr/>
          </p:nvSpPr>
          <p:spPr>
            <a:xfrm>
              <a:off x="6084479" y="4603750"/>
              <a:ext cx="2305050" cy="314325"/>
            </a:xfrm>
            <a:prstGeom prst="rect">
              <a:avLst/>
            </a:prstGeom>
          </p:spPr>
          <p:txBody>
            <a:bodyPr vert="horz" wrap="square" lIns="0" tIns="0" rIns="0" bIns="0" rtlCol="0">
              <a:noAutofit/>
            </a:bodyPr>
            <a:lstStyle>
              <a:lvl1pPr marL="0" indent="0" algn="l" defTabSz="877996" rtl="0" eaLnBrk="1" latinLnBrk="0" hangingPunct="1">
                <a:lnSpc>
                  <a:spcPct val="100000"/>
                </a:lnSpc>
                <a:spcBef>
                  <a:spcPts val="600"/>
                </a:spcBef>
                <a:spcAft>
                  <a:spcPts val="600"/>
                </a:spcAft>
                <a:buClr>
                  <a:schemeClr val="tx1"/>
                </a:buClr>
                <a:buFont typeface="Arial" panose="020B0604020202020204" pitchFamily="34" charset="0"/>
                <a:buNone/>
                <a:defRPr sz="1600" b="0" i="0" kern="1200">
                  <a:solidFill>
                    <a:schemeClr val="tx2">
                      <a:lumMod val="65000"/>
                      <a:lumOff val="35000"/>
                    </a:schemeClr>
                  </a:solidFill>
                  <a:latin typeface="+mn-lt"/>
                  <a:ea typeface="Arial" panose="020B0604020202020204" pitchFamily="34" charset="0"/>
                  <a:cs typeface="VM Circular Chat Book Italic" panose="020B0604020101020102" pitchFamily="34" charset="77"/>
                </a:defRPr>
              </a:lvl1pPr>
              <a:lvl2pPr marL="270000" indent="-270000" algn="l" defTabSz="877996" rtl="0" eaLnBrk="1" latinLnBrk="0" hangingPunct="1">
                <a:lnSpc>
                  <a:spcPct val="100000"/>
                </a:lnSpc>
                <a:spcBef>
                  <a:spcPts val="600"/>
                </a:spcBef>
                <a:spcAft>
                  <a:spcPts val="600"/>
                </a:spcAft>
                <a:buClr>
                  <a:schemeClr val="tx2"/>
                </a:buClr>
                <a:buFont typeface="Arial" charset="0"/>
                <a:buChar char="•"/>
                <a:defRPr sz="1600" b="0" i="0" kern="1200">
                  <a:solidFill>
                    <a:schemeClr val="tx2">
                      <a:lumMod val="65000"/>
                      <a:lumOff val="35000"/>
                    </a:schemeClr>
                  </a:solidFill>
                  <a:latin typeface="+mn-lt"/>
                  <a:ea typeface="Arial" panose="020B0604020202020204" pitchFamily="34" charset="0"/>
                  <a:cs typeface="VM Circular Chat Book Italic" panose="020B0604020101020102" pitchFamily="34" charset="77"/>
                </a:defRPr>
              </a:lvl2pPr>
              <a:lvl3pPr marL="540000" indent="-270000" algn="l" defTabSz="877996" rtl="0" eaLnBrk="1" latinLnBrk="0" hangingPunct="1">
                <a:lnSpc>
                  <a:spcPct val="100000"/>
                </a:lnSpc>
                <a:spcBef>
                  <a:spcPts val="600"/>
                </a:spcBef>
                <a:spcAft>
                  <a:spcPts val="600"/>
                </a:spcAft>
                <a:buClr>
                  <a:schemeClr val="tx2"/>
                </a:buClr>
                <a:buFont typeface="Arial" panose="020B0604020202020204" pitchFamily="34" charset="0"/>
                <a:buChar char="•"/>
                <a:defRPr sz="1600" b="0" i="0" kern="1200">
                  <a:solidFill>
                    <a:schemeClr val="tx2">
                      <a:lumMod val="65000"/>
                      <a:lumOff val="35000"/>
                    </a:schemeClr>
                  </a:solidFill>
                  <a:latin typeface="+mn-lt"/>
                  <a:ea typeface="Arial" panose="020B0604020202020204" pitchFamily="34" charset="0"/>
                  <a:cs typeface="VM Circular Chat Book Italic" panose="020B0604020101020102" pitchFamily="34" charset="77"/>
                </a:defRPr>
              </a:lvl3pPr>
              <a:lvl4pPr marL="810000" indent="-270000" algn="l" defTabSz="877996" rtl="0" eaLnBrk="1" latinLnBrk="0" hangingPunct="1">
                <a:lnSpc>
                  <a:spcPct val="100000"/>
                </a:lnSpc>
                <a:spcBef>
                  <a:spcPts val="600"/>
                </a:spcBef>
                <a:spcAft>
                  <a:spcPts val="600"/>
                </a:spcAft>
                <a:buClr>
                  <a:schemeClr val="tx2"/>
                </a:buClr>
                <a:buFont typeface="Arial" charset="0"/>
                <a:buChar char="•"/>
                <a:defRPr sz="1400" b="0" i="0" kern="1200">
                  <a:solidFill>
                    <a:schemeClr val="tx2">
                      <a:lumMod val="65000"/>
                      <a:lumOff val="35000"/>
                    </a:schemeClr>
                  </a:solidFill>
                  <a:latin typeface="+mn-lt"/>
                  <a:ea typeface="Arial" panose="020B0604020202020204" pitchFamily="34" charset="0"/>
                  <a:cs typeface="VM Circular Chat Book Italic" panose="020B0604020101020102" pitchFamily="34" charset="77"/>
                </a:defRPr>
              </a:lvl4pPr>
              <a:lvl5pPr marL="1975490" indent="-219499" algn="l" defTabSz="877996" rtl="0" eaLnBrk="1" latinLnBrk="0" hangingPunct="1">
                <a:lnSpc>
                  <a:spcPct val="90000"/>
                </a:lnSpc>
                <a:spcBef>
                  <a:spcPts val="480"/>
                </a:spcBef>
                <a:buFont typeface="Arial" panose="020B0604020202020204" pitchFamily="34" charset="0"/>
                <a:buChar char="•"/>
                <a:defRPr sz="1729" kern="1200">
                  <a:solidFill>
                    <a:schemeClr val="tx1"/>
                  </a:solidFill>
                  <a:latin typeface="+mn-lt"/>
                  <a:ea typeface="+mn-ea"/>
                  <a:cs typeface="+mn-cs"/>
                </a:defRPr>
              </a:lvl5pPr>
              <a:lvl6pPr marL="2414489" indent="-219499" algn="l" defTabSz="877996" rtl="0" eaLnBrk="1" latinLnBrk="0" hangingPunct="1">
                <a:lnSpc>
                  <a:spcPct val="90000"/>
                </a:lnSpc>
                <a:spcBef>
                  <a:spcPts val="480"/>
                </a:spcBef>
                <a:buFont typeface="Arial" panose="020B0604020202020204" pitchFamily="34" charset="0"/>
                <a:buChar char="•"/>
                <a:defRPr sz="1729" kern="1200">
                  <a:solidFill>
                    <a:schemeClr val="tx1"/>
                  </a:solidFill>
                  <a:latin typeface="+mn-lt"/>
                  <a:ea typeface="+mn-ea"/>
                  <a:cs typeface="+mn-cs"/>
                </a:defRPr>
              </a:lvl6pPr>
              <a:lvl7pPr marL="2853487" indent="-219499" algn="l" defTabSz="877996" rtl="0" eaLnBrk="1" latinLnBrk="0" hangingPunct="1">
                <a:lnSpc>
                  <a:spcPct val="90000"/>
                </a:lnSpc>
                <a:spcBef>
                  <a:spcPts val="480"/>
                </a:spcBef>
                <a:buFont typeface="Arial" panose="020B0604020202020204" pitchFamily="34" charset="0"/>
                <a:buChar char="•"/>
                <a:defRPr sz="1729" kern="1200">
                  <a:solidFill>
                    <a:schemeClr val="tx1"/>
                  </a:solidFill>
                  <a:latin typeface="+mn-lt"/>
                  <a:ea typeface="+mn-ea"/>
                  <a:cs typeface="+mn-cs"/>
                </a:defRPr>
              </a:lvl7pPr>
              <a:lvl8pPr marL="3292484" indent="-219499" algn="l" defTabSz="877996" rtl="0" eaLnBrk="1" latinLnBrk="0" hangingPunct="1">
                <a:lnSpc>
                  <a:spcPct val="90000"/>
                </a:lnSpc>
                <a:spcBef>
                  <a:spcPts val="480"/>
                </a:spcBef>
                <a:buFont typeface="Arial" panose="020B0604020202020204" pitchFamily="34" charset="0"/>
                <a:buChar char="•"/>
                <a:defRPr sz="1729" kern="1200">
                  <a:solidFill>
                    <a:schemeClr val="tx1"/>
                  </a:solidFill>
                  <a:latin typeface="+mn-lt"/>
                  <a:ea typeface="+mn-ea"/>
                  <a:cs typeface="+mn-cs"/>
                </a:defRPr>
              </a:lvl8pPr>
              <a:lvl9pPr marL="3731482" indent="-219499" algn="l" defTabSz="877996" rtl="0" eaLnBrk="1" latinLnBrk="0" hangingPunct="1">
                <a:lnSpc>
                  <a:spcPct val="90000"/>
                </a:lnSpc>
                <a:spcBef>
                  <a:spcPts val="480"/>
                </a:spcBef>
                <a:buFont typeface="Arial" panose="020B0604020202020204" pitchFamily="34" charset="0"/>
                <a:buChar char="•"/>
                <a:defRPr sz="1729" kern="1200">
                  <a:solidFill>
                    <a:schemeClr val="tx1"/>
                  </a:solidFill>
                  <a:latin typeface="+mn-lt"/>
                  <a:ea typeface="+mn-ea"/>
                  <a:cs typeface="+mn-cs"/>
                </a:defRPr>
              </a:lvl9pPr>
            </a:lstStyle>
            <a:p>
              <a:pPr algn="ctr"/>
              <a:r>
                <a:rPr lang="de-DE" sz="1400" dirty="0">
                  <a:solidFill>
                    <a:schemeClr val="bg1">
                      <a:lumMod val="50000"/>
                    </a:schemeClr>
                  </a:solidFill>
                </a:rPr>
                <a:t>Sample </a:t>
              </a:r>
              <a:r>
                <a:rPr lang="de-DE" sz="1400" dirty="0" err="1">
                  <a:solidFill>
                    <a:schemeClr val="bg1">
                      <a:lumMod val="50000"/>
                    </a:schemeClr>
                  </a:solidFill>
                </a:rPr>
                <a:t>text</a:t>
              </a:r>
              <a:endParaRPr lang="en-US" sz="1280" dirty="0">
                <a:solidFill>
                  <a:srgbClr val="73737D"/>
                </a:solidFill>
                <a:cs typeface="On Air" panose="020F0503030404020204" pitchFamily="34" charset="77"/>
              </a:endParaRPr>
            </a:p>
          </p:txBody>
        </p:sp>
        <p:sp>
          <p:nvSpPr>
            <p:cNvPr id="16" name="TextBox 15">
              <a:extLst>
                <a:ext uri="{FF2B5EF4-FFF2-40B4-BE49-F238E27FC236}">
                  <a16:creationId xmlns:a16="http://schemas.microsoft.com/office/drawing/2014/main" id="{517F3D58-4742-3545-476A-876E2DBD7734}"/>
                </a:ext>
              </a:extLst>
            </p:cNvPr>
            <p:cNvSpPr txBox="1"/>
            <p:nvPr/>
          </p:nvSpPr>
          <p:spPr>
            <a:xfrm>
              <a:off x="3772127" y="2692608"/>
              <a:ext cx="1474079" cy="864773"/>
            </a:xfrm>
            <a:prstGeom prst="rect">
              <a:avLst/>
            </a:prstGeom>
            <a:noFill/>
          </p:spPr>
          <p:txBody>
            <a:bodyPr wrap="none" rtlCol="0" anchor="ctr">
              <a:spAutoFit/>
            </a:bodyPr>
            <a:lstStyle/>
            <a:p>
              <a:pPr algn="ctr"/>
              <a:r>
                <a:rPr lang="en-US" sz="4400">
                  <a:solidFill>
                    <a:srgbClr val="0050FF"/>
                  </a:solidFill>
                  <a:cs typeface="On Air" panose="020F0503030404020204" pitchFamily="34" charset="77"/>
                </a:rPr>
                <a:t>25%</a:t>
              </a:r>
            </a:p>
          </p:txBody>
        </p:sp>
        <p:sp>
          <p:nvSpPr>
            <p:cNvPr id="17" name="TextBox 16">
              <a:extLst>
                <a:ext uri="{FF2B5EF4-FFF2-40B4-BE49-F238E27FC236}">
                  <a16:creationId xmlns:a16="http://schemas.microsoft.com/office/drawing/2014/main" id="{6E70F2C9-F152-E8F9-839E-3C465BE1D253}"/>
                </a:ext>
              </a:extLst>
            </p:cNvPr>
            <p:cNvSpPr txBox="1"/>
            <p:nvPr/>
          </p:nvSpPr>
          <p:spPr>
            <a:xfrm>
              <a:off x="6444116" y="2692608"/>
              <a:ext cx="1585779" cy="864773"/>
            </a:xfrm>
            <a:prstGeom prst="rect">
              <a:avLst/>
            </a:prstGeom>
            <a:noFill/>
          </p:spPr>
          <p:txBody>
            <a:bodyPr wrap="none" rtlCol="0" anchor="ctr">
              <a:spAutoFit/>
            </a:bodyPr>
            <a:lstStyle/>
            <a:p>
              <a:pPr algn="ctr"/>
              <a:r>
                <a:rPr lang="en-US" sz="4400">
                  <a:solidFill>
                    <a:srgbClr val="0050FF"/>
                  </a:solidFill>
                  <a:cs typeface="On Air" panose="020F0503030404020204" pitchFamily="34" charset="77"/>
                </a:rPr>
                <a:t>80%</a:t>
              </a:r>
            </a:p>
          </p:txBody>
        </p:sp>
        <p:sp>
          <p:nvSpPr>
            <p:cNvPr id="18" name="TextBox 17">
              <a:extLst>
                <a:ext uri="{FF2B5EF4-FFF2-40B4-BE49-F238E27FC236}">
                  <a16:creationId xmlns:a16="http://schemas.microsoft.com/office/drawing/2014/main" id="{F5023497-8E88-A0C3-B636-F4316ADFE96E}"/>
                </a:ext>
              </a:extLst>
            </p:cNvPr>
            <p:cNvSpPr txBox="1"/>
            <p:nvPr/>
          </p:nvSpPr>
          <p:spPr>
            <a:xfrm>
              <a:off x="9210822" y="2692608"/>
              <a:ext cx="1555150" cy="864773"/>
            </a:xfrm>
            <a:prstGeom prst="rect">
              <a:avLst/>
            </a:prstGeom>
            <a:noFill/>
          </p:spPr>
          <p:txBody>
            <a:bodyPr wrap="none" rtlCol="0" anchor="ctr">
              <a:spAutoFit/>
            </a:bodyPr>
            <a:lstStyle/>
            <a:p>
              <a:pPr algn="ctr"/>
              <a:r>
                <a:rPr lang="en-US" sz="4400">
                  <a:solidFill>
                    <a:srgbClr val="0050FF"/>
                  </a:solidFill>
                  <a:cs typeface="On Air" panose="020F0503030404020204" pitchFamily="34" charset="77"/>
                </a:rPr>
                <a:t>50%</a:t>
              </a:r>
            </a:p>
          </p:txBody>
        </p:sp>
        <p:sp>
          <p:nvSpPr>
            <p:cNvPr id="19" name="TextBox 18">
              <a:extLst>
                <a:ext uri="{FF2B5EF4-FFF2-40B4-BE49-F238E27FC236}">
                  <a16:creationId xmlns:a16="http://schemas.microsoft.com/office/drawing/2014/main" id="{AE8836F9-D888-0BF2-E03D-A8BB687D1967}"/>
                </a:ext>
              </a:extLst>
            </p:cNvPr>
            <p:cNvSpPr txBox="1"/>
            <p:nvPr/>
          </p:nvSpPr>
          <p:spPr>
            <a:xfrm>
              <a:off x="1040735" y="2692608"/>
              <a:ext cx="1479483" cy="864773"/>
            </a:xfrm>
            <a:prstGeom prst="rect">
              <a:avLst/>
            </a:prstGeom>
            <a:noFill/>
          </p:spPr>
          <p:txBody>
            <a:bodyPr wrap="none" rtlCol="0" anchor="ctr">
              <a:spAutoFit/>
            </a:bodyPr>
            <a:lstStyle/>
            <a:p>
              <a:pPr algn="ctr"/>
              <a:r>
                <a:rPr lang="en-US" sz="4400" dirty="0">
                  <a:solidFill>
                    <a:srgbClr val="0050FF"/>
                  </a:solidFill>
                  <a:cs typeface="On Air" panose="020F0503030404020204" pitchFamily="34" charset="77"/>
                </a:rPr>
                <a:t>75%</a:t>
              </a:r>
            </a:p>
          </p:txBody>
        </p:sp>
        <p:sp>
          <p:nvSpPr>
            <p:cNvPr id="20" name="Text Placeholder 31">
              <a:extLst>
                <a:ext uri="{FF2B5EF4-FFF2-40B4-BE49-F238E27FC236}">
                  <a16:creationId xmlns:a16="http://schemas.microsoft.com/office/drawing/2014/main" id="{25FD58E6-FECD-1708-156A-59C8BA3BD621}"/>
                </a:ext>
              </a:extLst>
            </p:cNvPr>
            <p:cNvSpPr txBox="1">
              <a:spLocks/>
            </p:cNvSpPr>
            <p:nvPr/>
          </p:nvSpPr>
          <p:spPr>
            <a:xfrm>
              <a:off x="3336445" y="4271963"/>
              <a:ext cx="2305050" cy="292100"/>
            </a:xfrm>
            <a:prstGeom prst="rect">
              <a:avLst/>
            </a:prstGeom>
          </p:spPr>
          <p:txBody>
            <a:bodyPr vert="horz" wrap="square" lIns="0" tIns="0" rIns="0" bIns="0" rtlCol="0">
              <a:noAutofit/>
            </a:bodyPr>
            <a:lstStyle>
              <a:lvl1pPr marL="0" indent="0" algn="l" defTabSz="877996" rtl="0" eaLnBrk="1" latinLnBrk="0" hangingPunct="1">
                <a:lnSpc>
                  <a:spcPct val="100000"/>
                </a:lnSpc>
                <a:spcBef>
                  <a:spcPts val="600"/>
                </a:spcBef>
                <a:spcAft>
                  <a:spcPts val="600"/>
                </a:spcAft>
                <a:buClr>
                  <a:schemeClr val="tx1"/>
                </a:buClr>
                <a:buFont typeface="Arial" panose="020B0604020202020204" pitchFamily="34" charset="0"/>
                <a:buNone/>
                <a:defRPr sz="1600" b="0" i="0" kern="1200">
                  <a:solidFill>
                    <a:schemeClr val="tx2">
                      <a:lumMod val="65000"/>
                      <a:lumOff val="35000"/>
                    </a:schemeClr>
                  </a:solidFill>
                  <a:latin typeface="+mn-lt"/>
                  <a:ea typeface="Arial" panose="020B0604020202020204" pitchFamily="34" charset="0"/>
                  <a:cs typeface="VM Circular Chat Book Italic" panose="020B0604020101020102" pitchFamily="34" charset="77"/>
                </a:defRPr>
              </a:lvl1pPr>
              <a:lvl2pPr marL="270000" indent="-270000" algn="l" defTabSz="877996" rtl="0" eaLnBrk="1" latinLnBrk="0" hangingPunct="1">
                <a:lnSpc>
                  <a:spcPct val="100000"/>
                </a:lnSpc>
                <a:spcBef>
                  <a:spcPts val="600"/>
                </a:spcBef>
                <a:spcAft>
                  <a:spcPts val="600"/>
                </a:spcAft>
                <a:buClr>
                  <a:schemeClr val="tx2"/>
                </a:buClr>
                <a:buFont typeface="Arial" charset="0"/>
                <a:buChar char="•"/>
                <a:defRPr sz="1600" b="0" i="0" kern="1200">
                  <a:solidFill>
                    <a:schemeClr val="tx2">
                      <a:lumMod val="65000"/>
                      <a:lumOff val="35000"/>
                    </a:schemeClr>
                  </a:solidFill>
                  <a:latin typeface="+mn-lt"/>
                  <a:ea typeface="Arial" panose="020B0604020202020204" pitchFamily="34" charset="0"/>
                  <a:cs typeface="VM Circular Chat Book Italic" panose="020B0604020101020102" pitchFamily="34" charset="77"/>
                </a:defRPr>
              </a:lvl2pPr>
              <a:lvl3pPr marL="540000" indent="-270000" algn="l" defTabSz="877996" rtl="0" eaLnBrk="1" latinLnBrk="0" hangingPunct="1">
                <a:lnSpc>
                  <a:spcPct val="100000"/>
                </a:lnSpc>
                <a:spcBef>
                  <a:spcPts val="600"/>
                </a:spcBef>
                <a:spcAft>
                  <a:spcPts val="600"/>
                </a:spcAft>
                <a:buClr>
                  <a:schemeClr val="tx2"/>
                </a:buClr>
                <a:buFont typeface="Arial" panose="020B0604020202020204" pitchFamily="34" charset="0"/>
                <a:buChar char="•"/>
                <a:defRPr sz="1600" b="0" i="0" kern="1200">
                  <a:solidFill>
                    <a:schemeClr val="tx2">
                      <a:lumMod val="65000"/>
                      <a:lumOff val="35000"/>
                    </a:schemeClr>
                  </a:solidFill>
                  <a:latin typeface="+mn-lt"/>
                  <a:ea typeface="Arial" panose="020B0604020202020204" pitchFamily="34" charset="0"/>
                  <a:cs typeface="VM Circular Chat Book Italic" panose="020B0604020101020102" pitchFamily="34" charset="77"/>
                </a:defRPr>
              </a:lvl3pPr>
              <a:lvl4pPr marL="810000" indent="-270000" algn="l" defTabSz="877996" rtl="0" eaLnBrk="1" latinLnBrk="0" hangingPunct="1">
                <a:lnSpc>
                  <a:spcPct val="100000"/>
                </a:lnSpc>
                <a:spcBef>
                  <a:spcPts val="600"/>
                </a:spcBef>
                <a:spcAft>
                  <a:spcPts val="600"/>
                </a:spcAft>
                <a:buClr>
                  <a:schemeClr val="tx2"/>
                </a:buClr>
                <a:buFont typeface="Arial" charset="0"/>
                <a:buChar char="•"/>
                <a:defRPr sz="1400" b="0" i="0" kern="1200">
                  <a:solidFill>
                    <a:schemeClr val="tx2">
                      <a:lumMod val="65000"/>
                      <a:lumOff val="35000"/>
                    </a:schemeClr>
                  </a:solidFill>
                  <a:latin typeface="+mn-lt"/>
                  <a:ea typeface="Arial" panose="020B0604020202020204" pitchFamily="34" charset="0"/>
                  <a:cs typeface="VM Circular Chat Book Italic" panose="020B0604020101020102" pitchFamily="34" charset="77"/>
                </a:defRPr>
              </a:lvl4pPr>
              <a:lvl5pPr marL="1975490" indent="-219499" algn="l" defTabSz="877996" rtl="0" eaLnBrk="1" latinLnBrk="0" hangingPunct="1">
                <a:lnSpc>
                  <a:spcPct val="90000"/>
                </a:lnSpc>
                <a:spcBef>
                  <a:spcPts val="480"/>
                </a:spcBef>
                <a:buFont typeface="Arial" panose="020B0604020202020204" pitchFamily="34" charset="0"/>
                <a:buChar char="•"/>
                <a:defRPr sz="1729" kern="1200">
                  <a:solidFill>
                    <a:schemeClr val="tx1"/>
                  </a:solidFill>
                  <a:latin typeface="+mn-lt"/>
                  <a:ea typeface="+mn-ea"/>
                  <a:cs typeface="+mn-cs"/>
                </a:defRPr>
              </a:lvl5pPr>
              <a:lvl6pPr marL="2414489" indent="-219499" algn="l" defTabSz="877996" rtl="0" eaLnBrk="1" latinLnBrk="0" hangingPunct="1">
                <a:lnSpc>
                  <a:spcPct val="90000"/>
                </a:lnSpc>
                <a:spcBef>
                  <a:spcPts val="480"/>
                </a:spcBef>
                <a:buFont typeface="Arial" panose="020B0604020202020204" pitchFamily="34" charset="0"/>
                <a:buChar char="•"/>
                <a:defRPr sz="1729" kern="1200">
                  <a:solidFill>
                    <a:schemeClr val="tx1"/>
                  </a:solidFill>
                  <a:latin typeface="+mn-lt"/>
                  <a:ea typeface="+mn-ea"/>
                  <a:cs typeface="+mn-cs"/>
                </a:defRPr>
              </a:lvl6pPr>
              <a:lvl7pPr marL="2853487" indent="-219499" algn="l" defTabSz="877996" rtl="0" eaLnBrk="1" latinLnBrk="0" hangingPunct="1">
                <a:lnSpc>
                  <a:spcPct val="90000"/>
                </a:lnSpc>
                <a:spcBef>
                  <a:spcPts val="480"/>
                </a:spcBef>
                <a:buFont typeface="Arial" panose="020B0604020202020204" pitchFamily="34" charset="0"/>
                <a:buChar char="•"/>
                <a:defRPr sz="1729" kern="1200">
                  <a:solidFill>
                    <a:schemeClr val="tx1"/>
                  </a:solidFill>
                  <a:latin typeface="+mn-lt"/>
                  <a:ea typeface="+mn-ea"/>
                  <a:cs typeface="+mn-cs"/>
                </a:defRPr>
              </a:lvl7pPr>
              <a:lvl8pPr marL="3292484" indent="-219499" algn="l" defTabSz="877996" rtl="0" eaLnBrk="1" latinLnBrk="0" hangingPunct="1">
                <a:lnSpc>
                  <a:spcPct val="90000"/>
                </a:lnSpc>
                <a:spcBef>
                  <a:spcPts val="480"/>
                </a:spcBef>
                <a:buFont typeface="Arial" panose="020B0604020202020204" pitchFamily="34" charset="0"/>
                <a:buChar char="•"/>
                <a:defRPr sz="1729" kern="1200">
                  <a:solidFill>
                    <a:schemeClr val="tx1"/>
                  </a:solidFill>
                  <a:latin typeface="+mn-lt"/>
                  <a:ea typeface="+mn-ea"/>
                  <a:cs typeface="+mn-cs"/>
                </a:defRPr>
              </a:lvl8pPr>
              <a:lvl9pPr marL="3731482" indent="-219499" algn="l" defTabSz="877996" rtl="0" eaLnBrk="1" latinLnBrk="0" hangingPunct="1">
                <a:lnSpc>
                  <a:spcPct val="90000"/>
                </a:lnSpc>
                <a:spcBef>
                  <a:spcPts val="480"/>
                </a:spcBef>
                <a:buFont typeface="Arial" panose="020B0604020202020204" pitchFamily="34" charset="0"/>
                <a:buChar char="•"/>
                <a:defRPr sz="1729" kern="1200">
                  <a:solidFill>
                    <a:schemeClr val="tx1"/>
                  </a:solidFill>
                  <a:latin typeface="+mn-lt"/>
                  <a:ea typeface="+mn-ea"/>
                  <a:cs typeface="+mn-cs"/>
                </a:defRPr>
              </a:lvl9pPr>
            </a:lstStyle>
            <a:p>
              <a:pPr algn="ctr"/>
              <a:r>
                <a:rPr lang="de-DE" b="1" dirty="0">
                  <a:solidFill>
                    <a:schemeClr val="tx2"/>
                  </a:solidFill>
                </a:rPr>
                <a:t>Mobile</a:t>
              </a:r>
              <a:endParaRPr lang="en-US" b="1" dirty="0">
                <a:solidFill>
                  <a:schemeClr val="tx2"/>
                </a:solidFill>
                <a:latin typeface="+mj-lt"/>
                <a:cs typeface="On Air" panose="020F0503030404020204" pitchFamily="34" charset="77"/>
              </a:endParaRPr>
            </a:p>
          </p:txBody>
        </p:sp>
        <p:sp>
          <p:nvSpPr>
            <p:cNvPr id="21" name="Text Placeholder 32">
              <a:extLst>
                <a:ext uri="{FF2B5EF4-FFF2-40B4-BE49-F238E27FC236}">
                  <a16:creationId xmlns:a16="http://schemas.microsoft.com/office/drawing/2014/main" id="{C3036C8A-24E7-B518-987A-7E6333B4EE72}"/>
                </a:ext>
              </a:extLst>
            </p:cNvPr>
            <p:cNvSpPr txBox="1">
              <a:spLocks/>
            </p:cNvSpPr>
            <p:nvPr/>
          </p:nvSpPr>
          <p:spPr>
            <a:xfrm>
              <a:off x="628744" y="4603750"/>
              <a:ext cx="2303463" cy="314325"/>
            </a:xfrm>
            <a:prstGeom prst="rect">
              <a:avLst/>
            </a:prstGeom>
          </p:spPr>
          <p:txBody>
            <a:bodyPr vert="horz" wrap="square" lIns="0" tIns="0" rIns="0" bIns="0" rtlCol="0">
              <a:noAutofit/>
            </a:bodyPr>
            <a:lstStyle>
              <a:lvl1pPr marL="0" indent="0" algn="l" defTabSz="877996" rtl="0" eaLnBrk="1" latinLnBrk="0" hangingPunct="1">
                <a:lnSpc>
                  <a:spcPct val="100000"/>
                </a:lnSpc>
                <a:spcBef>
                  <a:spcPts val="600"/>
                </a:spcBef>
                <a:spcAft>
                  <a:spcPts val="600"/>
                </a:spcAft>
                <a:buClr>
                  <a:schemeClr val="tx1"/>
                </a:buClr>
                <a:buFont typeface="Arial" panose="020B0604020202020204" pitchFamily="34" charset="0"/>
                <a:buNone/>
                <a:defRPr sz="1600" b="0" i="0" kern="1200">
                  <a:solidFill>
                    <a:schemeClr val="tx2">
                      <a:lumMod val="65000"/>
                      <a:lumOff val="35000"/>
                    </a:schemeClr>
                  </a:solidFill>
                  <a:latin typeface="+mn-lt"/>
                  <a:ea typeface="Arial" panose="020B0604020202020204" pitchFamily="34" charset="0"/>
                  <a:cs typeface="VM Circular Chat Book Italic" panose="020B0604020101020102" pitchFamily="34" charset="77"/>
                </a:defRPr>
              </a:lvl1pPr>
              <a:lvl2pPr marL="270000" indent="-270000" algn="l" defTabSz="877996" rtl="0" eaLnBrk="1" latinLnBrk="0" hangingPunct="1">
                <a:lnSpc>
                  <a:spcPct val="100000"/>
                </a:lnSpc>
                <a:spcBef>
                  <a:spcPts val="600"/>
                </a:spcBef>
                <a:spcAft>
                  <a:spcPts val="600"/>
                </a:spcAft>
                <a:buClr>
                  <a:schemeClr val="tx2"/>
                </a:buClr>
                <a:buFont typeface="Arial" charset="0"/>
                <a:buChar char="•"/>
                <a:defRPr sz="1600" b="0" i="0" kern="1200">
                  <a:solidFill>
                    <a:schemeClr val="tx2">
                      <a:lumMod val="65000"/>
                      <a:lumOff val="35000"/>
                    </a:schemeClr>
                  </a:solidFill>
                  <a:latin typeface="+mn-lt"/>
                  <a:ea typeface="Arial" panose="020B0604020202020204" pitchFamily="34" charset="0"/>
                  <a:cs typeface="VM Circular Chat Book Italic" panose="020B0604020101020102" pitchFamily="34" charset="77"/>
                </a:defRPr>
              </a:lvl2pPr>
              <a:lvl3pPr marL="540000" indent="-270000" algn="l" defTabSz="877996" rtl="0" eaLnBrk="1" latinLnBrk="0" hangingPunct="1">
                <a:lnSpc>
                  <a:spcPct val="100000"/>
                </a:lnSpc>
                <a:spcBef>
                  <a:spcPts val="600"/>
                </a:spcBef>
                <a:spcAft>
                  <a:spcPts val="600"/>
                </a:spcAft>
                <a:buClr>
                  <a:schemeClr val="tx2"/>
                </a:buClr>
                <a:buFont typeface="Arial" panose="020B0604020202020204" pitchFamily="34" charset="0"/>
                <a:buChar char="•"/>
                <a:defRPr sz="1600" b="0" i="0" kern="1200">
                  <a:solidFill>
                    <a:schemeClr val="tx2">
                      <a:lumMod val="65000"/>
                      <a:lumOff val="35000"/>
                    </a:schemeClr>
                  </a:solidFill>
                  <a:latin typeface="+mn-lt"/>
                  <a:ea typeface="Arial" panose="020B0604020202020204" pitchFamily="34" charset="0"/>
                  <a:cs typeface="VM Circular Chat Book Italic" panose="020B0604020101020102" pitchFamily="34" charset="77"/>
                </a:defRPr>
              </a:lvl3pPr>
              <a:lvl4pPr marL="810000" indent="-270000" algn="l" defTabSz="877996" rtl="0" eaLnBrk="1" latinLnBrk="0" hangingPunct="1">
                <a:lnSpc>
                  <a:spcPct val="100000"/>
                </a:lnSpc>
                <a:spcBef>
                  <a:spcPts val="600"/>
                </a:spcBef>
                <a:spcAft>
                  <a:spcPts val="600"/>
                </a:spcAft>
                <a:buClr>
                  <a:schemeClr val="tx2"/>
                </a:buClr>
                <a:buFont typeface="Arial" charset="0"/>
                <a:buChar char="•"/>
                <a:defRPr sz="1400" b="0" i="0" kern="1200">
                  <a:solidFill>
                    <a:schemeClr val="tx2">
                      <a:lumMod val="65000"/>
                      <a:lumOff val="35000"/>
                    </a:schemeClr>
                  </a:solidFill>
                  <a:latin typeface="+mn-lt"/>
                  <a:ea typeface="Arial" panose="020B0604020202020204" pitchFamily="34" charset="0"/>
                  <a:cs typeface="VM Circular Chat Book Italic" panose="020B0604020101020102" pitchFamily="34" charset="77"/>
                </a:defRPr>
              </a:lvl4pPr>
              <a:lvl5pPr marL="1975490" indent="-219499" algn="l" defTabSz="877996" rtl="0" eaLnBrk="1" latinLnBrk="0" hangingPunct="1">
                <a:lnSpc>
                  <a:spcPct val="90000"/>
                </a:lnSpc>
                <a:spcBef>
                  <a:spcPts val="480"/>
                </a:spcBef>
                <a:buFont typeface="Arial" panose="020B0604020202020204" pitchFamily="34" charset="0"/>
                <a:buChar char="•"/>
                <a:defRPr sz="1729" kern="1200">
                  <a:solidFill>
                    <a:schemeClr val="tx1"/>
                  </a:solidFill>
                  <a:latin typeface="+mn-lt"/>
                  <a:ea typeface="+mn-ea"/>
                  <a:cs typeface="+mn-cs"/>
                </a:defRPr>
              </a:lvl5pPr>
              <a:lvl6pPr marL="2414489" indent="-219499" algn="l" defTabSz="877996" rtl="0" eaLnBrk="1" latinLnBrk="0" hangingPunct="1">
                <a:lnSpc>
                  <a:spcPct val="90000"/>
                </a:lnSpc>
                <a:spcBef>
                  <a:spcPts val="480"/>
                </a:spcBef>
                <a:buFont typeface="Arial" panose="020B0604020202020204" pitchFamily="34" charset="0"/>
                <a:buChar char="•"/>
                <a:defRPr sz="1729" kern="1200">
                  <a:solidFill>
                    <a:schemeClr val="tx1"/>
                  </a:solidFill>
                  <a:latin typeface="+mn-lt"/>
                  <a:ea typeface="+mn-ea"/>
                  <a:cs typeface="+mn-cs"/>
                </a:defRPr>
              </a:lvl6pPr>
              <a:lvl7pPr marL="2853487" indent="-219499" algn="l" defTabSz="877996" rtl="0" eaLnBrk="1" latinLnBrk="0" hangingPunct="1">
                <a:lnSpc>
                  <a:spcPct val="90000"/>
                </a:lnSpc>
                <a:spcBef>
                  <a:spcPts val="480"/>
                </a:spcBef>
                <a:buFont typeface="Arial" panose="020B0604020202020204" pitchFamily="34" charset="0"/>
                <a:buChar char="•"/>
                <a:defRPr sz="1729" kern="1200">
                  <a:solidFill>
                    <a:schemeClr val="tx1"/>
                  </a:solidFill>
                  <a:latin typeface="+mn-lt"/>
                  <a:ea typeface="+mn-ea"/>
                  <a:cs typeface="+mn-cs"/>
                </a:defRPr>
              </a:lvl7pPr>
              <a:lvl8pPr marL="3292484" indent="-219499" algn="l" defTabSz="877996" rtl="0" eaLnBrk="1" latinLnBrk="0" hangingPunct="1">
                <a:lnSpc>
                  <a:spcPct val="90000"/>
                </a:lnSpc>
                <a:spcBef>
                  <a:spcPts val="480"/>
                </a:spcBef>
                <a:buFont typeface="Arial" panose="020B0604020202020204" pitchFamily="34" charset="0"/>
                <a:buChar char="•"/>
                <a:defRPr sz="1729" kern="1200">
                  <a:solidFill>
                    <a:schemeClr val="tx1"/>
                  </a:solidFill>
                  <a:latin typeface="+mn-lt"/>
                  <a:ea typeface="+mn-ea"/>
                  <a:cs typeface="+mn-cs"/>
                </a:defRPr>
              </a:lvl8pPr>
              <a:lvl9pPr marL="3731482" indent="-219499" algn="l" defTabSz="877996" rtl="0" eaLnBrk="1" latinLnBrk="0" hangingPunct="1">
                <a:lnSpc>
                  <a:spcPct val="90000"/>
                </a:lnSpc>
                <a:spcBef>
                  <a:spcPts val="480"/>
                </a:spcBef>
                <a:buFont typeface="Arial" panose="020B0604020202020204" pitchFamily="34" charset="0"/>
                <a:buChar char="•"/>
                <a:defRPr sz="1729" kern="1200">
                  <a:solidFill>
                    <a:schemeClr val="tx1"/>
                  </a:solidFill>
                  <a:latin typeface="+mn-lt"/>
                  <a:ea typeface="+mn-ea"/>
                  <a:cs typeface="+mn-cs"/>
                </a:defRPr>
              </a:lvl9pPr>
            </a:lstStyle>
            <a:p>
              <a:pPr algn="ctr"/>
              <a:r>
                <a:rPr lang="de-DE" sz="1400" dirty="0">
                  <a:solidFill>
                    <a:schemeClr val="bg1">
                      <a:lumMod val="50000"/>
                    </a:schemeClr>
                  </a:solidFill>
                </a:rPr>
                <a:t>Sample </a:t>
              </a:r>
              <a:r>
                <a:rPr lang="de-DE" sz="1400" dirty="0" err="1">
                  <a:solidFill>
                    <a:schemeClr val="bg1">
                      <a:lumMod val="50000"/>
                    </a:schemeClr>
                  </a:solidFill>
                </a:rPr>
                <a:t>text</a:t>
              </a:r>
              <a:endParaRPr lang="en-US" sz="1280" dirty="0">
                <a:solidFill>
                  <a:srgbClr val="73737D"/>
                </a:solidFill>
                <a:cs typeface="On Air" panose="020F0503030404020204" pitchFamily="34" charset="77"/>
              </a:endParaRPr>
            </a:p>
          </p:txBody>
        </p:sp>
      </p:grpSp>
      <p:grpSp>
        <p:nvGrpSpPr>
          <p:cNvPr id="22" name="Group 21">
            <a:extLst>
              <a:ext uri="{FF2B5EF4-FFF2-40B4-BE49-F238E27FC236}">
                <a16:creationId xmlns:a16="http://schemas.microsoft.com/office/drawing/2014/main" id="{AF06BD6D-2A48-BA2C-BC3C-6A4AB976F44D}"/>
              </a:ext>
            </a:extLst>
          </p:cNvPr>
          <p:cNvGrpSpPr/>
          <p:nvPr/>
        </p:nvGrpSpPr>
        <p:grpSpPr>
          <a:xfrm>
            <a:off x="1402543" y="1052990"/>
            <a:ext cx="9407484" cy="2621675"/>
            <a:chOff x="590996" y="1978025"/>
            <a:chExt cx="10549926" cy="2940050"/>
          </a:xfrm>
        </p:grpSpPr>
        <p:graphicFrame>
          <p:nvGraphicFramePr>
            <p:cNvPr id="23" name="Chart Placeholder 34">
              <a:extLst>
                <a:ext uri="{FF2B5EF4-FFF2-40B4-BE49-F238E27FC236}">
                  <a16:creationId xmlns:a16="http://schemas.microsoft.com/office/drawing/2014/main" id="{95296627-0B7E-41C2-F306-4DE80A6BDB6C}"/>
                </a:ext>
              </a:extLst>
            </p:cNvPr>
            <p:cNvGraphicFramePr>
              <a:graphicFrameLocks/>
            </p:cNvGraphicFramePr>
            <p:nvPr>
              <p:extLst>
                <p:ext uri="{D42A27DB-BD31-4B8C-83A1-F6EECF244321}">
                  <p14:modId xmlns:p14="http://schemas.microsoft.com/office/powerpoint/2010/main" val="2466675932"/>
                </p:ext>
              </p:extLst>
            </p:nvPr>
          </p:nvGraphicFramePr>
          <p:xfrm>
            <a:off x="6084479" y="1978025"/>
            <a:ext cx="2305050" cy="2303463"/>
          </p:xfrm>
          <a:graphic>
            <a:graphicData uri="http://schemas.openxmlformats.org/drawingml/2006/chart">
              <c:chart xmlns:c="http://schemas.openxmlformats.org/drawingml/2006/chart" xmlns:r="http://schemas.openxmlformats.org/officeDocument/2006/relationships" r:id="rId6"/>
            </a:graphicData>
          </a:graphic>
        </p:graphicFrame>
        <p:sp>
          <p:nvSpPr>
            <p:cNvPr id="24" name="Text Placeholder 32">
              <a:extLst>
                <a:ext uri="{FF2B5EF4-FFF2-40B4-BE49-F238E27FC236}">
                  <a16:creationId xmlns:a16="http://schemas.microsoft.com/office/drawing/2014/main" id="{829DF12D-C202-7AB1-F728-ABD7D23C03CA}"/>
                </a:ext>
              </a:extLst>
            </p:cNvPr>
            <p:cNvSpPr txBox="1">
              <a:spLocks/>
            </p:cNvSpPr>
            <p:nvPr/>
          </p:nvSpPr>
          <p:spPr>
            <a:xfrm>
              <a:off x="3337239" y="4603750"/>
              <a:ext cx="2303463" cy="314325"/>
            </a:xfrm>
            <a:prstGeom prst="rect">
              <a:avLst/>
            </a:prstGeom>
          </p:spPr>
          <p:txBody>
            <a:bodyPr vert="horz" wrap="square" lIns="0" tIns="0" rIns="0" bIns="0" rtlCol="0">
              <a:noAutofit/>
            </a:bodyPr>
            <a:lstStyle>
              <a:lvl1pPr marL="0" indent="0" algn="l" defTabSz="877996" rtl="0" eaLnBrk="1" latinLnBrk="0" hangingPunct="1">
                <a:lnSpc>
                  <a:spcPct val="100000"/>
                </a:lnSpc>
                <a:spcBef>
                  <a:spcPts val="600"/>
                </a:spcBef>
                <a:spcAft>
                  <a:spcPts val="600"/>
                </a:spcAft>
                <a:buClr>
                  <a:schemeClr val="tx1"/>
                </a:buClr>
                <a:buFont typeface="Arial" panose="020B0604020202020204" pitchFamily="34" charset="0"/>
                <a:buNone/>
                <a:defRPr sz="1600" b="0" i="0" kern="1200">
                  <a:solidFill>
                    <a:schemeClr val="tx2">
                      <a:lumMod val="65000"/>
                      <a:lumOff val="35000"/>
                    </a:schemeClr>
                  </a:solidFill>
                  <a:latin typeface="+mn-lt"/>
                  <a:ea typeface="Arial" panose="020B0604020202020204" pitchFamily="34" charset="0"/>
                  <a:cs typeface="VM Circular Chat Book Italic" panose="020B0604020101020102" pitchFamily="34" charset="77"/>
                </a:defRPr>
              </a:lvl1pPr>
              <a:lvl2pPr marL="270000" indent="-270000" algn="l" defTabSz="877996" rtl="0" eaLnBrk="1" latinLnBrk="0" hangingPunct="1">
                <a:lnSpc>
                  <a:spcPct val="100000"/>
                </a:lnSpc>
                <a:spcBef>
                  <a:spcPts val="600"/>
                </a:spcBef>
                <a:spcAft>
                  <a:spcPts val="600"/>
                </a:spcAft>
                <a:buClr>
                  <a:schemeClr val="tx2"/>
                </a:buClr>
                <a:buFont typeface="Arial" charset="0"/>
                <a:buChar char="•"/>
                <a:defRPr sz="1600" b="0" i="0" kern="1200">
                  <a:solidFill>
                    <a:schemeClr val="tx2">
                      <a:lumMod val="65000"/>
                      <a:lumOff val="35000"/>
                    </a:schemeClr>
                  </a:solidFill>
                  <a:latin typeface="+mn-lt"/>
                  <a:ea typeface="Arial" panose="020B0604020202020204" pitchFamily="34" charset="0"/>
                  <a:cs typeface="VM Circular Chat Book Italic" panose="020B0604020101020102" pitchFamily="34" charset="77"/>
                </a:defRPr>
              </a:lvl2pPr>
              <a:lvl3pPr marL="540000" indent="-270000" algn="l" defTabSz="877996" rtl="0" eaLnBrk="1" latinLnBrk="0" hangingPunct="1">
                <a:lnSpc>
                  <a:spcPct val="100000"/>
                </a:lnSpc>
                <a:spcBef>
                  <a:spcPts val="600"/>
                </a:spcBef>
                <a:spcAft>
                  <a:spcPts val="600"/>
                </a:spcAft>
                <a:buClr>
                  <a:schemeClr val="tx2"/>
                </a:buClr>
                <a:buFont typeface="Arial" panose="020B0604020202020204" pitchFamily="34" charset="0"/>
                <a:buChar char="•"/>
                <a:defRPr sz="1600" b="0" i="0" kern="1200">
                  <a:solidFill>
                    <a:schemeClr val="tx2">
                      <a:lumMod val="65000"/>
                      <a:lumOff val="35000"/>
                    </a:schemeClr>
                  </a:solidFill>
                  <a:latin typeface="+mn-lt"/>
                  <a:ea typeface="Arial" panose="020B0604020202020204" pitchFamily="34" charset="0"/>
                  <a:cs typeface="VM Circular Chat Book Italic" panose="020B0604020101020102" pitchFamily="34" charset="77"/>
                </a:defRPr>
              </a:lvl3pPr>
              <a:lvl4pPr marL="810000" indent="-270000" algn="l" defTabSz="877996" rtl="0" eaLnBrk="1" latinLnBrk="0" hangingPunct="1">
                <a:lnSpc>
                  <a:spcPct val="100000"/>
                </a:lnSpc>
                <a:spcBef>
                  <a:spcPts val="600"/>
                </a:spcBef>
                <a:spcAft>
                  <a:spcPts val="600"/>
                </a:spcAft>
                <a:buClr>
                  <a:schemeClr val="tx2"/>
                </a:buClr>
                <a:buFont typeface="Arial" charset="0"/>
                <a:buChar char="•"/>
                <a:defRPr sz="1400" b="0" i="0" kern="1200">
                  <a:solidFill>
                    <a:schemeClr val="tx2">
                      <a:lumMod val="65000"/>
                      <a:lumOff val="35000"/>
                    </a:schemeClr>
                  </a:solidFill>
                  <a:latin typeface="+mn-lt"/>
                  <a:ea typeface="Arial" panose="020B0604020202020204" pitchFamily="34" charset="0"/>
                  <a:cs typeface="VM Circular Chat Book Italic" panose="020B0604020101020102" pitchFamily="34" charset="77"/>
                </a:defRPr>
              </a:lvl4pPr>
              <a:lvl5pPr marL="1975490" indent="-219499" algn="l" defTabSz="877996" rtl="0" eaLnBrk="1" latinLnBrk="0" hangingPunct="1">
                <a:lnSpc>
                  <a:spcPct val="90000"/>
                </a:lnSpc>
                <a:spcBef>
                  <a:spcPts val="480"/>
                </a:spcBef>
                <a:buFont typeface="Arial" panose="020B0604020202020204" pitchFamily="34" charset="0"/>
                <a:buChar char="•"/>
                <a:defRPr sz="1729" kern="1200">
                  <a:solidFill>
                    <a:schemeClr val="tx1"/>
                  </a:solidFill>
                  <a:latin typeface="+mn-lt"/>
                  <a:ea typeface="+mn-ea"/>
                  <a:cs typeface="+mn-cs"/>
                </a:defRPr>
              </a:lvl5pPr>
              <a:lvl6pPr marL="2414489" indent="-219499" algn="l" defTabSz="877996" rtl="0" eaLnBrk="1" latinLnBrk="0" hangingPunct="1">
                <a:lnSpc>
                  <a:spcPct val="90000"/>
                </a:lnSpc>
                <a:spcBef>
                  <a:spcPts val="480"/>
                </a:spcBef>
                <a:buFont typeface="Arial" panose="020B0604020202020204" pitchFamily="34" charset="0"/>
                <a:buChar char="•"/>
                <a:defRPr sz="1729" kern="1200">
                  <a:solidFill>
                    <a:schemeClr val="tx1"/>
                  </a:solidFill>
                  <a:latin typeface="+mn-lt"/>
                  <a:ea typeface="+mn-ea"/>
                  <a:cs typeface="+mn-cs"/>
                </a:defRPr>
              </a:lvl6pPr>
              <a:lvl7pPr marL="2853487" indent="-219499" algn="l" defTabSz="877996" rtl="0" eaLnBrk="1" latinLnBrk="0" hangingPunct="1">
                <a:lnSpc>
                  <a:spcPct val="90000"/>
                </a:lnSpc>
                <a:spcBef>
                  <a:spcPts val="480"/>
                </a:spcBef>
                <a:buFont typeface="Arial" panose="020B0604020202020204" pitchFamily="34" charset="0"/>
                <a:buChar char="•"/>
                <a:defRPr sz="1729" kern="1200">
                  <a:solidFill>
                    <a:schemeClr val="tx1"/>
                  </a:solidFill>
                  <a:latin typeface="+mn-lt"/>
                  <a:ea typeface="+mn-ea"/>
                  <a:cs typeface="+mn-cs"/>
                </a:defRPr>
              </a:lvl7pPr>
              <a:lvl8pPr marL="3292484" indent="-219499" algn="l" defTabSz="877996" rtl="0" eaLnBrk="1" latinLnBrk="0" hangingPunct="1">
                <a:lnSpc>
                  <a:spcPct val="90000"/>
                </a:lnSpc>
                <a:spcBef>
                  <a:spcPts val="480"/>
                </a:spcBef>
                <a:buFont typeface="Arial" panose="020B0604020202020204" pitchFamily="34" charset="0"/>
                <a:buChar char="•"/>
                <a:defRPr sz="1729" kern="1200">
                  <a:solidFill>
                    <a:schemeClr val="tx1"/>
                  </a:solidFill>
                  <a:latin typeface="+mn-lt"/>
                  <a:ea typeface="+mn-ea"/>
                  <a:cs typeface="+mn-cs"/>
                </a:defRPr>
              </a:lvl8pPr>
              <a:lvl9pPr marL="3731482" indent="-219499" algn="l" defTabSz="877996" rtl="0" eaLnBrk="1" latinLnBrk="0" hangingPunct="1">
                <a:lnSpc>
                  <a:spcPct val="90000"/>
                </a:lnSpc>
                <a:spcBef>
                  <a:spcPts val="480"/>
                </a:spcBef>
                <a:buFont typeface="Arial" panose="020B0604020202020204" pitchFamily="34" charset="0"/>
                <a:buChar char="•"/>
                <a:defRPr sz="1729" kern="1200">
                  <a:solidFill>
                    <a:schemeClr val="tx1"/>
                  </a:solidFill>
                  <a:latin typeface="+mn-lt"/>
                  <a:ea typeface="+mn-ea"/>
                  <a:cs typeface="+mn-cs"/>
                </a:defRPr>
              </a:lvl9pPr>
            </a:lstStyle>
            <a:p>
              <a:pPr algn="ctr"/>
              <a:r>
                <a:rPr lang="de-DE" sz="1400" dirty="0">
                  <a:solidFill>
                    <a:schemeClr val="bg1">
                      <a:lumMod val="50000"/>
                    </a:schemeClr>
                  </a:solidFill>
                </a:rPr>
                <a:t>Sample </a:t>
              </a:r>
              <a:r>
                <a:rPr lang="de-DE" sz="1400" dirty="0" err="1">
                  <a:solidFill>
                    <a:schemeClr val="bg1">
                      <a:lumMod val="50000"/>
                    </a:schemeClr>
                  </a:solidFill>
                </a:rPr>
                <a:t>text</a:t>
              </a:r>
              <a:endParaRPr lang="en-US" sz="1280" dirty="0">
                <a:solidFill>
                  <a:srgbClr val="73737D"/>
                </a:solidFill>
                <a:cs typeface="On Air" panose="020F0503030404020204" pitchFamily="34" charset="77"/>
              </a:endParaRPr>
            </a:p>
          </p:txBody>
        </p:sp>
        <p:graphicFrame>
          <p:nvGraphicFramePr>
            <p:cNvPr id="25" name="Chart Placeholder 34">
              <a:extLst>
                <a:ext uri="{FF2B5EF4-FFF2-40B4-BE49-F238E27FC236}">
                  <a16:creationId xmlns:a16="http://schemas.microsoft.com/office/drawing/2014/main" id="{59A736F4-E08E-B7C7-06A4-2EF68F215DDC}"/>
                </a:ext>
              </a:extLst>
            </p:cNvPr>
            <p:cNvGraphicFramePr>
              <a:graphicFrameLocks/>
            </p:cNvGraphicFramePr>
            <p:nvPr>
              <p:extLst>
                <p:ext uri="{D42A27DB-BD31-4B8C-83A1-F6EECF244321}">
                  <p14:modId xmlns:p14="http://schemas.microsoft.com/office/powerpoint/2010/main" val="503657446"/>
                </p:ext>
              </p:extLst>
            </p:nvPr>
          </p:nvGraphicFramePr>
          <p:xfrm>
            <a:off x="3356642" y="1978025"/>
            <a:ext cx="2305050" cy="2303463"/>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26" name="Chart Placeholder 34">
              <a:extLst>
                <a:ext uri="{FF2B5EF4-FFF2-40B4-BE49-F238E27FC236}">
                  <a16:creationId xmlns:a16="http://schemas.microsoft.com/office/drawing/2014/main" id="{A0338EAD-02FA-29E6-0AB1-A17777AA9627}"/>
                </a:ext>
              </a:extLst>
            </p:cNvPr>
            <p:cNvGraphicFramePr>
              <a:graphicFrameLocks/>
            </p:cNvGraphicFramePr>
            <p:nvPr>
              <p:extLst>
                <p:ext uri="{D42A27DB-BD31-4B8C-83A1-F6EECF244321}">
                  <p14:modId xmlns:p14="http://schemas.microsoft.com/office/powerpoint/2010/main" val="1766943381"/>
                </p:ext>
              </p:extLst>
            </p:nvPr>
          </p:nvGraphicFramePr>
          <p:xfrm>
            <a:off x="8812803" y="1978025"/>
            <a:ext cx="2305050" cy="2303463"/>
          </p:xfrm>
          <a:graphic>
            <a:graphicData uri="http://schemas.openxmlformats.org/drawingml/2006/chart">
              <c:chart xmlns:c="http://schemas.openxmlformats.org/drawingml/2006/chart" xmlns:r="http://schemas.openxmlformats.org/officeDocument/2006/relationships" r:id="rId8"/>
            </a:graphicData>
          </a:graphic>
        </p:graphicFrame>
        <p:graphicFrame>
          <p:nvGraphicFramePr>
            <p:cNvPr id="27" name="Chart Placeholder 34">
              <a:extLst>
                <a:ext uri="{FF2B5EF4-FFF2-40B4-BE49-F238E27FC236}">
                  <a16:creationId xmlns:a16="http://schemas.microsoft.com/office/drawing/2014/main" id="{A047FA4A-DE0E-D57D-808B-21095E9E892A}"/>
                </a:ext>
              </a:extLst>
            </p:cNvPr>
            <p:cNvGraphicFramePr>
              <a:graphicFrameLocks/>
            </p:cNvGraphicFramePr>
            <p:nvPr>
              <p:extLst>
                <p:ext uri="{D42A27DB-BD31-4B8C-83A1-F6EECF244321}">
                  <p14:modId xmlns:p14="http://schemas.microsoft.com/office/powerpoint/2010/main" val="4256221929"/>
                </p:ext>
              </p:extLst>
            </p:nvPr>
          </p:nvGraphicFramePr>
          <p:xfrm>
            <a:off x="627951" y="1978025"/>
            <a:ext cx="2305050" cy="2303463"/>
          </p:xfrm>
          <a:graphic>
            <a:graphicData uri="http://schemas.openxmlformats.org/drawingml/2006/chart">
              <c:chart xmlns:c="http://schemas.openxmlformats.org/drawingml/2006/chart" xmlns:r="http://schemas.openxmlformats.org/officeDocument/2006/relationships" r:id="rId9"/>
            </a:graphicData>
          </a:graphic>
        </p:graphicFrame>
        <p:sp>
          <p:nvSpPr>
            <p:cNvPr id="28" name="Text Placeholder 31">
              <a:extLst>
                <a:ext uri="{FF2B5EF4-FFF2-40B4-BE49-F238E27FC236}">
                  <a16:creationId xmlns:a16="http://schemas.microsoft.com/office/drawing/2014/main" id="{430EFA54-B10D-D28F-F025-AC6E1F677E69}"/>
                </a:ext>
              </a:extLst>
            </p:cNvPr>
            <p:cNvSpPr txBox="1">
              <a:spLocks/>
            </p:cNvSpPr>
            <p:nvPr/>
          </p:nvSpPr>
          <p:spPr>
            <a:xfrm>
              <a:off x="590996" y="4271963"/>
              <a:ext cx="2305050" cy="292100"/>
            </a:xfrm>
            <a:prstGeom prst="rect">
              <a:avLst/>
            </a:prstGeom>
          </p:spPr>
          <p:txBody>
            <a:bodyPr vert="horz" wrap="square" lIns="0" tIns="0" rIns="0" bIns="0" rtlCol="0">
              <a:noAutofit/>
            </a:bodyPr>
            <a:lstStyle>
              <a:lvl1pPr marL="0" indent="0" algn="l" defTabSz="877996" rtl="0" eaLnBrk="1" latinLnBrk="0" hangingPunct="1">
                <a:lnSpc>
                  <a:spcPct val="100000"/>
                </a:lnSpc>
                <a:spcBef>
                  <a:spcPts val="600"/>
                </a:spcBef>
                <a:spcAft>
                  <a:spcPts val="600"/>
                </a:spcAft>
                <a:buClr>
                  <a:schemeClr val="tx1"/>
                </a:buClr>
                <a:buFont typeface="Arial" panose="020B0604020202020204" pitchFamily="34" charset="0"/>
                <a:buNone/>
                <a:defRPr sz="1600" b="0" i="0" kern="1200">
                  <a:solidFill>
                    <a:schemeClr val="tx2">
                      <a:lumMod val="65000"/>
                      <a:lumOff val="35000"/>
                    </a:schemeClr>
                  </a:solidFill>
                  <a:latin typeface="+mn-lt"/>
                  <a:ea typeface="Arial" panose="020B0604020202020204" pitchFamily="34" charset="0"/>
                  <a:cs typeface="VM Circular Chat Book Italic" panose="020B0604020101020102" pitchFamily="34" charset="77"/>
                </a:defRPr>
              </a:lvl1pPr>
              <a:lvl2pPr marL="270000" indent="-270000" algn="l" defTabSz="877996" rtl="0" eaLnBrk="1" latinLnBrk="0" hangingPunct="1">
                <a:lnSpc>
                  <a:spcPct val="100000"/>
                </a:lnSpc>
                <a:spcBef>
                  <a:spcPts val="600"/>
                </a:spcBef>
                <a:spcAft>
                  <a:spcPts val="600"/>
                </a:spcAft>
                <a:buClr>
                  <a:schemeClr val="tx2"/>
                </a:buClr>
                <a:buFont typeface="Arial" charset="0"/>
                <a:buChar char="•"/>
                <a:defRPr sz="1600" b="0" i="0" kern="1200">
                  <a:solidFill>
                    <a:schemeClr val="tx2">
                      <a:lumMod val="65000"/>
                      <a:lumOff val="35000"/>
                    </a:schemeClr>
                  </a:solidFill>
                  <a:latin typeface="+mn-lt"/>
                  <a:ea typeface="Arial" panose="020B0604020202020204" pitchFamily="34" charset="0"/>
                  <a:cs typeface="VM Circular Chat Book Italic" panose="020B0604020101020102" pitchFamily="34" charset="77"/>
                </a:defRPr>
              </a:lvl2pPr>
              <a:lvl3pPr marL="540000" indent="-270000" algn="l" defTabSz="877996" rtl="0" eaLnBrk="1" latinLnBrk="0" hangingPunct="1">
                <a:lnSpc>
                  <a:spcPct val="100000"/>
                </a:lnSpc>
                <a:spcBef>
                  <a:spcPts val="600"/>
                </a:spcBef>
                <a:spcAft>
                  <a:spcPts val="600"/>
                </a:spcAft>
                <a:buClr>
                  <a:schemeClr val="tx2"/>
                </a:buClr>
                <a:buFont typeface="Arial" panose="020B0604020202020204" pitchFamily="34" charset="0"/>
                <a:buChar char="•"/>
                <a:defRPr sz="1600" b="0" i="0" kern="1200">
                  <a:solidFill>
                    <a:schemeClr val="tx2">
                      <a:lumMod val="65000"/>
                      <a:lumOff val="35000"/>
                    </a:schemeClr>
                  </a:solidFill>
                  <a:latin typeface="+mn-lt"/>
                  <a:ea typeface="Arial" panose="020B0604020202020204" pitchFamily="34" charset="0"/>
                  <a:cs typeface="VM Circular Chat Book Italic" panose="020B0604020101020102" pitchFamily="34" charset="77"/>
                </a:defRPr>
              </a:lvl3pPr>
              <a:lvl4pPr marL="810000" indent="-270000" algn="l" defTabSz="877996" rtl="0" eaLnBrk="1" latinLnBrk="0" hangingPunct="1">
                <a:lnSpc>
                  <a:spcPct val="100000"/>
                </a:lnSpc>
                <a:spcBef>
                  <a:spcPts val="600"/>
                </a:spcBef>
                <a:spcAft>
                  <a:spcPts val="600"/>
                </a:spcAft>
                <a:buClr>
                  <a:schemeClr val="tx2"/>
                </a:buClr>
                <a:buFont typeface="Arial" charset="0"/>
                <a:buChar char="•"/>
                <a:defRPr sz="1400" b="0" i="0" kern="1200">
                  <a:solidFill>
                    <a:schemeClr val="tx2">
                      <a:lumMod val="65000"/>
                      <a:lumOff val="35000"/>
                    </a:schemeClr>
                  </a:solidFill>
                  <a:latin typeface="+mn-lt"/>
                  <a:ea typeface="Arial" panose="020B0604020202020204" pitchFamily="34" charset="0"/>
                  <a:cs typeface="VM Circular Chat Book Italic" panose="020B0604020101020102" pitchFamily="34" charset="77"/>
                </a:defRPr>
              </a:lvl4pPr>
              <a:lvl5pPr marL="1975490" indent="-219499" algn="l" defTabSz="877996" rtl="0" eaLnBrk="1" latinLnBrk="0" hangingPunct="1">
                <a:lnSpc>
                  <a:spcPct val="90000"/>
                </a:lnSpc>
                <a:spcBef>
                  <a:spcPts val="480"/>
                </a:spcBef>
                <a:buFont typeface="Arial" panose="020B0604020202020204" pitchFamily="34" charset="0"/>
                <a:buChar char="•"/>
                <a:defRPr sz="1729" kern="1200">
                  <a:solidFill>
                    <a:schemeClr val="tx1"/>
                  </a:solidFill>
                  <a:latin typeface="+mn-lt"/>
                  <a:ea typeface="+mn-ea"/>
                  <a:cs typeface="+mn-cs"/>
                </a:defRPr>
              </a:lvl5pPr>
              <a:lvl6pPr marL="2414489" indent="-219499" algn="l" defTabSz="877996" rtl="0" eaLnBrk="1" latinLnBrk="0" hangingPunct="1">
                <a:lnSpc>
                  <a:spcPct val="90000"/>
                </a:lnSpc>
                <a:spcBef>
                  <a:spcPts val="480"/>
                </a:spcBef>
                <a:buFont typeface="Arial" panose="020B0604020202020204" pitchFamily="34" charset="0"/>
                <a:buChar char="•"/>
                <a:defRPr sz="1729" kern="1200">
                  <a:solidFill>
                    <a:schemeClr val="tx1"/>
                  </a:solidFill>
                  <a:latin typeface="+mn-lt"/>
                  <a:ea typeface="+mn-ea"/>
                  <a:cs typeface="+mn-cs"/>
                </a:defRPr>
              </a:lvl6pPr>
              <a:lvl7pPr marL="2853487" indent="-219499" algn="l" defTabSz="877996" rtl="0" eaLnBrk="1" latinLnBrk="0" hangingPunct="1">
                <a:lnSpc>
                  <a:spcPct val="90000"/>
                </a:lnSpc>
                <a:spcBef>
                  <a:spcPts val="480"/>
                </a:spcBef>
                <a:buFont typeface="Arial" panose="020B0604020202020204" pitchFamily="34" charset="0"/>
                <a:buChar char="•"/>
                <a:defRPr sz="1729" kern="1200">
                  <a:solidFill>
                    <a:schemeClr val="tx1"/>
                  </a:solidFill>
                  <a:latin typeface="+mn-lt"/>
                  <a:ea typeface="+mn-ea"/>
                  <a:cs typeface="+mn-cs"/>
                </a:defRPr>
              </a:lvl7pPr>
              <a:lvl8pPr marL="3292484" indent="-219499" algn="l" defTabSz="877996" rtl="0" eaLnBrk="1" latinLnBrk="0" hangingPunct="1">
                <a:lnSpc>
                  <a:spcPct val="90000"/>
                </a:lnSpc>
                <a:spcBef>
                  <a:spcPts val="480"/>
                </a:spcBef>
                <a:buFont typeface="Arial" panose="020B0604020202020204" pitchFamily="34" charset="0"/>
                <a:buChar char="•"/>
                <a:defRPr sz="1729" kern="1200">
                  <a:solidFill>
                    <a:schemeClr val="tx1"/>
                  </a:solidFill>
                  <a:latin typeface="+mn-lt"/>
                  <a:ea typeface="+mn-ea"/>
                  <a:cs typeface="+mn-cs"/>
                </a:defRPr>
              </a:lvl8pPr>
              <a:lvl9pPr marL="3731482" indent="-219499" algn="l" defTabSz="877996" rtl="0" eaLnBrk="1" latinLnBrk="0" hangingPunct="1">
                <a:lnSpc>
                  <a:spcPct val="90000"/>
                </a:lnSpc>
                <a:spcBef>
                  <a:spcPts val="480"/>
                </a:spcBef>
                <a:buFont typeface="Arial" panose="020B0604020202020204" pitchFamily="34" charset="0"/>
                <a:buChar char="•"/>
                <a:defRPr sz="1729" kern="1200">
                  <a:solidFill>
                    <a:schemeClr val="tx1"/>
                  </a:solidFill>
                  <a:latin typeface="+mn-lt"/>
                  <a:ea typeface="+mn-ea"/>
                  <a:cs typeface="+mn-cs"/>
                </a:defRPr>
              </a:lvl9pPr>
            </a:lstStyle>
            <a:p>
              <a:pPr algn="ctr"/>
              <a:r>
                <a:rPr lang="de-DE" b="1" dirty="0">
                  <a:solidFill>
                    <a:schemeClr val="tx2"/>
                  </a:solidFill>
                </a:rPr>
                <a:t>Broadband</a:t>
              </a:r>
              <a:endParaRPr lang="en-US" b="1" dirty="0">
                <a:solidFill>
                  <a:srgbClr val="0050FF"/>
                </a:solidFill>
                <a:latin typeface="+mj-lt"/>
                <a:cs typeface="On Air" panose="020F0503030404020204" pitchFamily="34" charset="77"/>
              </a:endParaRPr>
            </a:p>
          </p:txBody>
        </p:sp>
        <p:sp>
          <p:nvSpPr>
            <p:cNvPr id="29" name="Text Placeholder 33">
              <a:extLst>
                <a:ext uri="{FF2B5EF4-FFF2-40B4-BE49-F238E27FC236}">
                  <a16:creationId xmlns:a16="http://schemas.microsoft.com/office/drawing/2014/main" id="{A6967B66-A0A2-39D1-C846-F6140C7DD941}"/>
                </a:ext>
              </a:extLst>
            </p:cNvPr>
            <p:cNvSpPr txBox="1">
              <a:spLocks/>
            </p:cNvSpPr>
            <p:nvPr/>
          </p:nvSpPr>
          <p:spPr>
            <a:xfrm>
              <a:off x="6139375" y="4271963"/>
              <a:ext cx="2305050" cy="292100"/>
            </a:xfrm>
            <a:prstGeom prst="rect">
              <a:avLst/>
            </a:prstGeom>
          </p:spPr>
          <p:txBody>
            <a:bodyPr vert="horz" wrap="square" lIns="0" tIns="0" rIns="0" bIns="0" rtlCol="0">
              <a:noAutofit/>
            </a:bodyPr>
            <a:lstStyle>
              <a:lvl1pPr marL="0" indent="0" algn="l" defTabSz="877996" rtl="0" eaLnBrk="1" latinLnBrk="0" hangingPunct="1">
                <a:lnSpc>
                  <a:spcPct val="100000"/>
                </a:lnSpc>
                <a:spcBef>
                  <a:spcPts val="600"/>
                </a:spcBef>
                <a:spcAft>
                  <a:spcPts val="600"/>
                </a:spcAft>
                <a:buClr>
                  <a:schemeClr val="tx1"/>
                </a:buClr>
                <a:buFont typeface="Arial" panose="020B0604020202020204" pitchFamily="34" charset="0"/>
                <a:buNone/>
                <a:defRPr sz="1600" b="0" i="0" kern="1200">
                  <a:solidFill>
                    <a:schemeClr val="tx2">
                      <a:lumMod val="65000"/>
                      <a:lumOff val="35000"/>
                    </a:schemeClr>
                  </a:solidFill>
                  <a:latin typeface="+mn-lt"/>
                  <a:ea typeface="Arial" panose="020B0604020202020204" pitchFamily="34" charset="0"/>
                  <a:cs typeface="VM Circular Chat Book Italic" panose="020B0604020101020102" pitchFamily="34" charset="77"/>
                </a:defRPr>
              </a:lvl1pPr>
              <a:lvl2pPr marL="270000" indent="-270000" algn="l" defTabSz="877996" rtl="0" eaLnBrk="1" latinLnBrk="0" hangingPunct="1">
                <a:lnSpc>
                  <a:spcPct val="100000"/>
                </a:lnSpc>
                <a:spcBef>
                  <a:spcPts val="600"/>
                </a:spcBef>
                <a:spcAft>
                  <a:spcPts val="600"/>
                </a:spcAft>
                <a:buClr>
                  <a:schemeClr val="tx2"/>
                </a:buClr>
                <a:buFont typeface="Arial" charset="0"/>
                <a:buChar char="•"/>
                <a:defRPr sz="1600" b="0" i="0" kern="1200">
                  <a:solidFill>
                    <a:schemeClr val="tx2">
                      <a:lumMod val="65000"/>
                      <a:lumOff val="35000"/>
                    </a:schemeClr>
                  </a:solidFill>
                  <a:latin typeface="+mn-lt"/>
                  <a:ea typeface="Arial" panose="020B0604020202020204" pitchFamily="34" charset="0"/>
                  <a:cs typeface="VM Circular Chat Book Italic" panose="020B0604020101020102" pitchFamily="34" charset="77"/>
                </a:defRPr>
              </a:lvl2pPr>
              <a:lvl3pPr marL="540000" indent="-270000" algn="l" defTabSz="877996" rtl="0" eaLnBrk="1" latinLnBrk="0" hangingPunct="1">
                <a:lnSpc>
                  <a:spcPct val="100000"/>
                </a:lnSpc>
                <a:spcBef>
                  <a:spcPts val="600"/>
                </a:spcBef>
                <a:spcAft>
                  <a:spcPts val="600"/>
                </a:spcAft>
                <a:buClr>
                  <a:schemeClr val="tx2"/>
                </a:buClr>
                <a:buFont typeface="Arial" panose="020B0604020202020204" pitchFamily="34" charset="0"/>
                <a:buChar char="•"/>
                <a:defRPr sz="1600" b="0" i="0" kern="1200">
                  <a:solidFill>
                    <a:schemeClr val="tx2">
                      <a:lumMod val="65000"/>
                      <a:lumOff val="35000"/>
                    </a:schemeClr>
                  </a:solidFill>
                  <a:latin typeface="+mn-lt"/>
                  <a:ea typeface="Arial" panose="020B0604020202020204" pitchFamily="34" charset="0"/>
                  <a:cs typeface="VM Circular Chat Book Italic" panose="020B0604020101020102" pitchFamily="34" charset="77"/>
                </a:defRPr>
              </a:lvl3pPr>
              <a:lvl4pPr marL="810000" indent="-270000" algn="l" defTabSz="877996" rtl="0" eaLnBrk="1" latinLnBrk="0" hangingPunct="1">
                <a:lnSpc>
                  <a:spcPct val="100000"/>
                </a:lnSpc>
                <a:spcBef>
                  <a:spcPts val="600"/>
                </a:spcBef>
                <a:spcAft>
                  <a:spcPts val="600"/>
                </a:spcAft>
                <a:buClr>
                  <a:schemeClr val="tx2"/>
                </a:buClr>
                <a:buFont typeface="Arial" charset="0"/>
                <a:buChar char="•"/>
                <a:defRPr sz="1400" b="0" i="0" kern="1200">
                  <a:solidFill>
                    <a:schemeClr val="tx2">
                      <a:lumMod val="65000"/>
                      <a:lumOff val="35000"/>
                    </a:schemeClr>
                  </a:solidFill>
                  <a:latin typeface="+mn-lt"/>
                  <a:ea typeface="Arial" panose="020B0604020202020204" pitchFamily="34" charset="0"/>
                  <a:cs typeface="VM Circular Chat Book Italic" panose="020B0604020101020102" pitchFamily="34" charset="77"/>
                </a:defRPr>
              </a:lvl4pPr>
              <a:lvl5pPr marL="1975490" indent="-219499" algn="l" defTabSz="877996" rtl="0" eaLnBrk="1" latinLnBrk="0" hangingPunct="1">
                <a:lnSpc>
                  <a:spcPct val="90000"/>
                </a:lnSpc>
                <a:spcBef>
                  <a:spcPts val="480"/>
                </a:spcBef>
                <a:buFont typeface="Arial" panose="020B0604020202020204" pitchFamily="34" charset="0"/>
                <a:buChar char="•"/>
                <a:defRPr sz="1729" kern="1200">
                  <a:solidFill>
                    <a:schemeClr val="tx1"/>
                  </a:solidFill>
                  <a:latin typeface="+mn-lt"/>
                  <a:ea typeface="+mn-ea"/>
                  <a:cs typeface="+mn-cs"/>
                </a:defRPr>
              </a:lvl5pPr>
              <a:lvl6pPr marL="2414489" indent="-219499" algn="l" defTabSz="877996" rtl="0" eaLnBrk="1" latinLnBrk="0" hangingPunct="1">
                <a:lnSpc>
                  <a:spcPct val="90000"/>
                </a:lnSpc>
                <a:spcBef>
                  <a:spcPts val="480"/>
                </a:spcBef>
                <a:buFont typeface="Arial" panose="020B0604020202020204" pitchFamily="34" charset="0"/>
                <a:buChar char="•"/>
                <a:defRPr sz="1729" kern="1200">
                  <a:solidFill>
                    <a:schemeClr val="tx1"/>
                  </a:solidFill>
                  <a:latin typeface="+mn-lt"/>
                  <a:ea typeface="+mn-ea"/>
                  <a:cs typeface="+mn-cs"/>
                </a:defRPr>
              </a:lvl6pPr>
              <a:lvl7pPr marL="2853487" indent="-219499" algn="l" defTabSz="877996" rtl="0" eaLnBrk="1" latinLnBrk="0" hangingPunct="1">
                <a:lnSpc>
                  <a:spcPct val="90000"/>
                </a:lnSpc>
                <a:spcBef>
                  <a:spcPts val="480"/>
                </a:spcBef>
                <a:buFont typeface="Arial" panose="020B0604020202020204" pitchFamily="34" charset="0"/>
                <a:buChar char="•"/>
                <a:defRPr sz="1729" kern="1200">
                  <a:solidFill>
                    <a:schemeClr val="tx1"/>
                  </a:solidFill>
                  <a:latin typeface="+mn-lt"/>
                  <a:ea typeface="+mn-ea"/>
                  <a:cs typeface="+mn-cs"/>
                </a:defRPr>
              </a:lvl7pPr>
              <a:lvl8pPr marL="3292484" indent="-219499" algn="l" defTabSz="877996" rtl="0" eaLnBrk="1" latinLnBrk="0" hangingPunct="1">
                <a:lnSpc>
                  <a:spcPct val="90000"/>
                </a:lnSpc>
                <a:spcBef>
                  <a:spcPts val="480"/>
                </a:spcBef>
                <a:buFont typeface="Arial" panose="020B0604020202020204" pitchFamily="34" charset="0"/>
                <a:buChar char="•"/>
                <a:defRPr sz="1729" kern="1200">
                  <a:solidFill>
                    <a:schemeClr val="tx1"/>
                  </a:solidFill>
                  <a:latin typeface="+mn-lt"/>
                  <a:ea typeface="+mn-ea"/>
                  <a:cs typeface="+mn-cs"/>
                </a:defRPr>
              </a:lvl8pPr>
              <a:lvl9pPr marL="3731482" indent="-219499" algn="l" defTabSz="877996" rtl="0" eaLnBrk="1" latinLnBrk="0" hangingPunct="1">
                <a:lnSpc>
                  <a:spcPct val="90000"/>
                </a:lnSpc>
                <a:spcBef>
                  <a:spcPts val="480"/>
                </a:spcBef>
                <a:buFont typeface="Arial" panose="020B0604020202020204" pitchFamily="34" charset="0"/>
                <a:buChar char="•"/>
                <a:defRPr sz="1729" kern="1200">
                  <a:solidFill>
                    <a:schemeClr val="tx1"/>
                  </a:solidFill>
                  <a:latin typeface="+mn-lt"/>
                  <a:ea typeface="+mn-ea"/>
                  <a:cs typeface="+mn-cs"/>
                </a:defRPr>
              </a:lvl9pPr>
            </a:lstStyle>
            <a:p>
              <a:pPr algn="ctr"/>
              <a:r>
                <a:rPr lang="de-DE" b="1" dirty="0">
                  <a:solidFill>
                    <a:schemeClr val="tx2"/>
                  </a:solidFill>
                </a:rPr>
                <a:t>Technology</a:t>
              </a:r>
              <a:endParaRPr lang="en-US" b="1" dirty="0">
                <a:solidFill>
                  <a:schemeClr val="tx2"/>
                </a:solidFill>
                <a:latin typeface="+mj-lt"/>
                <a:cs typeface="On Air" panose="020F0503030404020204" pitchFamily="34" charset="77"/>
              </a:endParaRPr>
            </a:p>
          </p:txBody>
        </p:sp>
        <p:sp>
          <p:nvSpPr>
            <p:cNvPr id="30" name="Text Placeholder 35">
              <a:extLst>
                <a:ext uri="{FF2B5EF4-FFF2-40B4-BE49-F238E27FC236}">
                  <a16:creationId xmlns:a16="http://schemas.microsoft.com/office/drawing/2014/main" id="{3A7CAED5-02BC-A305-BF66-EC8773181820}"/>
                </a:ext>
              </a:extLst>
            </p:cNvPr>
            <p:cNvSpPr txBox="1">
              <a:spLocks/>
            </p:cNvSpPr>
            <p:nvPr/>
          </p:nvSpPr>
          <p:spPr>
            <a:xfrm>
              <a:off x="8812803" y="4603750"/>
              <a:ext cx="2305050" cy="314325"/>
            </a:xfrm>
            <a:prstGeom prst="rect">
              <a:avLst/>
            </a:prstGeom>
          </p:spPr>
          <p:txBody>
            <a:bodyPr vert="horz" wrap="square" lIns="0" tIns="0" rIns="0" bIns="0" rtlCol="0">
              <a:noAutofit/>
            </a:bodyPr>
            <a:lstStyle>
              <a:lvl1pPr marL="0" indent="0" algn="l" defTabSz="877996" rtl="0" eaLnBrk="1" latinLnBrk="0" hangingPunct="1">
                <a:lnSpc>
                  <a:spcPct val="100000"/>
                </a:lnSpc>
                <a:spcBef>
                  <a:spcPts val="600"/>
                </a:spcBef>
                <a:spcAft>
                  <a:spcPts val="600"/>
                </a:spcAft>
                <a:buClr>
                  <a:schemeClr val="tx1"/>
                </a:buClr>
                <a:buFont typeface="Arial" panose="020B0604020202020204" pitchFamily="34" charset="0"/>
                <a:buNone/>
                <a:defRPr sz="1600" b="0" i="0" kern="1200">
                  <a:solidFill>
                    <a:schemeClr val="tx2">
                      <a:lumMod val="65000"/>
                      <a:lumOff val="35000"/>
                    </a:schemeClr>
                  </a:solidFill>
                  <a:latin typeface="+mn-lt"/>
                  <a:ea typeface="Arial" panose="020B0604020202020204" pitchFamily="34" charset="0"/>
                  <a:cs typeface="VM Circular Chat Book Italic" panose="020B0604020101020102" pitchFamily="34" charset="77"/>
                </a:defRPr>
              </a:lvl1pPr>
              <a:lvl2pPr marL="270000" indent="-270000" algn="l" defTabSz="877996" rtl="0" eaLnBrk="1" latinLnBrk="0" hangingPunct="1">
                <a:lnSpc>
                  <a:spcPct val="100000"/>
                </a:lnSpc>
                <a:spcBef>
                  <a:spcPts val="600"/>
                </a:spcBef>
                <a:spcAft>
                  <a:spcPts val="600"/>
                </a:spcAft>
                <a:buClr>
                  <a:schemeClr val="tx2"/>
                </a:buClr>
                <a:buFont typeface="Arial" charset="0"/>
                <a:buChar char="•"/>
                <a:defRPr sz="1600" b="0" i="0" kern="1200">
                  <a:solidFill>
                    <a:schemeClr val="tx2">
                      <a:lumMod val="65000"/>
                      <a:lumOff val="35000"/>
                    </a:schemeClr>
                  </a:solidFill>
                  <a:latin typeface="+mn-lt"/>
                  <a:ea typeface="Arial" panose="020B0604020202020204" pitchFamily="34" charset="0"/>
                  <a:cs typeface="VM Circular Chat Book Italic" panose="020B0604020101020102" pitchFamily="34" charset="77"/>
                </a:defRPr>
              </a:lvl2pPr>
              <a:lvl3pPr marL="540000" indent="-270000" algn="l" defTabSz="877996" rtl="0" eaLnBrk="1" latinLnBrk="0" hangingPunct="1">
                <a:lnSpc>
                  <a:spcPct val="100000"/>
                </a:lnSpc>
                <a:spcBef>
                  <a:spcPts val="600"/>
                </a:spcBef>
                <a:spcAft>
                  <a:spcPts val="600"/>
                </a:spcAft>
                <a:buClr>
                  <a:schemeClr val="tx2"/>
                </a:buClr>
                <a:buFont typeface="Arial" panose="020B0604020202020204" pitchFamily="34" charset="0"/>
                <a:buChar char="•"/>
                <a:defRPr sz="1600" b="0" i="0" kern="1200">
                  <a:solidFill>
                    <a:schemeClr val="tx2">
                      <a:lumMod val="65000"/>
                      <a:lumOff val="35000"/>
                    </a:schemeClr>
                  </a:solidFill>
                  <a:latin typeface="+mn-lt"/>
                  <a:ea typeface="Arial" panose="020B0604020202020204" pitchFamily="34" charset="0"/>
                  <a:cs typeface="VM Circular Chat Book Italic" panose="020B0604020101020102" pitchFamily="34" charset="77"/>
                </a:defRPr>
              </a:lvl3pPr>
              <a:lvl4pPr marL="810000" indent="-270000" algn="l" defTabSz="877996" rtl="0" eaLnBrk="1" latinLnBrk="0" hangingPunct="1">
                <a:lnSpc>
                  <a:spcPct val="100000"/>
                </a:lnSpc>
                <a:spcBef>
                  <a:spcPts val="600"/>
                </a:spcBef>
                <a:spcAft>
                  <a:spcPts val="600"/>
                </a:spcAft>
                <a:buClr>
                  <a:schemeClr val="tx2"/>
                </a:buClr>
                <a:buFont typeface="Arial" charset="0"/>
                <a:buChar char="•"/>
                <a:defRPr sz="1400" b="0" i="0" kern="1200">
                  <a:solidFill>
                    <a:schemeClr val="tx2">
                      <a:lumMod val="65000"/>
                      <a:lumOff val="35000"/>
                    </a:schemeClr>
                  </a:solidFill>
                  <a:latin typeface="+mn-lt"/>
                  <a:ea typeface="Arial" panose="020B0604020202020204" pitchFamily="34" charset="0"/>
                  <a:cs typeface="VM Circular Chat Book Italic" panose="020B0604020101020102" pitchFamily="34" charset="77"/>
                </a:defRPr>
              </a:lvl4pPr>
              <a:lvl5pPr marL="1975490" indent="-219499" algn="l" defTabSz="877996" rtl="0" eaLnBrk="1" latinLnBrk="0" hangingPunct="1">
                <a:lnSpc>
                  <a:spcPct val="90000"/>
                </a:lnSpc>
                <a:spcBef>
                  <a:spcPts val="480"/>
                </a:spcBef>
                <a:buFont typeface="Arial" panose="020B0604020202020204" pitchFamily="34" charset="0"/>
                <a:buChar char="•"/>
                <a:defRPr sz="1729" kern="1200">
                  <a:solidFill>
                    <a:schemeClr val="tx1"/>
                  </a:solidFill>
                  <a:latin typeface="+mn-lt"/>
                  <a:ea typeface="+mn-ea"/>
                  <a:cs typeface="+mn-cs"/>
                </a:defRPr>
              </a:lvl5pPr>
              <a:lvl6pPr marL="2414489" indent="-219499" algn="l" defTabSz="877996" rtl="0" eaLnBrk="1" latinLnBrk="0" hangingPunct="1">
                <a:lnSpc>
                  <a:spcPct val="90000"/>
                </a:lnSpc>
                <a:spcBef>
                  <a:spcPts val="480"/>
                </a:spcBef>
                <a:buFont typeface="Arial" panose="020B0604020202020204" pitchFamily="34" charset="0"/>
                <a:buChar char="•"/>
                <a:defRPr sz="1729" kern="1200">
                  <a:solidFill>
                    <a:schemeClr val="tx1"/>
                  </a:solidFill>
                  <a:latin typeface="+mn-lt"/>
                  <a:ea typeface="+mn-ea"/>
                  <a:cs typeface="+mn-cs"/>
                </a:defRPr>
              </a:lvl6pPr>
              <a:lvl7pPr marL="2853487" indent="-219499" algn="l" defTabSz="877996" rtl="0" eaLnBrk="1" latinLnBrk="0" hangingPunct="1">
                <a:lnSpc>
                  <a:spcPct val="90000"/>
                </a:lnSpc>
                <a:spcBef>
                  <a:spcPts val="480"/>
                </a:spcBef>
                <a:buFont typeface="Arial" panose="020B0604020202020204" pitchFamily="34" charset="0"/>
                <a:buChar char="•"/>
                <a:defRPr sz="1729" kern="1200">
                  <a:solidFill>
                    <a:schemeClr val="tx1"/>
                  </a:solidFill>
                  <a:latin typeface="+mn-lt"/>
                  <a:ea typeface="+mn-ea"/>
                  <a:cs typeface="+mn-cs"/>
                </a:defRPr>
              </a:lvl7pPr>
              <a:lvl8pPr marL="3292484" indent="-219499" algn="l" defTabSz="877996" rtl="0" eaLnBrk="1" latinLnBrk="0" hangingPunct="1">
                <a:lnSpc>
                  <a:spcPct val="90000"/>
                </a:lnSpc>
                <a:spcBef>
                  <a:spcPts val="480"/>
                </a:spcBef>
                <a:buFont typeface="Arial" panose="020B0604020202020204" pitchFamily="34" charset="0"/>
                <a:buChar char="•"/>
                <a:defRPr sz="1729" kern="1200">
                  <a:solidFill>
                    <a:schemeClr val="tx1"/>
                  </a:solidFill>
                  <a:latin typeface="+mn-lt"/>
                  <a:ea typeface="+mn-ea"/>
                  <a:cs typeface="+mn-cs"/>
                </a:defRPr>
              </a:lvl8pPr>
              <a:lvl9pPr marL="3731482" indent="-219499" algn="l" defTabSz="877996" rtl="0" eaLnBrk="1" latinLnBrk="0" hangingPunct="1">
                <a:lnSpc>
                  <a:spcPct val="90000"/>
                </a:lnSpc>
                <a:spcBef>
                  <a:spcPts val="480"/>
                </a:spcBef>
                <a:buFont typeface="Arial" panose="020B0604020202020204" pitchFamily="34" charset="0"/>
                <a:buChar char="•"/>
                <a:defRPr sz="1729" kern="1200">
                  <a:solidFill>
                    <a:schemeClr val="tx1"/>
                  </a:solidFill>
                  <a:latin typeface="+mn-lt"/>
                  <a:ea typeface="+mn-ea"/>
                  <a:cs typeface="+mn-cs"/>
                </a:defRPr>
              </a:lvl9pPr>
            </a:lstStyle>
            <a:p>
              <a:pPr algn="ctr"/>
              <a:r>
                <a:rPr lang="de-DE" sz="1400" dirty="0">
                  <a:solidFill>
                    <a:schemeClr val="bg1">
                      <a:lumMod val="50000"/>
                    </a:schemeClr>
                  </a:solidFill>
                </a:rPr>
                <a:t>Sample </a:t>
              </a:r>
              <a:r>
                <a:rPr lang="de-DE" sz="1400" dirty="0" err="1">
                  <a:solidFill>
                    <a:schemeClr val="bg1">
                      <a:lumMod val="50000"/>
                    </a:schemeClr>
                  </a:solidFill>
                </a:rPr>
                <a:t>text</a:t>
              </a:r>
              <a:endParaRPr lang="en-US" sz="1280" dirty="0">
                <a:solidFill>
                  <a:srgbClr val="73737D"/>
                </a:solidFill>
                <a:cs typeface="On Air" panose="020F0503030404020204" pitchFamily="34" charset="77"/>
              </a:endParaRPr>
            </a:p>
          </p:txBody>
        </p:sp>
        <p:sp>
          <p:nvSpPr>
            <p:cNvPr id="31" name="Text Placeholder 36">
              <a:extLst>
                <a:ext uri="{FF2B5EF4-FFF2-40B4-BE49-F238E27FC236}">
                  <a16:creationId xmlns:a16="http://schemas.microsoft.com/office/drawing/2014/main" id="{0E1EB9C2-96C0-4A67-13BC-6017FE97A06E}"/>
                </a:ext>
              </a:extLst>
            </p:cNvPr>
            <p:cNvSpPr txBox="1">
              <a:spLocks/>
            </p:cNvSpPr>
            <p:nvPr/>
          </p:nvSpPr>
          <p:spPr>
            <a:xfrm>
              <a:off x="8835872" y="4271963"/>
              <a:ext cx="2305050" cy="292100"/>
            </a:xfrm>
            <a:prstGeom prst="rect">
              <a:avLst/>
            </a:prstGeom>
          </p:spPr>
          <p:txBody>
            <a:bodyPr vert="horz" wrap="square" lIns="0" tIns="0" rIns="0" bIns="0" rtlCol="0">
              <a:noAutofit/>
            </a:bodyPr>
            <a:lstStyle>
              <a:lvl1pPr marL="0" indent="0" algn="l" defTabSz="877996" rtl="0" eaLnBrk="1" latinLnBrk="0" hangingPunct="1">
                <a:lnSpc>
                  <a:spcPct val="100000"/>
                </a:lnSpc>
                <a:spcBef>
                  <a:spcPts val="600"/>
                </a:spcBef>
                <a:spcAft>
                  <a:spcPts val="600"/>
                </a:spcAft>
                <a:buClr>
                  <a:schemeClr val="tx1"/>
                </a:buClr>
                <a:buFont typeface="Arial" panose="020B0604020202020204" pitchFamily="34" charset="0"/>
                <a:buNone/>
                <a:defRPr sz="1600" b="0" i="0" kern="1200">
                  <a:solidFill>
                    <a:schemeClr val="tx2">
                      <a:lumMod val="65000"/>
                      <a:lumOff val="35000"/>
                    </a:schemeClr>
                  </a:solidFill>
                  <a:latin typeface="+mn-lt"/>
                  <a:ea typeface="Arial" panose="020B0604020202020204" pitchFamily="34" charset="0"/>
                  <a:cs typeface="VM Circular Chat Book Italic" panose="020B0604020101020102" pitchFamily="34" charset="77"/>
                </a:defRPr>
              </a:lvl1pPr>
              <a:lvl2pPr marL="270000" indent="-270000" algn="l" defTabSz="877996" rtl="0" eaLnBrk="1" latinLnBrk="0" hangingPunct="1">
                <a:lnSpc>
                  <a:spcPct val="100000"/>
                </a:lnSpc>
                <a:spcBef>
                  <a:spcPts val="600"/>
                </a:spcBef>
                <a:spcAft>
                  <a:spcPts val="600"/>
                </a:spcAft>
                <a:buClr>
                  <a:schemeClr val="tx2"/>
                </a:buClr>
                <a:buFont typeface="Arial" charset="0"/>
                <a:buChar char="•"/>
                <a:defRPr sz="1600" b="0" i="0" kern="1200">
                  <a:solidFill>
                    <a:schemeClr val="tx2">
                      <a:lumMod val="65000"/>
                      <a:lumOff val="35000"/>
                    </a:schemeClr>
                  </a:solidFill>
                  <a:latin typeface="+mn-lt"/>
                  <a:ea typeface="Arial" panose="020B0604020202020204" pitchFamily="34" charset="0"/>
                  <a:cs typeface="VM Circular Chat Book Italic" panose="020B0604020101020102" pitchFamily="34" charset="77"/>
                </a:defRPr>
              </a:lvl2pPr>
              <a:lvl3pPr marL="540000" indent="-270000" algn="l" defTabSz="877996" rtl="0" eaLnBrk="1" latinLnBrk="0" hangingPunct="1">
                <a:lnSpc>
                  <a:spcPct val="100000"/>
                </a:lnSpc>
                <a:spcBef>
                  <a:spcPts val="600"/>
                </a:spcBef>
                <a:spcAft>
                  <a:spcPts val="600"/>
                </a:spcAft>
                <a:buClr>
                  <a:schemeClr val="tx2"/>
                </a:buClr>
                <a:buFont typeface="Arial" panose="020B0604020202020204" pitchFamily="34" charset="0"/>
                <a:buChar char="•"/>
                <a:defRPr sz="1600" b="0" i="0" kern="1200">
                  <a:solidFill>
                    <a:schemeClr val="tx2">
                      <a:lumMod val="65000"/>
                      <a:lumOff val="35000"/>
                    </a:schemeClr>
                  </a:solidFill>
                  <a:latin typeface="+mn-lt"/>
                  <a:ea typeface="Arial" panose="020B0604020202020204" pitchFamily="34" charset="0"/>
                  <a:cs typeface="VM Circular Chat Book Italic" panose="020B0604020101020102" pitchFamily="34" charset="77"/>
                </a:defRPr>
              </a:lvl3pPr>
              <a:lvl4pPr marL="810000" indent="-270000" algn="l" defTabSz="877996" rtl="0" eaLnBrk="1" latinLnBrk="0" hangingPunct="1">
                <a:lnSpc>
                  <a:spcPct val="100000"/>
                </a:lnSpc>
                <a:spcBef>
                  <a:spcPts val="600"/>
                </a:spcBef>
                <a:spcAft>
                  <a:spcPts val="600"/>
                </a:spcAft>
                <a:buClr>
                  <a:schemeClr val="tx2"/>
                </a:buClr>
                <a:buFont typeface="Arial" charset="0"/>
                <a:buChar char="•"/>
                <a:defRPr sz="1400" b="0" i="0" kern="1200">
                  <a:solidFill>
                    <a:schemeClr val="tx2">
                      <a:lumMod val="65000"/>
                      <a:lumOff val="35000"/>
                    </a:schemeClr>
                  </a:solidFill>
                  <a:latin typeface="+mn-lt"/>
                  <a:ea typeface="Arial" panose="020B0604020202020204" pitchFamily="34" charset="0"/>
                  <a:cs typeface="VM Circular Chat Book Italic" panose="020B0604020101020102" pitchFamily="34" charset="77"/>
                </a:defRPr>
              </a:lvl4pPr>
              <a:lvl5pPr marL="1975490" indent="-219499" algn="l" defTabSz="877996" rtl="0" eaLnBrk="1" latinLnBrk="0" hangingPunct="1">
                <a:lnSpc>
                  <a:spcPct val="90000"/>
                </a:lnSpc>
                <a:spcBef>
                  <a:spcPts val="480"/>
                </a:spcBef>
                <a:buFont typeface="Arial" panose="020B0604020202020204" pitchFamily="34" charset="0"/>
                <a:buChar char="•"/>
                <a:defRPr sz="1729" kern="1200">
                  <a:solidFill>
                    <a:schemeClr val="tx1"/>
                  </a:solidFill>
                  <a:latin typeface="+mn-lt"/>
                  <a:ea typeface="+mn-ea"/>
                  <a:cs typeface="+mn-cs"/>
                </a:defRPr>
              </a:lvl5pPr>
              <a:lvl6pPr marL="2414489" indent="-219499" algn="l" defTabSz="877996" rtl="0" eaLnBrk="1" latinLnBrk="0" hangingPunct="1">
                <a:lnSpc>
                  <a:spcPct val="90000"/>
                </a:lnSpc>
                <a:spcBef>
                  <a:spcPts val="480"/>
                </a:spcBef>
                <a:buFont typeface="Arial" panose="020B0604020202020204" pitchFamily="34" charset="0"/>
                <a:buChar char="•"/>
                <a:defRPr sz="1729" kern="1200">
                  <a:solidFill>
                    <a:schemeClr val="tx1"/>
                  </a:solidFill>
                  <a:latin typeface="+mn-lt"/>
                  <a:ea typeface="+mn-ea"/>
                  <a:cs typeface="+mn-cs"/>
                </a:defRPr>
              </a:lvl6pPr>
              <a:lvl7pPr marL="2853487" indent="-219499" algn="l" defTabSz="877996" rtl="0" eaLnBrk="1" latinLnBrk="0" hangingPunct="1">
                <a:lnSpc>
                  <a:spcPct val="90000"/>
                </a:lnSpc>
                <a:spcBef>
                  <a:spcPts val="480"/>
                </a:spcBef>
                <a:buFont typeface="Arial" panose="020B0604020202020204" pitchFamily="34" charset="0"/>
                <a:buChar char="•"/>
                <a:defRPr sz="1729" kern="1200">
                  <a:solidFill>
                    <a:schemeClr val="tx1"/>
                  </a:solidFill>
                  <a:latin typeface="+mn-lt"/>
                  <a:ea typeface="+mn-ea"/>
                  <a:cs typeface="+mn-cs"/>
                </a:defRPr>
              </a:lvl7pPr>
              <a:lvl8pPr marL="3292484" indent="-219499" algn="l" defTabSz="877996" rtl="0" eaLnBrk="1" latinLnBrk="0" hangingPunct="1">
                <a:lnSpc>
                  <a:spcPct val="90000"/>
                </a:lnSpc>
                <a:spcBef>
                  <a:spcPts val="480"/>
                </a:spcBef>
                <a:buFont typeface="Arial" panose="020B0604020202020204" pitchFamily="34" charset="0"/>
                <a:buChar char="•"/>
                <a:defRPr sz="1729" kern="1200">
                  <a:solidFill>
                    <a:schemeClr val="tx1"/>
                  </a:solidFill>
                  <a:latin typeface="+mn-lt"/>
                  <a:ea typeface="+mn-ea"/>
                  <a:cs typeface="+mn-cs"/>
                </a:defRPr>
              </a:lvl8pPr>
              <a:lvl9pPr marL="3731482" indent="-219499" algn="l" defTabSz="877996" rtl="0" eaLnBrk="1" latinLnBrk="0" hangingPunct="1">
                <a:lnSpc>
                  <a:spcPct val="90000"/>
                </a:lnSpc>
                <a:spcBef>
                  <a:spcPts val="480"/>
                </a:spcBef>
                <a:buFont typeface="Arial" panose="020B0604020202020204" pitchFamily="34" charset="0"/>
                <a:buChar char="•"/>
                <a:defRPr sz="1729" kern="1200">
                  <a:solidFill>
                    <a:schemeClr val="tx1"/>
                  </a:solidFill>
                  <a:latin typeface="+mn-lt"/>
                  <a:ea typeface="+mn-ea"/>
                  <a:cs typeface="+mn-cs"/>
                </a:defRPr>
              </a:lvl9pPr>
            </a:lstStyle>
            <a:p>
              <a:pPr algn="ctr"/>
              <a:r>
                <a:rPr lang="de-DE" b="1" dirty="0">
                  <a:solidFill>
                    <a:schemeClr val="tx2"/>
                  </a:solidFill>
                </a:rPr>
                <a:t>Communication</a:t>
              </a:r>
            </a:p>
          </p:txBody>
        </p:sp>
        <p:sp>
          <p:nvSpPr>
            <p:cNvPr id="32" name="Text Placeholder 37">
              <a:extLst>
                <a:ext uri="{FF2B5EF4-FFF2-40B4-BE49-F238E27FC236}">
                  <a16:creationId xmlns:a16="http://schemas.microsoft.com/office/drawing/2014/main" id="{F606062E-CED1-1C7C-C520-74EAD106DDBD}"/>
                </a:ext>
              </a:extLst>
            </p:cNvPr>
            <p:cNvSpPr txBox="1">
              <a:spLocks/>
            </p:cNvSpPr>
            <p:nvPr/>
          </p:nvSpPr>
          <p:spPr>
            <a:xfrm>
              <a:off x="6084479" y="4603750"/>
              <a:ext cx="2305050" cy="314325"/>
            </a:xfrm>
            <a:prstGeom prst="rect">
              <a:avLst/>
            </a:prstGeom>
          </p:spPr>
          <p:txBody>
            <a:bodyPr vert="horz" wrap="square" lIns="0" tIns="0" rIns="0" bIns="0" rtlCol="0">
              <a:noAutofit/>
            </a:bodyPr>
            <a:lstStyle>
              <a:lvl1pPr marL="0" indent="0" algn="l" defTabSz="877996" rtl="0" eaLnBrk="1" latinLnBrk="0" hangingPunct="1">
                <a:lnSpc>
                  <a:spcPct val="100000"/>
                </a:lnSpc>
                <a:spcBef>
                  <a:spcPts val="600"/>
                </a:spcBef>
                <a:spcAft>
                  <a:spcPts val="600"/>
                </a:spcAft>
                <a:buClr>
                  <a:schemeClr val="tx1"/>
                </a:buClr>
                <a:buFont typeface="Arial" panose="020B0604020202020204" pitchFamily="34" charset="0"/>
                <a:buNone/>
                <a:defRPr sz="1600" b="0" i="0" kern="1200">
                  <a:solidFill>
                    <a:schemeClr val="tx2">
                      <a:lumMod val="65000"/>
                      <a:lumOff val="35000"/>
                    </a:schemeClr>
                  </a:solidFill>
                  <a:latin typeface="+mn-lt"/>
                  <a:ea typeface="Arial" panose="020B0604020202020204" pitchFamily="34" charset="0"/>
                  <a:cs typeface="VM Circular Chat Book Italic" panose="020B0604020101020102" pitchFamily="34" charset="77"/>
                </a:defRPr>
              </a:lvl1pPr>
              <a:lvl2pPr marL="270000" indent="-270000" algn="l" defTabSz="877996" rtl="0" eaLnBrk="1" latinLnBrk="0" hangingPunct="1">
                <a:lnSpc>
                  <a:spcPct val="100000"/>
                </a:lnSpc>
                <a:spcBef>
                  <a:spcPts val="600"/>
                </a:spcBef>
                <a:spcAft>
                  <a:spcPts val="600"/>
                </a:spcAft>
                <a:buClr>
                  <a:schemeClr val="tx2"/>
                </a:buClr>
                <a:buFont typeface="Arial" charset="0"/>
                <a:buChar char="•"/>
                <a:defRPr sz="1600" b="0" i="0" kern="1200">
                  <a:solidFill>
                    <a:schemeClr val="tx2">
                      <a:lumMod val="65000"/>
                      <a:lumOff val="35000"/>
                    </a:schemeClr>
                  </a:solidFill>
                  <a:latin typeface="+mn-lt"/>
                  <a:ea typeface="Arial" panose="020B0604020202020204" pitchFamily="34" charset="0"/>
                  <a:cs typeface="VM Circular Chat Book Italic" panose="020B0604020101020102" pitchFamily="34" charset="77"/>
                </a:defRPr>
              </a:lvl2pPr>
              <a:lvl3pPr marL="540000" indent="-270000" algn="l" defTabSz="877996" rtl="0" eaLnBrk="1" latinLnBrk="0" hangingPunct="1">
                <a:lnSpc>
                  <a:spcPct val="100000"/>
                </a:lnSpc>
                <a:spcBef>
                  <a:spcPts val="600"/>
                </a:spcBef>
                <a:spcAft>
                  <a:spcPts val="600"/>
                </a:spcAft>
                <a:buClr>
                  <a:schemeClr val="tx2"/>
                </a:buClr>
                <a:buFont typeface="Arial" panose="020B0604020202020204" pitchFamily="34" charset="0"/>
                <a:buChar char="•"/>
                <a:defRPr sz="1600" b="0" i="0" kern="1200">
                  <a:solidFill>
                    <a:schemeClr val="tx2">
                      <a:lumMod val="65000"/>
                      <a:lumOff val="35000"/>
                    </a:schemeClr>
                  </a:solidFill>
                  <a:latin typeface="+mn-lt"/>
                  <a:ea typeface="Arial" panose="020B0604020202020204" pitchFamily="34" charset="0"/>
                  <a:cs typeface="VM Circular Chat Book Italic" panose="020B0604020101020102" pitchFamily="34" charset="77"/>
                </a:defRPr>
              </a:lvl3pPr>
              <a:lvl4pPr marL="810000" indent="-270000" algn="l" defTabSz="877996" rtl="0" eaLnBrk="1" latinLnBrk="0" hangingPunct="1">
                <a:lnSpc>
                  <a:spcPct val="100000"/>
                </a:lnSpc>
                <a:spcBef>
                  <a:spcPts val="600"/>
                </a:spcBef>
                <a:spcAft>
                  <a:spcPts val="600"/>
                </a:spcAft>
                <a:buClr>
                  <a:schemeClr val="tx2"/>
                </a:buClr>
                <a:buFont typeface="Arial" charset="0"/>
                <a:buChar char="•"/>
                <a:defRPr sz="1400" b="0" i="0" kern="1200">
                  <a:solidFill>
                    <a:schemeClr val="tx2">
                      <a:lumMod val="65000"/>
                      <a:lumOff val="35000"/>
                    </a:schemeClr>
                  </a:solidFill>
                  <a:latin typeface="+mn-lt"/>
                  <a:ea typeface="Arial" panose="020B0604020202020204" pitchFamily="34" charset="0"/>
                  <a:cs typeface="VM Circular Chat Book Italic" panose="020B0604020101020102" pitchFamily="34" charset="77"/>
                </a:defRPr>
              </a:lvl4pPr>
              <a:lvl5pPr marL="1975490" indent="-219499" algn="l" defTabSz="877996" rtl="0" eaLnBrk="1" latinLnBrk="0" hangingPunct="1">
                <a:lnSpc>
                  <a:spcPct val="90000"/>
                </a:lnSpc>
                <a:spcBef>
                  <a:spcPts val="480"/>
                </a:spcBef>
                <a:buFont typeface="Arial" panose="020B0604020202020204" pitchFamily="34" charset="0"/>
                <a:buChar char="•"/>
                <a:defRPr sz="1729" kern="1200">
                  <a:solidFill>
                    <a:schemeClr val="tx1"/>
                  </a:solidFill>
                  <a:latin typeface="+mn-lt"/>
                  <a:ea typeface="+mn-ea"/>
                  <a:cs typeface="+mn-cs"/>
                </a:defRPr>
              </a:lvl5pPr>
              <a:lvl6pPr marL="2414489" indent="-219499" algn="l" defTabSz="877996" rtl="0" eaLnBrk="1" latinLnBrk="0" hangingPunct="1">
                <a:lnSpc>
                  <a:spcPct val="90000"/>
                </a:lnSpc>
                <a:spcBef>
                  <a:spcPts val="480"/>
                </a:spcBef>
                <a:buFont typeface="Arial" panose="020B0604020202020204" pitchFamily="34" charset="0"/>
                <a:buChar char="•"/>
                <a:defRPr sz="1729" kern="1200">
                  <a:solidFill>
                    <a:schemeClr val="tx1"/>
                  </a:solidFill>
                  <a:latin typeface="+mn-lt"/>
                  <a:ea typeface="+mn-ea"/>
                  <a:cs typeface="+mn-cs"/>
                </a:defRPr>
              </a:lvl6pPr>
              <a:lvl7pPr marL="2853487" indent="-219499" algn="l" defTabSz="877996" rtl="0" eaLnBrk="1" latinLnBrk="0" hangingPunct="1">
                <a:lnSpc>
                  <a:spcPct val="90000"/>
                </a:lnSpc>
                <a:spcBef>
                  <a:spcPts val="480"/>
                </a:spcBef>
                <a:buFont typeface="Arial" panose="020B0604020202020204" pitchFamily="34" charset="0"/>
                <a:buChar char="•"/>
                <a:defRPr sz="1729" kern="1200">
                  <a:solidFill>
                    <a:schemeClr val="tx1"/>
                  </a:solidFill>
                  <a:latin typeface="+mn-lt"/>
                  <a:ea typeface="+mn-ea"/>
                  <a:cs typeface="+mn-cs"/>
                </a:defRPr>
              </a:lvl7pPr>
              <a:lvl8pPr marL="3292484" indent="-219499" algn="l" defTabSz="877996" rtl="0" eaLnBrk="1" latinLnBrk="0" hangingPunct="1">
                <a:lnSpc>
                  <a:spcPct val="90000"/>
                </a:lnSpc>
                <a:spcBef>
                  <a:spcPts val="480"/>
                </a:spcBef>
                <a:buFont typeface="Arial" panose="020B0604020202020204" pitchFamily="34" charset="0"/>
                <a:buChar char="•"/>
                <a:defRPr sz="1729" kern="1200">
                  <a:solidFill>
                    <a:schemeClr val="tx1"/>
                  </a:solidFill>
                  <a:latin typeface="+mn-lt"/>
                  <a:ea typeface="+mn-ea"/>
                  <a:cs typeface="+mn-cs"/>
                </a:defRPr>
              </a:lvl8pPr>
              <a:lvl9pPr marL="3731482" indent="-219499" algn="l" defTabSz="877996" rtl="0" eaLnBrk="1" latinLnBrk="0" hangingPunct="1">
                <a:lnSpc>
                  <a:spcPct val="90000"/>
                </a:lnSpc>
                <a:spcBef>
                  <a:spcPts val="480"/>
                </a:spcBef>
                <a:buFont typeface="Arial" panose="020B0604020202020204" pitchFamily="34" charset="0"/>
                <a:buChar char="•"/>
                <a:defRPr sz="1729" kern="1200">
                  <a:solidFill>
                    <a:schemeClr val="tx1"/>
                  </a:solidFill>
                  <a:latin typeface="+mn-lt"/>
                  <a:ea typeface="+mn-ea"/>
                  <a:cs typeface="+mn-cs"/>
                </a:defRPr>
              </a:lvl9pPr>
            </a:lstStyle>
            <a:p>
              <a:pPr algn="ctr"/>
              <a:r>
                <a:rPr lang="de-DE" sz="1400" dirty="0">
                  <a:solidFill>
                    <a:schemeClr val="bg1">
                      <a:lumMod val="50000"/>
                    </a:schemeClr>
                  </a:solidFill>
                </a:rPr>
                <a:t>Sample </a:t>
              </a:r>
              <a:r>
                <a:rPr lang="de-DE" sz="1400" dirty="0" err="1">
                  <a:solidFill>
                    <a:schemeClr val="bg1">
                      <a:lumMod val="50000"/>
                    </a:schemeClr>
                  </a:solidFill>
                </a:rPr>
                <a:t>text</a:t>
              </a:r>
              <a:endParaRPr lang="en-US" sz="1280" dirty="0">
                <a:solidFill>
                  <a:srgbClr val="73737D"/>
                </a:solidFill>
                <a:cs typeface="On Air" panose="020F0503030404020204" pitchFamily="34" charset="77"/>
              </a:endParaRPr>
            </a:p>
          </p:txBody>
        </p:sp>
        <p:sp>
          <p:nvSpPr>
            <p:cNvPr id="33" name="TextBox 32">
              <a:extLst>
                <a:ext uri="{FF2B5EF4-FFF2-40B4-BE49-F238E27FC236}">
                  <a16:creationId xmlns:a16="http://schemas.microsoft.com/office/drawing/2014/main" id="{509F4A16-F1DF-07B4-C3A5-F766DBB11F7F}"/>
                </a:ext>
              </a:extLst>
            </p:cNvPr>
            <p:cNvSpPr txBox="1"/>
            <p:nvPr/>
          </p:nvSpPr>
          <p:spPr>
            <a:xfrm>
              <a:off x="3773738" y="2693553"/>
              <a:ext cx="1470856" cy="862882"/>
            </a:xfrm>
            <a:prstGeom prst="rect">
              <a:avLst/>
            </a:prstGeom>
            <a:noFill/>
          </p:spPr>
          <p:txBody>
            <a:bodyPr wrap="none" rtlCol="0" anchor="ctr">
              <a:spAutoFit/>
            </a:bodyPr>
            <a:lstStyle/>
            <a:p>
              <a:pPr algn="ctr"/>
              <a:r>
                <a:rPr lang="en-US" sz="4400" dirty="0">
                  <a:solidFill>
                    <a:srgbClr val="0050FF"/>
                  </a:solidFill>
                  <a:cs typeface="On Air" panose="020F0503030404020204" pitchFamily="34" charset="77"/>
                </a:rPr>
                <a:t>25%</a:t>
              </a:r>
            </a:p>
          </p:txBody>
        </p:sp>
        <p:sp>
          <p:nvSpPr>
            <p:cNvPr id="34" name="TextBox 33">
              <a:extLst>
                <a:ext uri="{FF2B5EF4-FFF2-40B4-BE49-F238E27FC236}">
                  <a16:creationId xmlns:a16="http://schemas.microsoft.com/office/drawing/2014/main" id="{B99679B7-5972-22F6-B008-B8FC6A577A62}"/>
                </a:ext>
              </a:extLst>
            </p:cNvPr>
            <p:cNvSpPr txBox="1"/>
            <p:nvPr/>
          </p:nvSpPr>
          <p:spPr>
            <a:xfrm>
              <a:off x="6445849" y="2693553"/>
              <a:ext cx="1582311" cy="862882"/>
            </a:xfrm>
            <a:prstGeom prst="rect">
              <a:avLst/>
            </a:prstGeom>
            <a:noFill/>
          </p:spPr>
          <p:txBody>
            <a:bodyPr wrap="none" rtlCol="0" anchor="ctr">
              <a:spAutoFit/>
            </a:bodyPr>
            <a:lstStyle/>
            <a:p>
              <a:pPr algn="ctr"/>
              <a:r>
                <a:rPr lang="en-US" sz="4400">
                  <a:solidFill>
                    <a:srgbClr val="0050FF"/>
                  </a:solidFill>
                  <a:cs typeface="On Air" panose="020F0503030404020204" pitchFamily="34" charset="77"/>
                </a:rPr>
                <a:t>80%</a:t>
              </a:r>
            </a:p>
          </p:txBody>
        </p:sp>
        <p:sp>
          <p:nvSpPr>
            <p:cNvPr id="35" name="TextBox 34">
              <a:extLst>
                <a:ext uri="{FF2B5EF4-FFF2-40B4-BE49-F238E27FC236}">
                  <a16:creationId xmlns:a16="http://schemas.microsoft.com/office/drawing/2014/main" id="{E912A5A3-3C72-8AAC-CA05-05627183902C}"/>
                </a:ext>
              </a:extLst>
            </p:cNvPr>
            <p:cNvSpPr txBox="1"/>
            <p:nvPr/>
          </p:nvSpPr>
          <p:spPr>
            <a:xfrm>
              <a:off x="9212521" y="2693553"/>
              <a:ext cx="1551751" cy="862882"/>
            </a:xfrm>
            <a:prstGeom prst="rect">
              <a:avLst/>
            </a:prstGeom>
            <a:noFill/>
          </p:spPr>
          <p:txBody>
            <a:bodyPr wrap="none" rtlCol="0" anchor="ctr">
              <a:spAutoFit/>
            </a:bodyPr>
            <a:lstStyle/>
            <a:p>
              <a:pPr algn="ctr"/>
              <a:r>
                <a:rPr lang="en-US" sz="4400">
                  <a:solidFill>
                    <a:srgbClr val="0050FF"/>
                  </a:solidFill>
                  <a:cs typeface="On Air" panose="020F0503030404020204" pitchFamily="34" charset="77"/>
                </a:rPr>
                <a:t>50%</a:t>
              </a:r>
            </a:p>
          </p:txBody>
        </p:sp>
        <p:sp>
          <p:nvSpPr>
            <p:cNvPr id="36" name="TextBox 35">
              <a:extLst>
                <a:ext uri="{FF2B5EF4-FFF2-40B4-BE49-F238E27FC236}">
                  <a16:creationId xmlns:a16="http://schemas.microsoft.com/office/drawing/2014/main" id="{79949489-9E50-EE40-D028-060C446D1FD9}"/>
                </a:ext>
              </a:extLst>
            </p:cNvPr>
            <p:cNvSpPr txBox="1"/>
            <p:nvPr/>
          </p:nvSpPr>
          <p:spPr>
            <a:xfrm>
              <a:off x="1042352" y="2693554"/>
              <a:ext cx="1476249" cy="862882"/>
            </a:xfrm>
            <a:prstGeom prst="rect">
              <a:avLst/>
            </a:prstGeom>
            <a:noFill/>
          </p:spPr>
          <p:txBody>
            <a:bodyPr wrap="none" rtlCol="0" anchor="ctr">
              <a:spAutoFit/>
            </a:bodyPr>
            <a:lstStyle/>
            <a:p>
              <a:pPr algn="ctr"/>
              <a:r>
                <a:rPr lang="en-US" sz="4400" dirty="0">
                  <a:solidFill>
                    <a:srgbClr val="0050FF"/>
                  </a:solidFill>
                  <a:cs typeface="On Air" panose="020F0503030404020204" pitchFamily="34" charset="77"/>
                </a:rPr>
                <a:t>75%</a:t>
              </a:r>
            </a:p>
          </p:txBody>
        </p:sp>
        <p:sp>
          <p:nvSpPr>
            <p:cNvPr id="37" name="Text Placeholder 31">
              <a:extLst>
                <a:ext uri="{FF2B5EF4-FFF2-40B4-BE49-F238E27FC236}">
                  <a16:creationId xmlns:a16="http://schemas.microsoft.com/office/drawing/2014/main" id="{25E6B8C3-8CFA-49EA-FFE7-656F18544DC6}"/>
                </a:ext>
              </a:extLst>
            </p:cNvPr>
            <p:cNvSpPr txBox="1">
              <a:spLocks/>
            </p:cNvSpPr>
            <p:nvPr/>
          </p:nvSpPr>
          <p:spPr>
            <a:xfrm>
              <a:off x="3336445" y="4271963"/>
              <a:ext cx="2305050" cy="292100"/>
            </a:xfrm>
            <a:prstGeom prst="rect">
              <a:avLst/>
            </a:prstGeom>
          </p:spPr>
          <p:txBody>
            <a:bodyPr vert="horz" wrap="square" lIns="0" tIns="0" rIns="0" bIns="0" rtlCol="0">
              <a:noAutofit/>
            </a:bodyPr>
            <a:lstStyle>
              <a:lvl1pPr marL="0" indent="0" algn="l" defTabSz="877996" rtl="0" eaLnBrk="1" latinLnBrk="0" hangingPunct="1">
                <a:lnSpc>
                  <a:spcPct val="100000"/>
                </a:lnSpc>
                <a:spcBef>
                  <a:spcPts val="600"/>
                </a:spcBef>
                <a:spcAft>
                  <a:spcPts val="600"/>
                </a:spcAft>
                <a:buClr>
                  <a:schemeClr val="tx1"/>
                </a:buClr>
                <a:buFont typeface="Arial" panose="020B0604020202020204" pitchFamily="34" charset="0"/>
                <a:buNone/>
                <a:defRPr sz="1600" b="0" i="0" kern="1200">
                  <a:solidFill>
                    <a:schemeClr val="tx2">
                      <a:lumMod val="65000"/>
                      <a:lumOff val="35000"/>
                    </a:schemeClr>
                  </a:solidFill>
                  <a:latin typeface="+mn-lt"/>
                  <a:ea typeface="Arial" panose="020B0604020202020204" pitchFamily="34" charset="0"/>
                  <a:cs typeface="VM Circular Chat Book Italic" panose="020B0604020101020102" pitchFamily="34" charset="77"/>
                </a:defRPr>
              </a:lvl1pPr>
              <a:lvl2pPr marL="270000" indent="-270000" algn="l" defTabSz="877996" rtl="0" eaLnBrk="1" latinLnBrk="0" hangingPunct="1">
                <a:lnSpc>
                  <a:spcPct val="100000"/>
                </a:lnSpc>
                <a:spcBef>
                  <a:spcPts val="600"/>
                </a:spcBef>
                <a:spcAft>
                  <a:spcPts val="600"/>
                </a:spcAft>
                <a:buClr>
                  <a:schemeClr val="tx2"/>
                </a:buClr>
                <a:buFont typeface="Arial" charset="0"/>
                <a:buChar char="•"/>
                <a:defRPr sz="1600" b="0" i="0" kern="1200">
                  <a:solidFill>
                    <a:schemeClr val="tx2">
                      <a:lumMod val="65000"/>
                      <a:lumOff val="35000"/>
                    </a:schemeClr>
                  </a:solidFill>
                  <a:latin typeface="+mn-lt"/>
                  <a:ea typeface="Arial" panose="020B0604020202020204" pitchFamily="34" charset="0"/>
                  <a:cs typeface="VM Circular Chat Book Italic" panose="020B0604020101020102" pitchFamily="34" charset="77"/>
                </a:defRPr>
              </a:lvl2pPr>
              <a:lvl3pPr marL="540000" indent="-270000" algn="l" defTabSz="877996" rtl="0" eaLnBrk="1" latinLnBrk="0" hangingPunct="1">
                <a:lnSpc>
                  <a:spcPct val="100000"/>
                </a:lnSpc>
                <a:spcBef>
                  <a:spcPts val="600"/>
                </a:spcBef>
                <a:spcAft>
                  <a:spcPts val="600"/>
                </a:spcAft>
                <a:buClr>
                  <a:schemeClr val="tx2"/>
                </a:buClr>
                <a:buFont typeface="Arial" panose="020B0604020202020204" pitchFamily="34" charset="0"/>
                <a:buChar char="•"/>
                <a:defRPr sz="1600" b="0" i="0" kern="1200">
                  <a:solidFill>
                    <a:schemeClr val="tx2">
                      <a:lumMod val="65000"/>
                      <a:lumOff val="35000"/>
                    </a:schemeClr>
                  </a:solidFill>
                  <a:latin typeface="+mn-lt"/>
                  <a:ea typeface="Arial" panose="020B0604020202020204" pitchFamily="34" charset="0"/>
                  <a:cs typeface="VM Circular Chat Book Italic" panose="020B0604020101020102" pitchFamily="34" charset="77"/>
                </a:defRPr>
              </a:lvl3pPr>
              <a:lvl4pPr marL="810000" indent="-270000" algn="l" defTabSz="877996" rtl="0" eaLnBrk="1" latinLnBrk="0" hangingPunct="1">
                <a:lnSpc>
                  <a:spcPct val="100000"/>
                </a:lnSpc>
                <a:spcBef>
                  <a:spcPts val="600"/>
                </a:spcBef>
                <a:spcAft>
                  <a:spcPts val="600"/>
                </a:spcAft>
                <a:buClr>
                  <a:schemeClr val="tx2"/>
                </a:buClr>
                <a:buFont typeface="Arial" charset="0"/>
                <a:buChar char="•"/>
                <a:defRPr sz="1400" b="0" i="0" kern="1200">
                  <a:solidFill>
                    <a:schemeClr val="tx2">
                      <a:lumMod val="65000"/>
                      <a:lumOff val="35000"/>
                    </a:schemeClr>
                  </a:solidFill>
                  <a:latin typeface="+mn-lt"/>
                  <a:ea typeface="Arial" panose="020B0604020202020204" pitchFamily="34" charset="0"/>
                  <a:cs typeface="VM Circular Chat Book Italic" panose="020B0604020101020102" pitchFamily="34" charset="77"/>
                </a:defRPr>
              </a:lvl4pPr>
              <a:lvl5pPr marL="1975490" indent="-219499" algn="l" defTabSz="877996" rtl="0" eaLnBrk="1" latinLnBrk="0" hangingPunct="1">
                <a:lnSpc>
                  <a:spcPct val="90000"/>
                </a:lnSpc>
                <a:spcBef>
                  <a:spcPts val="480"/>
                </a:spcBef>
                <a:buFont typeface="Arial" panose="020B0604020202020204" pitchFamily="34" charset="0"/>
                <a:buChar char="•"/>
                <a:defRPr sz="1729" kern="1200">
                  <a:solidFill>
                    <a:schemeClr val="tx1"/>
                  </a:solidFill>
                  <a:latin typeface="+mn-lt"/>
                  <a:ea typeface="+mn-ea"/>
                  <a:cs typeface="+mn-cs"/>
                </a:defRPr>
              </a:lvl5pPr>
              <a:lvl6pPr marL="2414489" indent="-219499" algn="l" defTabSz="877996" rtl="0" eaLnBrk="1" latinLnBrk="0" hangingPunct="1">
                <a:lnSpc>
                  <a:spcPct val="90000"/>
                </a:lnSpc>
                <a:spcBef>
                  <a:spcPts val="480"/>
                </a:spcBef>
                <a:buFont typeface="Arial" panose="020B0604020202020204" pitchFamily="34" charset="0"/>
                <a:buChar char="•"/>
                <a:defRPr sz="1729" kern="1200">
                  <a:solidFill>
                    <a:schemeClr val="tx1"/>
                  </a:solidFill>
                  <a:latin typeface="+mn-lt"/>
                  <a:ea typeface="+mn-ea"/>
                  <a:cs typeface="+mn-cs"/>
                </a:defRPr>
              </a:lvl6pPr>
              <a:lvl7pPr marL="2853487" indent="-219499" algn="l" defTabSz="877996" rtl="0" eaLnBrk="1" latinLnBrk="0" hangingPunct="1">
                <a:lnSpc>
                  <a:spcPct val="90000"/>
                </a:lnSpc>
                <a:spcBef>
                  <a:spcPts val="480"/>
                </a:spcBef>
                <a:buFont typeface="Arial" panose="020B0604020202020204" pitchFamily="34" charset="0"/>
                <a:buChar char="•"/>
                <a:defRPr sz="1729" kern="1200">
                  <a:solidFill>
                    <a:schemeClr val="tx1"/>
                  </a:solidFill>
                  <a:latin typeface="+mn-lt"/>
                  <a:ea typeface="+mn-ea"/>
                  <a:cs typeface="+mn-cs"/>
                </a:defRPr>
              </a:lvl7pPr>
              <a:lvl8pPr marL="3292484" indent="-219499" algn="l" defTabSz="877996" rtl="0" eaLnBrk="1" latinLnBrk="0" hangingPunct="1">
                <a:lnSpc>
                  <a:spcPct val="90000"/>
                </a:lnSpc>
                <a:spcBef>
                  <a:spcPts val="480"/>
                </a:spcBef>
                <a:buFont typeface="Arial" panose="020B0604020202020204" pitchFamily="34" charset="0"/>
                <a:buChar char="•"/>
                <a:defRPr sz="1729" kern="1200">
                  <a:solidFill>
                    <a:schemeClr val="tx1"/>
                  </a:solidFill>
                  <a:latin typeface="+mn-lt"/>
                  <a:ea typeface="+mn-ea"/>
                  <a:cs typeface="+mn-cs"/>
                </a:defRPr>
              </a:lvl8pPr>
              <a:lvl9pPr marL="3731482" indent="-219499" algn="l" defTabSz="877996" rtl="0" eaLnBrk="1" latinLnBrk="0" hangingPunct="1">
                <a:lnSpc>
                  <a:spcPct val="90000"/>
                </a:lnSpc>
                <a:spcBef>
                  <a:spcPts val="480"/>
                </a:spcBef>
                <a:buFont typeface="Arial" panose="020B0604020202020204" pitchFamily="34" charset="0"/>
                <a:buChar char="•"/>
                <a:defRPr sz="1729" kern="1200">
                  <a:solidFill>
                    <a:schemeClr val="tx1"/>
                  </a:solidFill>
                  <a:latin typeface="+mn-lt"/>
                  <a:ea typeface="+mn-ea"/>
                  <a:cs typeface="+mn-cs"/>
                </a:defRPr>
              </a:lvl9pPr>
            </a:lstStyle>
            <a:p>
              <a:pPr algn="ctr"/>
              <a:r>
                <a:rPr lang="de-DE" b="1" dirty="0">
                  <a:solidFill>
                    <a:schemeClr val="tx2"/>
                  </a:solidFill>
                </a:rPr>
                <a:t>Mobile</a:t>
              </a:r>
              <a:endParaRPr lang="en-US" b="1" dirty="0">
                <a:solidFill>
                  <a:srgbClr val="0050FF"/>
                </a:solidFill>
                <a:latin typeface="+mj-lt"/>
                <a:cs typeface="On Air" panose="020F0503030404020204" pitchFamily="34" charset="77"/>
              </a:endParaRPr>
            </a:p>
          </p:txBody>
        </p:sp>
        <p:sp>
          <p:nvSpPr>
            <p:cNvPr id="38" name="Text Placeholder 32">
              <a:extLst>
                <a:ext uri="{FF2B5EF4-FFF2-40B4-BE49-F238E27FC236}">
                  <a16:creationId xmlns:a16="http://schemas.microsoft.com/office/drawing/2014/main" id="{BA6A749F-2981-2460-4558-E32B848AF2A5}"/>
                </a:ext>
              </a:extLst>
            </p:cNvPr>
            <p:cNvSpPr txBox="1">
              <a:spLocks/>
            </p:cNvSpPr>
            <p:nvPr/>
          </p:nvSpPr>
          <p:spPr>
            <a:xfrm>
              <a:off x="628744" y="4603750"/>
              <a:ext cx="2303463" cy="314325"/>
            </a:xfrm>
            <a:prstGeom prst="rect">
              <a:avLst/>
            </a:prstGeom>
          </p:spPr>
          <p:txBody>
            <a:bodyPr vert="horz" wrap="square" lIns="0" tIns="0" rIns="0" bIns="0" rtlCol="0">
              <a:noAutofit/>
            </a:bodyPr>
            <a:lstStyle>
              <a:lvl1pPr marL="0" indent="0" algn="l" defTabSz="877996" rtl="0" eaLnBrk="1" latinLnBrk="0" hangingPunct="1">
                <a:lnSpc>
                  <a:spcPct val="100000"/>
                </a:lnSpc>
                <a:spcBef>
                  <a:spcPts val="600"/>
                </a:spcBef>
                <a:spcAft>
                  <a:spcPts val="600"/>
                </a:spcAft>
                <a:buClr>
                  <a:schemeClr val="tx1"/>
                </a:buClr>
                <a:buFont typeface="Arial" panose="020B0604020202020204" pitchFamily="34" charset="0"/>
                <a:buNone/>
                <a:defRPr sz="1600" b="0" i="0" kern="1200">
                  <a:solidFill>
                    <a:schemeClr val="tx2">
                      <a:lumMod val="65000"/>
                      <a:lumOff val="35000"/>
                    </a:schemeClr>
                  </a:solidFill>
                  <a:latin typeface="+mn-lt"/>
                  <a:ea typeface="Arial" panose="020B0604020202020204" pitchFamily="34" charset="0"/>
                  <a:cs typeface="VM Circular Chat Book Italic" panose="020B0604020101020102" pitchFamily="34" charset="77"/>
                </a:defRPr>
              </a:lvl1pPr>
              <a:lvl2pPr marL="270000" indent="-270000" algn="l" defTabSz="877996" rtl="0" eaLnBrk="1" latinLnBrk="0" hangingPunct="1">
                <a:lnSpc>
                  <a:spcPct val="100000"/>
                </a:lnSpc>
                <a:spcBef>
                  <a:spcPts val="600"/>
                </a:spcBef>
                <a:spcAft>
                  <a:spcPts val="600"/>
                </a:spcAft>
                <a:buClr>
                  <a:schemeClr val="tx2"/>
                </a:buClr>
                <a:buFont typeface="Arial" charset="0"/>
                <a:buChar char="•"/>
                <a:defRPr sz="1600" b="0" i="0" kern="1200">
                  <a:solidFill>
                    <a:schemeClr val="tx2">
                      <a:lumMod val="65000"/>
                      <a:lumOff val="35000"/>
                    </a:schemeClr>
                  </a:solidFill>
                  <a:latin typeface="+mn-lt"/>
                  <a:ea typeface="Arial" panose="020B0604020202020204" pitchFamily="34" charset="0"/>
                  <a:cs typeface="VM Circular Chat Book Italic" panose="020B0604020101020102" pitchFamily="34" charset="77"/>
                </a:defRPr>
              </a:lvl2pPr>
              <a:lvl3pPr marL="540000" indent="-270000" algn="l" defTabSz="877996" rtl="0" eaLnBrk="1" latinLnBrk="0" hangingPunct="1">
                <a:lnSpc>
                  <a:spcPct val="100000"/>
                </a:lnSpc>
                <a:spcBef>
                  <a:spcPts val="600"/>
                </a:spcBef>
                <a:spcAft>
                  <a:spcPts val="600"/>
                </a:spcAft>
                <a:buClr>
                  <a:schemeClr val="tx2"/>
                </a:buClr>
                <a:buFont typeface="Arial" panose="020B0604020202020204" pitchFamily="34" charset="0"/>
                <a:buChar char="•"/>
                <a:defRPr sz="1600" b="0" i="0" kern="1200">
                  <a:solidFill>
                    <a:schemeClr val="tx2">
                      <a:lumMod val="65000"/>
                      <a:lumOff val="35000"/>
                    </a:schemeClr>
                  </a:solidFill>
                  <a:latin typeface="+mn-lt"/>
                  <a:ea typeface="Arial" panose="020B0604020202020204" pitchFamily="34" charset="0"/>
                  <a:cs typeface="VM Circular Chat Book Italic" panose="020B0604020101020102" pitchFamily="34" charset="77"/>
                </a:defRPr>
              </a:lvl3pPr>
              <a:lvl4pPr marL="810000" indent="-270000" algn="l" defTabSz="877996" rtl="0" eaLnBrk="1" latinLnBrk="0" hangingPunct="1">
                <a:lnSpc>
                  <a:spcPct val="100000"/>
                </a:lnSpc>
                <a:spcBef>
                  <a:spcPts val="600"/>
                </a:spcBef>
                <a:spcAft>
                  <a:spcPts val="600"/>
                </a:spcAft>
                <a:buClr>
                  <a:schemeClr val="tx2"/>
                </a:buClr>
                <a:buFont typeface="Arial" charset="0"/>
                <a:buChar char="•"/>
                <a:defRPr sz="1400" b="0" i="0" kern="1200">
                  <a:solidFill>
                    <a:schemeClr val="tx2">
                      <a:lumMod val="65000"/>
                      <a:lumOff val="35000"/>
                    </a:schemeClr>
                  </a:solidFill>
                  <a:latin typeface="+mn-lt"/>
                  <a:ea typeface="Arial" panose="020B0604020202020204" pitchFamily="34" charset="0"/>
                  <a:cs typeface="VM Circular Chat Book Italic" panose="020B0604020101020102" pitchFamily="34" charset="77"/>
                </a:defRPr>
              </a:lvl4pPr>
              <a:lvl5pPr marL="1975490" indent="-219499" algn="l" defTabSz="877996" rtl="0" eaLnBrk="1" latinLnBrk="0" hangingPunct="1">
                <a:lnSpc>
                  <a:spcPct val="90000"/>
                </a:lnSpc>
                <a:spcBef>
                  <a:spcPts val="480"/>
                </a:spcBef>
                <a:buFont typeface="Arial" panose="020B0604020202020204" pitchFamily="34" charset="0"/>
                <a:buChar char="•"/>
                <a:defRPr sz="1729" kern="1200">
                  <a:solidFill>
                    <a:schemeClr val="tx1"/>
                  </a:solidFill>
                  <a:latin typeface="+mn-lt"/>
                  <a:ea typeface="+mn-ea"/>
                  <a:cs typeface="+mn-cs"/>
                </a:defRPr>
              </a:lvl5pPr>
              <a:lvl6pPr marL="2414489" indent="-219499" algn="l" defTabSz="877996" rtl="0" eaLnBrk="1" latinLnBrk="0" hangingPunct="1">
                <a:lnSpc>
                  <a:spcPct val="90000"/>
                </a:lnSpc>
                <a:spcBef>
                  <a:spcPts val="480"/>
                </a:spcBef>
                <a:buFont typeface="Arial" panose="020B0604020202020204" pitchFamily="34" charset="0"/>
                <a:buChar char="•"/>
                <a:defRPr sz="1729" kern="1200">
                  <a:solidFill>
                    <a:schemeClr val="tx1"/>
                  </a:solidFill>
                  <a:latin typeface="+mn-lt"/>
                  <a:ea typeface="+mn-ea"/>
                  <a:cs typeface="+mn-cs"/>
                </a:defRPr>
              </a:lvl6pPr>
              <a:lvl7pPr marL="2853487" indent="-219499" algn="l" defTabSz="877996" rtl="0" eaLnBrk="1" latinLnBrk="0" hangingPunct="1">
                <a:lnSpc>
                  <a:spcPct val="90000"/>
                </a:lnSpc>
                <a:spcBef>
                  <a:spcPts val="480"/>
                </a:spcBef>
                <a:buFont typeface="Arial" panose="020B0604020202020204" pitchFamily="34" charset="0"/>
                <a:buChar char="•"/>
                <a:defRPr sz="1729" kern="1200">
                  <a:solidFill>
                    <a:schemeClr val="tx1"/>
                  </a:solidFill>
                  <a:latin typeface="+mn-lt"/>
                  <a:ea typeface="+mn-ea"/>
                  <a:cs typeface="+mn-cs"/>
                </a:defRPr>
              </a:lvl7pPr>
              <a:lvl8pPr marL="3292484" indent="-219499" algn="l" defTabSz="877996" rtl="0" eaLnBrk="1" latinLnBrk="0" hangingPunct="1">
                <a:lnSpc>
                  <a:spcPct val="90000"/>
                </a:lnSpc>
                <a:spcBef>
                  <a:spcPts val="480"/>
                </a:spcBef>
                <a:buFont typeface="Arial" panose="020B0604020202020204" pitchFamily="34" charset="0"/>
                <a:buChar char="•"/>
                <a:defRPr sz="1729" kern="1200">
                  <a:solidFill>
                    <a:schemeClr val="tx1"/>
                  </a:solidFill>
                  <a:latin typeface="+mn-lt"/>
                  <a:ea typeface="+mn-ea"/>
                  <a:cs typeface="+mn-cs"/>
                </a:defRPr>
              </a:lvl8pPr>
              <a:lvl9pPr marL="3731482" indent="-219499" algn="l" defTabSz="877996" rtl="0" eaLnBrk="1" latinLnBrk="0" hangingPunct="1">
                <a:lnSpc>
                  <a:spcPct val="90000"/>
                </a:lnSpc>
                <a:spcBef>
                  <a:spcPts val="480"/>
                </a:spcBef>
                <a:buFont typeface="Arial" panose="020B0604020202020204" pitchFamily="34" charset="0"/>
                <a:buChar char="•"/>
                <a:defRPr sz="1729" kern="1200">
                  <a:solidFill>
                    <a:schemeClr val="tx1"/>
                  </a:solidFill>
                  <a:latin typeface="+mn-lt"/>
                  <a:ea typeface="+mn-ea"/>
                  <a:cs typeface="+mn-cs"/>
                </a:defRPr>
              </a:lvl9pPr>
            </a:lstStyle>
            <a:p>
              <a:pPr algn="ctr"/>
              <a:r>
                <a:rPr lang="de-DE" sz="1400" dirty="0">
                  <a:solidFill>
                    <a:schemeClr val="bg1">
                      <a:lumMod val="50000"/>
                    </a:schemeClr>
                  </a:solidFill>
                </a:rPr>
                <a:t>Sample </a:t>
              </a:r>
              <a:r>
                <a:rPr lang="de-DE" sz="1400" dirty="0" err="1">
                  <a:solidFill>
                    <a:schemeClr val="bg1">
                      <a:lumMod val="50000"/>
                    </a:schemeClr>
                  </a:solidFill>
                </a:rPr>
                <a:t>text</a:t>
              </a:r>
              <a:endParaRPr lang="en-US" sz="1280" dirty="0">
                <a:solidFill>
                  <a:srgbClr val="73737D"/>
                </a:solidFill>
                <a:cs typeface="On Air" panose="020F0503030404020204" pitchFamily="34" charset="77"/>
              </a:endParaRPr>
            </a:p>
          </p:txBody>
        </p:sp>
      </p:grpSp>
      <p:sp>
        <p:nvSpPr>
          <p:cNvPr id="2" name="Fußzeilenplatzhalter 1">
            <a:extLst>
              <a:ext uri="{FF2B5EF4-FFF2-40B4-BE49-F238E27FC236}">
                <a16:creationId xmlns:a16="http://schemas.microsoft.com/office/drawing/2014/main" id="{10A77792-B9A8-A95B-384B-3AF546366025}"/>
              </a:ext>
            </a:extLst>
          </p:cNvPr>
          <p:cNvSpPr>
            <a:spLocks noGrp="1"/>
          </p:cNvSpPr>
          <p:nvPr>
            <p:ph type="ftr" sz="quarter" idx="11"/>
          </p:nvPr>
        </p:nvSpPr>
        <p:spPr/>
        <p:txBody>
          <a:bodyPr/>
          <a:lstStyle/>
          <a:p>
            <a:r>
              <a:rPr lang="de-DE"/>
              <a:t>Restricted</a:t>
            </a:r>
          </a:p>
        </p:txBody>
      </p:sp>
    </p:spTree>
    <p:extLst>
      <p:ext uri="{BB962C8B-B14F-4D97-AF65-F5344CB8AC3E}">
        <p14:creationId xmlns:p14="http://schemas.microsoft.com/office/powerpoint/2010/main" val="416976082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Titel 40">
            <a:extLst>
              <a:ext uri="{FF2B5EF4-FFF2-40B4-BE49-F238E27FC236}">
                <a16:creationId xmlns:a16="http://schemas.microsoft.com/office/drawing/2014/main" id="{7612DC8A-F0A0-64E3-FAAE-13542B079B35}"/>
              </a:ext>
            </a:extLst>
          </p:cNvPr>
          <p:cNvSpPr>
            <a:spLocks noGrp="1"/>
          </p:cNvSpPr>
          <p:nvPr>
            <p:ph type="title"/>
          </p:nvPr>
        </p:nvSpPr>
        <p:spPr/>
        <p:txBody>
          <a:bodyPr/>
          <a:lstStyle/>
          <a:p>
            <a:endParaRPr lang="de-DE"/>
          </a:p>
        </p:txBody>
      </p:sp>
      <p:sp>
        <p:nvSpPr>
          <p:cNvPr id="4" name="Foliennummernplatzhalter 3">
            <a:extLst>
              <a:ext uri="{FF2B5EF4-FFF2-40B4-BE49-F238E27FC236}">
                <a16:creationId xmlns:a16="http://schemas.microsoft.com/office/drawing/2014/main" id="{71F329D1-FA6B-41A2-72E5-2D03F32C0E16}"/>
              </a:ext>
            </a:extLst>
          </p:cNvPr>
          <p:cNvSpPr>
            <a:spLocks noGrp="1"/>
          </p:cNvSpPr>
          <p:nvPr>
            <p:ph type="sldNum" sz="quarter" idx="12"/>
          </p:nvPr>
        </p:nvSpPr>
        <p:spPr>
          <a:xfrm>
            <a:off x="11100625" y="6432680"/>
            <a:ext cx="504000" cy="195263"/>
          </a:xfrm>
        </p:spPr>
        <p:txBody>
          <a:bodyPr/>
          <a:lstStyle/>
          <a:p>
            <a:fld id="{67CD7502-7F22-405E-8273-ECAD6156DDA0}" type="slidenum">
              <a:rPr lang="de-DE" smtClean="0"/>
              <a:pPr/>
              <a:t>31</a:t>
            </a:fld>
            <a:endParaRPr lang="de-DE"/>
          </a:p>
        </p:txBody>
      </p:sp>
      <p:sp>
        <p:nvSpPr>
          <p:cNvPr id="42" name="Textplatzhalter 41">
            <a:extLst>
              <a:ext uri="{FF2B5EF4-FFF2-40B4-BE49-F238E27FC236}">
                <a16:creationId xmlns:a16="http://schemas.microsoft.com/office/drawing/2014/main" id="{97188895-D0BD-05CD-D509-A8A89D2B0D05}"/>
              </a:ext>
            </a:extLst>
          </p:cNvPr>
          <p:cNvSpPr>
            <a:spLocks noGrp="1"/>
          </p:cNvSpPr>
          <p:nvPr>
            <p:ph type="body" sz="quarter" idx="13"/>
          </p:nvPr>
        </p:nvSpPr>
        <p:spPr/>
        <p:txBody>
          <a:bodyPr/>
          <a:lstStyle/>
          <a:p>
            <a:endParaRPr lang="de-DE"/>
          </a:p>
        </p:txBody>
      </p:sp>
      <p:grpSp>
        <p:nvGrpSpPr>
          <p:cNvPr id="5" name="Group 4">
            <a:extLst>
              <a:ext uri="{FF2B5EF4-FFF2-40B4-BE49-F238E27FC236}">
                <a16:creationId xmlns:a16="http://schemas.microsoft.com/office/drawing/2014/main" id="{391CD656-72DD-0D67-D32E-1A310B76A63C}"/>
              </a:ext>
            </a:extLst>
          </p:cNvPr>
          <p:cNvGrpSpPr/>
          <p:nvPr/>
        </p:nvGrpSpPr>
        <p:grpSpPr>
          <a:xfrm>
            <a:off x="1402543" y="3701226"/>
            <a:ext cx="9386913" cy="2615942"/>
            <a:chOff x="590996" y="1978025"/>
            <a:chExt cx="10549926" cy="2940050"/>
          </a:xfrm>
        </p:grpSpPr>
        <p:graphicFrame>
          <p:nvGraphicFramePr>
            <p:cNvPr id="6" name="Chart Placeholder 34">
              <a:extLst>
                <a:ext uri="{FF2B5EF4-FFF2-40B4-BE49-F238E27FC236}">
                  <a16:creationId xmlns:a16="http://schemas.microsoft.com/office/drawing/2014/main" id="{6BC9B63D-25D9-8081-864B-ADB3B5B6E151}"/>
                </a:ext>
              </a:extLst>
            </p:cNvPr>
            <p:cNvGraphicFramePr>
              <a:graphicFrameLocks/>
            </p:cNvGraphicFramePr>
            <p:nvPr/>
          </p:nvGraphicFramePr>
          <p:xfrm>
            <a:off x="6084479" y="1978025"/>
            <a:ext cx="2305050" cy="2303463"/>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 Placeholder 32">
              <a:extLst>
                <a:ext uri="{FF2B5EF4-FFF2-40B4-BE49-F238E27FC236}">
                  <a16:creationId xmlns:a16="http://schemas.microsoft.com/office/drawing/2014/main" id="{8600C221-A6C4-3A52-E53B-096CF66F95FD}"/>
                </a:ext>
              </a:extLst>
            </p:cNvPr>
            <p:cNvSpPr txBox="1">
              <a:spLocks/>
            </p:cNvSpPr>
            <p:nvPr/>
          </p:nvSpPr>
          <p:spPr>
            <a:xfrm>
              <a:off x="3337239" y="4603750"/>
              <a:ext cx="2303463" cy="314325"/>
            </a:xfrm>
            <a:prstGeom prst="rect">
              <a:avLst/>
            </a:prstGeom>
          </p:spPr>
          <p:txBody>
            <a:bodyPr vert="horz" wrap="square" lIns="0" tIns="0" rIns="0" bIns="0" rtlCol="0">
              <a:noAutofit/>
            </a:bodyPr>
            <a:lstStyle>
              <a:lvl1pPr marL="0" indent="0" algn="l" defTabSz="877996" rtl="0" eaLnBrk="1" latinLnBrk="0" hangingPunct="1">
                <a:lnSpc>
                  <a:spcPct val="100000"/>
                </a:lnSpc>
                <a:spcBef>
                  <a:spcPts val="600"/>
                </a:spcBef>
                <a:spcAft>
                  <a:spcPts val="600"/>
                </a:spcAft>
                <a:buClr>
                  <a:schemeClr val="tx1"/>
                </a:buClr>
                <a:buFont typeface="Arial" panose="020B0604020202020204" pitchFamily="34" charset="0"/>
                <a:buNone/>
                <a:defRPr sz="1600" b="0" i="0" kern="1200">
                  <a:solidFill>
                    <a:schemeClr val="tx2">
                      <a:lumMod val="65000"/>
                      <a:lumOff val="35000"/>
                    </a:schemeClr>
                  </a:solidFill>
                  <a:latin typeface="+mn-lt"/>
                  <a:ea typeface="Arial" panose="020B0604020202020204" pitchFamily="34" charset="0"/>
                  <a:cs typeface="VM Circular Chat Book Italic" panose="020B0604020101020102" pitchFamily="34" charset="77"/>
                </a:defRPr>
              </a:lvl1pPr>
              <a:lvl2pPr marL="270000" indent="-270000" algn="l" defTabSz="877996" rtl="0" eaLnBrk="1" latinLnBrk="0" hangingPunct="1">
                <a:lnSpc>
                  <a:spcPct val="100000"/>
                </a:lnSpc>
                <a:spcBef>
                  <a:spcPts val="600"/>
                </a:spcBef>
                <a:spcAft>
                  <a:spcPts val="600"/>
                </a:spcAft>
                <a:buClr>
                  <a:schemeClr val="tx2"/>
                </a:buClr>
                <a:buFont typeface="Arial" charset="0"/>
                <a:buChar char="•"/>
                <a:defRPr sz="1600" b="0" i="0" kern="1200">
                  <a:solidFill>
                    <a:schemeClr val="tx2">
                      <a:lumMod val="65000"/>
                      <a:lumOff val="35000"/>
                    </a:schemeClr>
                  </a:solidFill>
                  <a:latin typeface="+mn-lt"/>
                  <a:ea typeface="Arial" panose="020B0604020202020204" pitchFamily="34" charset="0"/>
                  <a:cs typeface="VM Circular Chat Book Italic" panose="020B0604020101020102" pitchFamily="34" charset="77"/>
                </a:defRPr>
              </a:lvl2pPr>
              <a:lvl3pPr marL="540000" indent="-270000" algn="l" defTabSz="877996" rtl="0" eaLnBrk="1" latinLnBrk="0" hangingPunct="1">
                <a:lnSpc>
                  <a:spcPct val="100000"/>
                </a:lnSpc>
                <a:spcBef>
                  <a:spcPts val="600"/>
                </a:spcBef>
                <a:spcAft>
                  <a:spcPts val="600"/>
                </a:spcAft>
                <a:buClr>
                  <a:schemeClr val="tx2"/>
                </a:buClr>
                <a:buFont typeface="Arial" panose="020B0604020202020204" pitchFamily="34" charset="0"/>
                <a:buChar char="•"/>
                <a:defRPr sz="1600" b="0" i="0" kern="1200">
                  <a:solidFill>
                    <a:schemeClr val="tx2">
                      <a:lumMod val="65000"/>
                      <a:lumOff val="35000"/>
                    </a:schemeClr>
                  </a:solidFill>
                  <a:latin typeface="+mn-lt"/>
                  <a:ea typeface="Arial" panose="020B0604020202020204" pitchFamily="34" charset="0"/>
                  <a:cs typeface="VM Circular Chat Book Italic" panose="020B0604020101020102" pitchFamily="34" charset="77"/>
                </a:defRPr>
              </a:lvl3pPr>
              <a:lvl4pPr marL="810000" indent="-270000" algn="l" defTabSz="877996" rtl="0" eaLnBrk="1" latinLnBrk="0" hangingPunct="1">
                <a:lnSpc>
                  <a:spcPct val="100000"/>
                </a:lnSpc>
                <a:spcBef>
                  <a:spcPts val="600"/>
                </a:spcBef>
                <a:spcAft>
                  <a:spcPts val="600"/>
                </a:spcAft>
                <a:buClr>
                  <a:schemeClr val="tx2"/>
                </a:buClr>
                <a:buFont typeface="Arial" charset="0"/>
                <a:buChar char="•"/>
                <a:defRPr sz="1400" b="0" i="0" kern="1200">
                  <a:solidFill>
                    <a:schemeClr val="tx2">
                      <a:lumMod val="65000"/>
                      <a:lumOff val="35000"/>
                    </a:schemeClr>
                  </a:solidFill>
                  <a:latin typeface="+mn-lt"/>
                  <a:ea typeface="Arial" panose="020B0604020202020204" pitchFamily="34" charset="0"/>
                  <a:cs typeface="VM Circular Chat Book Italic" panose="020B0604020101020102" pitchFamily="34" charset="77"/>
                </a:defRPr>
              </a:lvl4pPr>
              <a:lvl5pPr marL="1975490" indent="-219499" algn="l" defTabSz="877996" rtl="0" eaLnBrk="1" latinLnBrk="0" hangingPunct="1">
                <a:lnSpc>
                  <a:spcPct val="90000"/>
                </a:lnSpc>
                <a:spcBef>
                  <a:spcPts val="480"/>
                </a:spcBef>
                <a:buFont typeface="Arial" panose="020B0604020202020204" pitchFamily="34" charset="0"/>
                <a:buChar char="•"/>
                <a:defRPr sz="1729" kern="1200">
                  <a:solidFill>
                    <a:schemeClr val="tx1"/>
                  </a:solidFill>
                  <a:latin typeface="+mn-lt"/>
                  <a:ea typeface="+mn-ea"/>
                  <a:cs typeface="+mn-cs"/>
                </a:defRPr>
              </a:lvl5pPr>
              <a:lvl6pPr marL="2414489" indent="-219499" algn="l" defTabSz="877996" rtl="0" eaLnBrk="1" latinLnBrk="0" hangingPunct="1">
                <a:lnSpc>
                  <a:spcPct val="90000"/>
                </a:lnSpc>
                <a:spcBef>
                  <a:spcPts val="480"/>
                </a:spcBef>
                <a:buFont typeface="Arial" panose="020B0604020202020204" pitchFamily="34" charset="0"/>
                <a:buChar char="•"/>
                <a:defRPr sz="1729" kern="1200">
                  <a:solidFill>
                    <a:schemeClr val="tx1"/>
                  </a:solidFill>
                  <a:latin typeface="+mn-lt"/>
                  <a:ea typeface="+mn-ea"/>
                  <a:cs typeface="+mn-cs"/>
                </a:defRPr>
              </a:lvl6pPr>
              <a:lvl7pPr marL="2853487" indent="-219499" algn="l" defTabSz="877996" rtl="0" eaLnBrk="1" latinLnBrk="0" hangingPunct="1">
                <a:lnSpc>
                  <a:spcPct val="90000"/>
                </a:lnSpc>
                <a:spcBef>
                  <a:spcPts val="480"/>
                </a:spcBef>
                <a:buFont typeface="Arial" panose="020B0604020202020204" pitchFamily="34" charset="0"/>
                <a:buChar char="•"/>
                <a:defRPr sz="1729" kern="1200">
                  <a:solidFill>
                    <a:schemeClr val="tx1"/>
                  </a:solidFill>
                  <a:latin typeface="+mn-lt"/>
                  <a:ea typeface="+mn-ea"/>
                  <a:cs typeface="+mn-cs"/>
                </a:defRPr>
              </a:lvl7pPr>
              <a:lvl8pPr marL="3292484" indent="-219499" algn="l" defTabSz="877996" rtl="0" eaLnBrk="1" latinLnBrk="0" hangingPunct="1">
                <a:lnSpc>
                  <a:spcPct val="90000"/>
                </a:lnSpc>
                <a:spcBef>
                  <a:spcPts val="480"/>
                </a:spcBef>
                <a:buFont typeface="Arial" panose="020B0604020202020204" pitchFamily="34" charset="0"/>
                <a:buChar char="•"/>
                <a:defRPr sz="1729" kern="1200">
                  <a:solidFill>
                    <a:schemeClr val="tx1"/>
                  </a:solidFill>
                  <a:latin typeface="+mn-lt"/>
                  <a:ea typeface="+mn-ea"/>
                  <a:cs typeface="+mn-cs"/>
                </a:defRPr>
              </a:lvl8pPr>
              <a:lvl9pPr marL="3731482" indent="-219499" algn="l" defTabSz="877996" rtl="0" eaLnBrk="1" latinLnBrk="0" hangingPunct="1">
                <a:lnSpc>
                  <a:spcPct val="90000"/>
                </a:lnSpc>
                <a:spcBef>
                  <a:spcPts val="480"/>
                </a:spcBef>
                <a:buFont typeface="Arial" panose="020B0604020202020204" pitchFamily="34" charset="0"/>
                <a:buChar char="•"/>
                <a:defRPr sz="1729" kern="1200">
                  <a:solidFill>
                    <a:schemeClr val="tx1"/>
                  </a:solidFill>
                  <a:latin typeface="+mn-lt"/>
                  <a:ea typeface="+mn-ea"/>
                  <a:cs typeface="+mn-cs"/>
                </a:defRPr>
              </a:lvl9pPr>
            </a:lstStyle>
            <a:p>
              <a:pPr algn="ctr"/>
              <a:r>
                <a:rPr lang="de-DE" sz="1400" dirty="0">
                  <a:solidFill>
                    <a:schemeClr val="bg1">
                      <a:lumMod val="50000"/>
                    </a:schemeClr>
                  </a:solidFill>
                </a:rPr>
                <a:t>Sample </a:t>
              </a:r>
              <a:r>
                <a:rPr lang="de-DE" sz="1400" dirty="0" err="1">
                  <a:solidFill>
                    <a:schemeClr val="bg1">
                      <a:lumMod val="50000"/>
                    </a:schemeClr>
                  </a:solidFill>
                </a:rPr>
                <a:t>text</a:t>
              </a:r>
              <a:endParaRPr lang="en-US" sz="1280" dirty="0">
                <a:solidFill>
                  <a:srgbClr val="73737D"/>
                </a:solidFill>
                <a:cs typeface="On Air" panose="020F0503030404020204" pitchFamily="34" charset="77"/>
              </a:endParaRPr>
            </a:p>
          </p:txBody>
        </p:sp>
        <p:graphicFrame>
          <p:nvGraphicFramePr>
            <p:cNvPr id="8" name="Chart Placeholder 34">
              <a:extLst>
                <a:ext uri="{FF2B5EF4-FFF2-40B4-BE49-F238E27FC236}">
                  <a16:creationId xmlns:a16="http://schemas.microsoft.com/office/drawing/2014/main" id="{99F384B2-0CF3-4141-C85E-C74D97AC611D}"/>
                </a:ext>
              </a:extLst>
            </p:cNvPr>
            <p:cNvGraphicFramePr>
              <a:graphicFrameLocks/>
            </p:cNvGraphicFramePr>
            <p:nvPr/>
          </p:nvGraphicFramePr>
          <p:xfrm>
            <a:off x="3356642" y="1978025"/>
            <a:ext cx="2305050" cy="2303463"/>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9" name="Chart Placeholder 34">
              <a:extLst>
                <a:ext uri="{FF2B5EF4-FFF2-40B4-BE49-F238E27FC236}">
                  <a16:creationId xmlns:a16="http://schemas.microsoft.com/office/drawing/2014/main" id="{B19A368D-4369-474D-3518-74501743390F}"/>
                </a:ext>
              </a:extLst>
            </p:cNvPr>
            <p:cNvGraphicFramePr>
              <a:graphicFrameLocks/>
            </p:cNvGraphicFramePr>
            <p:nvPr/>
          </p:nvGraphicFramePr>
          <p:xfrm>
            <a:off x="8812803" y="1978025"/>
            <a:ext cx="2305050" cy="2303463"/>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0" name="Chart Placeholder 34">
              <a:extLst>
                <a:ext uri="{FF2B5EF4-FFF2-40B4-BE49-F238E27FC236}">
                  <a16:creationId xmlns:a16="http://schemas.microsoft.com/office/drawing/2014/main" id="{DB45CE20-30E2-69DC-83DA-93C7099511FB}"/>
                </a:ext>
              </a:extLst>
            </p:cNvPr>
            <p:cNvGraphicFramePr>
              <a:graphicFrameLocks/>
            </p:cNvGraphicFramePr>
            <p:nvPr/>
          </p:nvGraphicFramePr>
          <p:xfrm>
            <a:off x="627951" y="1978025"/>
            <a:ext cx="2305050" cy="2303463"/>
          </p:xfrm>
          <a:graphic>
            <a:graphicData uri="http://schemas.openxmlformats.org/drawingml/2006/chart">
              <c:chart xmlns:c="http://schemas.openxmlformats.org/drawingml/2006/chart" xmlns:r="http://schemas.openxmlformats.org/officeDocument/2006/relationships" r:id="rId5"/>
            </a:graphicData>
          </a:graphic>
        </p:graphicFrame>
        <p:sp>
          <p:nvSpPr>
            <p:cNvPr id="11" name="Text Placeholder 31">
              <a:extLst>
                <a:ext uri="{FF2B5EF4-FFF2-40B4-BE49-F238E27FC236}">
                  <a16:creationId xmlns:a16="http://schemas.microsoft.com/office/drawing/2014/main" id="{EC435CA4-81F2-85D8-7356-4A31146B04A3}"/>
                </a:ext>
              </a:extLst>
            </p:cNvPr>
            <p:cNvSpPr txBox="1">
              <a:spLocks/>
            </p:cNvSpPr>
            <p:nvPr/>
          </p:nvSpPr>
          <p:spPr>
            <a:xfrm>
              <a:off x="590996" y="4271963"/>
              <a:ext cx="2305050" cy="292100"/>
            </a:xfrm>
            <a:prstGeom prst="rect">
              <a:avLst/>
            </a:prstGeom>
          </p:spPr>
          <p:txBody>
            <a:bodyPr vert="horz" wrap="square" lIns="0" tIns="0" rIns="0" bIns="0" rtlCol="0">
              <a:noAutofit/>
            </a:bodyPr>
            <a:lstStyle>
              <a:lvl1pPr marL="0" indent="0" algn="l" defTabSz="877996" rtl="0" eaLnBrk="1" latinLnBrk="0" hangingPunct="1">
                <a:lnSpc>
                  <a:spcPct val="100000"/>
                </a:lnSpc>
                <a:spcBef>
                  <a:spcPts val="600"/>
                </a:spcBef>
                <a:spcAft>
                  <a:spcPts val="600"/>
                </a:spcAft>
                <a:buClr>
                  <a:schemeClr val="tx1"/>
                </a:buClr>
                <a:buFont typeface="Arial" panose="020B0604020202020204" pitchFamily="34" charset="0"/>
                <a:buNone/>
                <a:defRPr sz="1600" b="0" i="0" kern="1200">
                  <a:solidFill>
                    <a:schemeClr val="tx2">
                      <a:lumMod val="65000"/>
                      <a:lumOff val="35000"/>
                    </a:schemeClr>
                  </a:solidFill>
                  <a:latin typeface="+mn-lt"/>
                  <a:ea typeface="Arial" panose="020B0604020202020204" pitchFamily="34" charset="0"/>
                  <a:cs typeface="VM Circular Chat Book Italic" panose="020B0604020101020102" pitchFamily="34" charset="77"/>
                </a:defRPr>
              </a:lvl1pPr>
              <a:lvl2pPr marL="270000" indent="-270000" algn="l" defTabSz="877996" rtl="0" eaLnBrk="1" latinLnBrk="0" hangingPunct="1">
                <a:lnSpc>
                  <a:spcPct val="100000"/>
                </a:lnSpc>
                <a:spcBef>
                  <a:spcPts val="600"/>
                </a:spcBef>
                <a:spcAft>
                  <a:spcPts val="600"/>
                </a:spcAft>
                <a:buClr>
                  <a:schemeClr val="tx2"/>
                </a:buClr>
                <a:buFont typeface="Arial" charset="0"/>
                <a:buChar char="•"/>
                <a:defRPr sz="1600" b="0" i="0" kern="1200">
                  <a:solidFill>
                    <a:schemeClr val="tx2">
                      <a:lumMod val="65000"/>
                      <a:lumOff val="35000"/>
                    </a:schemeClr>
                  </a:solidFill>
                  <a:latin typeface="+mn-lt"/>
                  <a:ea typeface="Arial" panose="020B0604020202020204" pitchFamily="34" charset="0"/>
                  <a:cs typeface="VM Circular Chat Book Italic" panose="020B0604020101020102" pitchFamily="34" charset="77"/>
                </a:defRPr>
              </a:lvl2pPr>
              <a:lvl3pPr marL="540000" indent="-270000" algn="l" defTabSz="877996" rtl="0" eaLnBrk="1" latinLnBrk="0" hangingPunct="1">
                <a:lnSpc>
                  <a:spcPct val="100000"/>
                </a:lnSpc>
                <a:spcBef>
                  <a:spcPts val="600"/>
                </a:spcBef>
                <a:spcAft>
                  <a:spcPts val="600"/>
                </a:spcAft>
                <a:buClr>
                  <a:schemeClr val="tx2"/>
                </a:buClr>
                <a:buFont typeface="Arial" panose="020B0604020202020204" pitchFamily="34" charset="0"/>
                <a:buChar char="•"/>
                <a:defRPr sz="1600" b="0" i="0" kern="1200">
                  <a:solidFill>
                    <a:schemeClr val="tx2">
                      <a:lumMod val="65000"/>
                      <a:lumOff val="35000"/>
                    </a:schemeClr>
                  </a:solidFill>
                  <a:latin typeface="+mn-lt"/>
                  <a:ea typeface="Arial" panose="020B0604020202020204" pitchFamily="34" charset="0"/>
                  <a:cs typeface="VM Circular Chat Book Italic" panose="020B0604020101020102" pitchFamily="34" charset="77"/>
                </a:defRPr>
              </a:lvl3pPr>
              <a:lvl4pPr marL="810000" indent="-270000" algn="l" defTabSz="877996" rtl="0" eaLnBrk="1" latinLnBrk="0" hangingPunct="1">
                <a:lnSpc>
                  <a:spcPct val="100000"/>
                </a:lnSpc>
                <a:spcBef>
                  <a:spcPts val="600"/>
                </a:spcBef>
                <a:spcAft>
                  <a:spcPts val="600"/>
                </a:spcAft>
                <a:buClr>
                  <a:schemeClr val="tx2"/>
                </a:buClr>
                <a:buFont typeface="Arial" charset="0"/>
                <a:buChar char="•"/>
                <a:defRPr sz="1400" b="0" i="0" kern="1200">
                  <a:solidFill>
                    <a:schemeClr val="tx2">
                      <a:lumMod val="65000"/>
                      <a:lumOff val="35000"/>
                    </a:schemeClr>
                  </a:solidFill>
                  <a:latin typeface="+mn-lt"/>
                  <a:ea typeface="Arial" panose="020B0604020202020204" pitchFamily="34" charset="0"/>
                  <a:cs typeface="VM Circular Chat Book Italic" panose="020B0604020101020102" pitchFamily="34" charset="77"/>
                </a:defRPr>
              </a:lvl4pPr>
              <a:lvl5pPr marL="1975490" indent="-219499" algn="l" defTabSz="877996" rtl="0" eaLnBrk="1" latinLnBrk="0" hangingPunct="1">
                <a:lnSpc>
                  <a:spcPct val="90000"/>
                </a:lnSpc>
                <a:spcBef>
                  <a:spcPts val="480"/>
                </a:spcBef>
                <a:buFont typeface="Arial" panose="020B0604020202020204" pitchFamily="34" charset="0"/>
                <a:buChar char="•"/>
                <a:defRPr sz="1729" kern="1200">
                  <a:solidFill>
                    <a:schemeClr val="tx1"/>
                  </a:solidFill>
                  <a:latin typeface="+mn-lt"/>
                  <a:ea typeface="+mn-ea"/>
                  <a:cs typeface="+mn-cs"/>
                </a:defRPr>
              </a:lvl5pPr>
              <a:lvl6pPr marL="2414489" indent="-219499" algn="l" defTabSz="877996" rtl="0" eaLnBrk="1" latinLnBrk="0" hangingPunct="1">
                <a:lnSpc>
                  <a:spcPct val="90000"/>
                </a:lnSpc>
                <a:spcBef>
                  <a:spcPts val="480"/>
                </a:spcBef>
                <a:buFont typeface="Arial" panose="020B0604020202020204" pitchFamily="34" charset="0"/>
                <a:buChar char="•"/>
                <a:defRPr sz="1729" kern="1200">
                  <a:solidFill>
                    <a:schemeClr val="tx1"/>
                  </a:solidFill>
                  <a:latin typeface="+mn-lt"/>
                  <a:ea typeface="+mn-ea"/>
                  <a:cs typeface="+mn-cs"/>
                </a:defRPr>
              </a:lvl6pPr>
              <a:lvl7pPr marL="2853487" indent="-219499" algn="l" defTabSz="877996" rtl="0" eaLnBrk="1" latinLnBrk="0" hangingPunct="1">
                <a:lnSpc>
                  <a:spcPct val="90000"/>
                </a:lnSpc>
                <a:spcBef>
                  <a:spcPts val="480"/>
                </a:spcBef>
                <a:buFont typeface="Arial" panose="020B0604020202020204" pitchFamily="34" charset="0"/>
                <a:buChar char="•"/>
                <a:defRPr sz="1729" kern="1200">
                  <a:solidFill>
                    <a:schemeClr val="tx1"/>
                  </a:solidFill>
                  <a:latin typeface="+mn-lt"/>
                  <a:ea typeface="+mn-ea"/>
                  <a:cs typeface="+mn-cs"/>
                </a:defRPr>
              </a:lvl7pPr>
              <a:lvl8pPr marL="3292484" indent="-219499" algn="l" defTabSz="877996" rtl="0" eaLnBrk="1" latinLnBrk="0" hangingPunct="1">
                <a:lnSpc>
                  <a:spcPct val="90000"/>
                </a:lnSpc>
                <a:spcBef>
                  <a:spcPts val="480"/>
                </a:spcBef>
                <a:buFont typeface="Arial" panose="020B0604020202020204" pitchFamily="34" charset="0"/>
                <a:buChar char="•"/>
                <a:defRPr sz="1729" kern="1200">
                  <a:solidFill>
                    <a:schemeClr val="tx1"/>
                  </a:solidFill>
                  <a:latin typeface="+mn-lt"/>
                  <a:ea typeface="+mn-ea"/>
                  <a:cs typeface="+mn-cs"/>
                </a:defRPr>
              </a:lvl8pPr>
              <a:lvl9pPr marL="3731482" indent="-219499" algn="l" defTabSz="877996" rtl="0" eaLnBrk="1" latinLnBrk="0" hangingPunct="1">
                <a:lnSpc>
                  <a:spcPct val="90000"/>
                </a:lnSpc>
                <a:spcBef>
                  <a:spcPts val="480"/>
                </a:spcBef>
                <a:buFont typeface="Arial" panose="020B0604020202020204" pitchFamily="34" charset="0"/>
                <a:buChar char="•"/>
                <a:defRPr sz="1729" kern="1200">
                  <a:solidFill>
                    <a:schemeClr val="tx1"/>
                  </a:solidFill>
                  <a:latin typeface="+mn-lt"/>
                  <a:ea typeface="+mn-ea"/>
                  <a:cs typeface="+mn-cs"/>
                </a:defRPr>
              </a:lvl9pPr>
            </a:lstStyle>
            <a:p>
              <a:pPr algn="ctr"/>
              <a:r>
                <a:rPr lang="de-DE" b="1" dirty="0">
                  <a:solidFill>
                    <a:schemeClr val="tx2"/>
                  </a:solidFill>
                </a:rPr>
                <a:t>Broadband</a:t>
              </a:r>
              <a:endParaRPr lang="en-US" b="1" dirty="0">
                <a:solidFill>
                  <a:srgbClr val="0050FF"/>
                </a:solidFill>
                <a:latin typeface="+mj-lt"/>
                <a:cs typeface="On Air" panose="020F0503030404020204" pitchFamily="34" charset="77"/>
              </a:endParaRPr>
            </a:p>
          </p:txBody>
        </p:sp>
        <p:sp>
          <p:nvSpPr>
            <p:cNvPr id="12" name="Text Placeholder 33">
              <a:extLst>
                <a:ext uri="{FF2B5EF4-FFF2-40B4-BE49-F238E27FC236}">
                  <a16:creationId xmlns:a16="http://schemas.microsoft.com/office/drawing/2014/main" id="{4B209FA0-9285-9E00-4213-9C54EFF08983}"/>
                </a:ext>
              </a:extLst>
            </p:cNvPr>
            <p:cNvSpPr txBox="1">
              <a:spLocks/>
            </p:cNvSpPr>
            <p:nvPr/>
          </p:nvSpPr>
          <p:spPr>
            <a:xfrm>
              <a:off x="6139375" y="4271963"/>
              <a:ext cx="2305050" cy="292100"/>
            </a:xfrm>
            <a:prstGeom prst="rect">
              <a:avLst/>
            </a:prstGeom>
          </p:spPr>
          <p:txBody>
            <a:bodyPr vert="horz" wrap="square" lIns="0" tIns="0" rIns="0" bIns="0" rtlCol="0">
              <a:noAutofit/>
            </a:bodyPr>
            <a:lstStyle>
              <a:lvl1pPr marL="0" indent="0" algn="l" defTabSz="877996" rtl="0" eaLnBrk="1" latinLnBrk="0" hangingPunct="1">
                <a:lnSpc>
                  <a:spcPct val="100000"/>
                </a:lnSpc>
                <a:spcBef>
                  <a:spcPts val="600"/>
                </a:spcBef>
                <a:spcAft>
                  <a:spcPts val="600"/>
                </a:spcAft>
                <a:buClr>
                  <a:schemeClr val="tx1"/>
                </a:buClr>
                <a:buFont typeface="Arial" panose="020B0604020202020204" pitchFamily="34" charset="0"/>
                <a:buNone/>
                <a:defRPr sz="1600" b="0" i="0" kern="1200">
                  <a:solidFill>
                    <a:schemeClr val="tx2">
                      <a:lumMod val="65000"/>
                      <a:lumOff val="35000"/>
                    </a:schemeClr>
                  </a:solidFill>
                  <a:latin typeface="+mn-lt"/>
                  <a:ea typeface="Arial" panose="020B0604020202020204" pitchFamily="34" charset="0"/>
                  <a:cs typeface="VM Circular Chat Book Italic" panose="020B0604020101020102" pitchFamily="34" charset="77"/>
                </a:defRPr>
              </a:lvl1pPr>
              <a:lvl2pPr marL="270000" indent="-270000" algn="l" defTabSz="877996" rtl="0" eaLnBrk="1" latinLnBrk="0" hangingPunct="1">
                <a:lnSpc>
                  <a:spcPct val="100000"/>
                </a:lnSpc>
                <a:spcBef>
                  <a:spcPts val="600"/>
                </a:spcBef>
                <a:spcAft>
                  <a:spcPts val="600"/>
                </a:spcAft>
                <a:buClr>
                  <a:schemeClr val="tx2"/>
                </a:buClr>
                <a:buFont typeface="Arial" charset="0"/>
                <a:buChar char="•"/>
                <a:defRPr sz="1600" b="0" i="0" kern="1200">
                  <a:solidFill>
                    <a:schemeClr val="tx2">
                      <a:lumMod val="65000"/>
                      <a:lumOff val="35000"/>
                    </a:schemeClr>
                  </a:solidFill>
                  <a:latin typeface="+mn-lt"/>
                  <a:ea typeface="Arial" panose="020B0604020202020204" pitchFamily="34" charset="0"/>
                  <a:cs typeface="VM Circular Chat Book Italic" panose="020B0604020101020102" pitchFamily="34" charset="77"/>
                </a:defRPr>
              </a:lvl2pPr>
              <a:lvl3pPr marL="540000" indent="-270000" algn="l" defTabSz="877996" rtl="0" eaLnBrk="1" latinLnBrk="0" hangingPunct="1">
                <a:lnSpc>
                  <a:spcPct val="100000"/>
                </a:lnSpc>
                <a:spcBef>
                  <a:spcPts val="600"/>
                </a:spcBef>
                <a:spcAft>
                  <a:spcPts val="600"/>
                </a:spcAft>
                <a:buClr>
                  <a:schemeClr val="tx2"/>
                </a:buClr>
                <a:buFont typeface="Arial" panose="020B0604020202020204" pitchFamily="34" charset="0"/>
                <a:buChar char="•"/>
                <a:defRPr sz="1600" b="0" i="0" kern="1200">
                  <a:solidFill>
                    <a:schemeClr val="tx2">
                      <a:lumMod val="65000"/>
                      <a:lumOff val="35000"/>
                    </a:schemeClr>
                  </a:solidFill>
                  <a:latin typeface="+mn-lt"/>
                  <a:ea typeface="Arial" panose="020B0604020202020204" pitchFamily="34" charset="0"/>
                  <a:cs typeface="VM Circular Chat Book Italic" panose="020B0604020101020102" pitchFamily="34" charset="77"/>
                </a:defRPr>
              </a:lvl3pPr>
              <a:lvl4pPr marL="810000" indent="-270000" algn="l" defTabSz="877996" rtl="0" eaLnBrk="1" latinLnBrk="0" hangingPunct="1">
                <a:lnSpc>
                  <a:spcPct val="100000"/>
                </a:lnSpc>
                <a:spcBef>
                  <a:spcPts val="600"/>
                </a:spcBef>
                <a:spcAft>
                  <a:spcPts val="600"/>
                </a:spcAft>
                <a:buClr>
                  <a:schemeClr val="tx2"/>
                </a:buClr>
                <a:buFont typeface="Arial" charset="0"/>
                <a:buChar char="•"/>
                <a:defRPr sz="1400" b="0" i="0" kern="1200">
                  <a:solidFill>
                    <a:schemeClr val="tx2">
                      <a:lumMod val="65000"/>
                      <a:lumOff val="35000"/>
                    </a:schemeClr>
                  </a:solidFill>
                  <a:latin typeface="+mn-lt"/>
                  <a:ea typeface="Arial" panose="020B0604020202020204" pitchFamily="34" charset="0"/>
                  <a:cs typeface="VM Circular Chat Book Italic" panose="020B0604020101020102" pitchFamily="34" charset="77"/>
                </a:defRPr>
              </a:lvl4pPr>
              <a:lvl5pPr marL="1975490" indent="-219499" algn="l" defTabSz="877996" rtl="0" eaLnBrk="1" latinLnBrk="0" hangingPunct="1">
                <a:lnSpc>
                  <a:spcPct val="90000"/>
                </a:lnSpc>
                <a:spcBef>
                  <a:spcPts val="480"/>
                </a:spcBef>
                <a:buFont typeface="Arial" panose="020B0604020202020204" pitchFamily="34" charset="0"/>
                <a:buChar char="•"/>
                <a:defRPr sz="1729" kern="1200">
                  <a:solidFill>
                    <a:schemeClr val="tx1"/>
                  </a:solidFill>
                  <a:latin typeface="+mn-lt"/>
                  <a:ea typeface="+mn-ea"/>
                  <a:cs typeface="+mn-cs"/>
                </a:defRPr>
              </a:lvl5pPr>
              <a:lvl6pPr marL="2414489" indent="-219499" algn="l" defTabSz="877996" rtl="0" eaLnBrk="1" latinLnBrk="0" hangingPunct="1">
                <a:lnSpc>
                  <a:spcPct val="90000"/>
                </a:lnSpc>
                <a:spcBef>
                  <a:spcPts val="480"/>
                </a:spcBef>
                <a:buFont typeface="Arial" panose="020B0604020202020204" pitchFamily="34" charset="0"/>
                <a:buChar char="•"/>
                <a:defRPr sz="1729" kern="1200">
                  <a:solidFill>
                    <a:schemeClr val="tx1"/>
                  </a:solidFill>
                  <a:latin typeface="+mn-lt"/>
                  <a:ea typeface="+mn-ea"/>
                  <a:cs typeface="+mn-cs"/>
                </a:defRPr>
              </a:lvl6pPr>
              <a:lvl7pPr marL="2853487" indent="-219499" algn="l" defTabSz="877996" rtl="0" eaLnBrk="1" latinLnBrk="0" hangingPunct="1">
                <a:lnSpc>
                  <a:spcPct val="90000"/>
                </a:lnSpc>
                <a:spcBef>
                  <a:spcPts val="480"/>
                </a:spcBef>
                <a:buFont typeface="Arial" panose="020B0604020202020204" pitchFamily="34" charset="0"/>
                <a:buChar char="•"/>
                <a:defRPr sz="1729" kern="1200">
                  <a:solidFill>
                    <a:schemeClr val="tx1"/>
                  </a:solidFill>
                  <a:latin typeface="+mn-lt"/>
                  <a:ea typeface="+mn-ea"/>
                  <a:cs typeface="+mn-cs"/>
                </a:defRPr>
              </a:lvl7pPr>
              <a:lvl8pPr marL="3292484" indent="-219499" algn="l" defTabSz="877996" rtl="0" eaLnBrk="1" latinLnBrk="0" hangingPunct="1">
                <a:lnSpc>
                  <a:spcPct val="90000"/>
                </a:lnSpc>
                <a:spcBef>
                  <a:spcPts val="480"/>
                </a:spcBef>
                <a:buFont typeface="Arial" panose="020B0604020202020204" pitchFamily="34" charset="0"/>
                <a:buChar char="•"/>
                <a:defRPr sz="1729" kern="1200">
                  <a:solidFill>
                    <a:schemeClr val="tx1"/>
                  </a:solidFill>
                  <a:latin typeface="+mn-lt"/>
                  <a:ea typeface="+mn-ea"/>
                  <a:cs typeface="+mn-cs"/>
                </a:defRPr>
              </a:lvl8pPr>
              <a:lvl9pPr marL="3731482" indent="-219499" algn="l" defTabSz="877996" rtl="0" eaLnBrk="1" latinLnBrk="0" hangingPunct="1">
                <a:lnSpc>
                  <a:spcPct val="90000"/>
                </a:lnSpc>
                <a:spcBef>
                  <a:spcPts val="480"/>
                </a:spcBef>
                <a:buFont typeface="Arial" panose="020B0604020202020204" pitchFamily="34" charset="0"/>
                <a:buChar char="•"/>
                <a:defRPr sz="1729" kern="1200">
                  <a:solidFill>
                    <a:schemeClr val="tx1"/>
                  </a:solidFill>
                  <a:latin typeface="+mn-lt"/>
                  <a:ea typeface="+mn-ea"/>
                  <a:cs typeface="+mn-cs"/>
                </a:defRPr>
              </a:lvl9pPr>
            </a:lstStyle>
            <a:p>
              <a:pPr algn="ctr"/>
              <a:r>
                <a:rPr lang="de-DE" b="1" dirty="0">
                  <a:solidFill>
                    <a:schemeClr val="tx2"/>
                  </a:solidFill>
                </a:rPr>
                <a:t>Technology</a:t>
              </a:r>
              <a:endParaRPr lang="en-US" b="1" dirty="0">
                <a:solidFill>
                  <a:schemeClr val="tx2"/>
                </a:solidFill>
                <a:latin typeface="+mj-lt"/>
                <a:cs typeface="On Air" panose="020F0503030404020204" pitchFamily="34" charset="77"/>
              </a:endParaRPr>
            </a:p>
          </p:txBody>
        </p:sp>
        <p:sp>
          <p:nvSpPr>
            <p:cNvPr id="13" name="Text Placeholder 35">
              <a:extLst>
                <a:ext uri="{FF2B5EF4-FFF2-40B4-BE49-F238E27FC236}">
                  <a16:creationId xmlns:a16="http://schemas.microsoft.com/office/drawing/2014/main" id="{A7AEBCD4-767C-1694-7C51-03B466F75194}"/>
                </a:ext>
              </a:extLst>
            </p:cNvPr>
            <p:cNvSpPr txBox="1">
              <a:spLocks/>
            </p:cNvSpPr>
            <p:nvPr/>
          </p:nvSpPr>
          <p:spPr>
            <a:xfrm>
              <a:off x="8812803" y="4603750"/>
              <a:ext cx="2305050" cy="314325"/>
            </a:xfrm>
            <a:prstGeom prst="rect">
              <a:avLst/>
            </a:prstGeom>
          </p:spPr>
          <p:txBody>
            <a:bodyPr vert="horz" wrap="square" lIns="0" tIns="0" rIns="0" bIns="0" rtlCol="0">
              <a:noAutofit/>
            </a:bodyPr>
            <a:lstStyle>
              <a:lvl1pPr marL="0" indent="0" algn="l" defTabSz="877996" rtl="0" eaLnBrk="1" latinLnBrk="0" hangingPunct="1">
                <a:lnSpc>
                  <a:spcPct val="100000"/>
                </a:lnSpc>
                <a:spcBef>
                  <a:spcPts val="600"/>
                </a:spcBef>
                <a:spcAft>
                  <a:spcPts val="600"/>
                </a:spcAft>
                <a:buClr>
                  <a:schemeClr val="tx1"/>
                </a:buClr>
                <a:buFont typeface="Arial" panose="020B0604020202020204" pitchFamily="34" charset="0"/>
                <a:buNone/>
                <a:defRPr sz="1600" b="0" i="0" kern="1200">
                  <a:solidFill>
                    <a:schemeClr val="tx2">
                      <a:lumMod val="65000"/>
                      <a:lumOff val="35000"/>
                    </a:schemeClr>
                  </a:solidFill>
                  <a:latin typeface="+mn-lt"/>
                  <a:ea typeface="Arial" panose="020B0604020202020204" pitchFamily="34" charset="0"/>
                  <a:cs typeface="VM Circular Chat Book Italic" panose="020B0604020101020102" pitchFamily="34" charset="77"/>
                </a:defRPr>
              </a:lvl1pPr>
              <a:lvl2pPr marL="270000" indent="-270000" algn="l" defTabSz="877996" rtl="0" eaLnBrk="1" latinLnBrk="0" hangingPunct="1">
                <a:lnSpc>
                  <a:spcPct val="100000"/>
                </a:lnSpc>
                <a:spcBef>
                  <a:spcPts val="600"/>
                </a:spcBef>
                <a:spcAft>
                  <a:spcPts val="600"/>
                </a:spcAft>
                <a:buClr>
                  <a:schemeClr val="tx2"/>
                </a:buClr>
                <a:buFont typeface="Arial" charset="0"/>
                <a:buChar char="•"/>
                <a:defRPr sz="1600" b="0" i="0" kern="1200">
                  <a:solidFill>
                    <a:schemeClr val="tx2">
                      <a:lumMod val="65000"/>
                      <a:lumOff val="35000"/>
                    </a:schemeClr>
                  </a:solidFill>
                  <a:latin typeface="+mn-lt"/>
                  <a:ea typeface="Arial" panose="020B0604020202020204" pitchFamily="34" charset="0"/>
                  <a:cs typeface="VM Circular Chat Book Italic" panose="020B0604020101020102" pitchFamily="34" charset="77"/>
                </a:defRPr>
              </a:lvl2pPr>
              <a:lvl3pPr marL="540000" indent="-270000" algn="l" defTabSz="877996" rtl="0" eaLnBrk="1" latinLnBrk="0" hangingPunct="1">
                <a:lnSpc>
                  <a:spcPct val="100000"/>
                </a:lnSpc>
                <a:spcBef>
                  <a:spcPts val="600"/>
                </a:spcBef>
                <a:spcAft>
                  <a:spcPts val="600"/>
                </a:spcAft>
                <a:buClr>
                  <a:schemeClr val="tx2"/>
                </a:buClr>
                <a:buFont typeface="Arial" panose="020B0604020202020204" pitchFamily="34" charset="0"/>
                <a:buChar char="•"/>
                <a:defRPr sz="1600" b="0" i="0" kern="1200">
                  <a:solidFill>
                    <a:schemeClr val="tx2">
                      <a:lumMod val="65000"/>
                      <a:lumOff val="35000"/>
                    </a:schemeClr>
                  </a:solidFill>
                  <a:latin typeface="+mn-lt"/>
                  <a:ea typeface="Arial" panose="020B0604020202020204" pitchFamily="34" charset="0"/>
                  <a:cs typeface="VM Circular Chat Book Italic" panose="020B0604020101020102" pitchFamily="34" charset="77"/>
                </a:defRPr>
              </a:lvl3pPr>
              <a:lvl4pPr marL="810000" indent="-270000" algn="l" defTabSz="877996" rtl="0" eaLnBrk="1" latinLnBrk="0" hangingPunct="1">
                <a:lnSpc>
                  <a:spcPct val="100000"/>
                </a:lnSpc>
                <a:spcBef>
                  <a:spcPts val="600"/>
                </a:spcBef>
                <a:spcAft>
                  <a:spcPts val="600"/>
                </a:spcAft>
                <a:buClr>
                  <a:schemeClr val="tx2"/>
                </a:buClr>
                <a:buFont typeface="Arial" charset="0"/>
                <a:buChar char="•"/>
                <a:defRPr sz="1400" b="0" i="0" kern="1200">
                  <a:solidFill>
                    <a:schemeClr val="tx2">
                      <a:lumMod val="65000"/>
                      <a:lumOff val="35000"/>
                    </a:schemeClr>
                  </a:solidFill>
                  <a:latin typeface="+mn-lt"/>
                  <a:ea typeface="Arial" panose="020B0604020202020204" pitchFamily="34" charset="0"/>
                  <a:cs typeface="VM Circular Chat Book Italic" panose="020B0604020101020102" pitchFamily="34" charset="77"/>
                </a:defRPr>
              </a:lvl4pPr>
              <a:lvl5pPr marL="1975490" indent="-219499" algn="l" defTabSz="877996" rtl="0" eaLnBrk="1" latinLnBrk="0" hangingPunct="1">
                <a:lnSpc>
                  <a:spcPct val="90000"/>
                </a:lnSpc>
                <a:spcBef>
                  <a:spcPts val="480"/>
                </a:spcBef>
                <a:buFont typeface="Arial" panose="020B0604020202020204" pitchFamily="34" charset="0"/>
                <a:buChar char="•"/>
                <a:defRPr sz="1729" kern="1200">
                  <a:solidFill>
                    <a:schemeClr val="tx1"/>
                  </a:solidFill>
                  <a:latin typeface="+mn-lt"/>
                  <a:ea typeface="+mn-ea"/>
                  <a:cs typeface="+mn-cs"/>
                </a:defRPr>
              </a:lvl5pPr>
              <a:lvl6pPr marL="2414489" indent="-219499" algn="l" defTabSz="877996" rtl="0" eaLnBrk="1" latinLnBrk="0" hangingPunct="1">
                <a:lnSpc>
                  <a:spcPct val="90000"/>
                </a:lnSpc>
                <a:spcBef>
                  <a:spcPts val="480"/>
                </a:spcBef>
                <a:buFont typeface="Arial" panose="020B0604020202020204" pitchFamily="34" charset="0"/>
                <a:buChar char="•"/>
                <a:defRPr sz="1729" kern="1200">
                  <a:solidFill>
                    <a:schemeClr val="tx1"/>
                  </a:solidFill>
                  <a:latin typeface="+mn-lt"/>
                  <a:ea typeface="+mn-ea"/>
                  <a:cs typeface="+mn-cs"/>
                </a:defRPr>
              </a:lvl6pPr>
              <a:lvl7pPr marL="2853487" indent="-219499" algn="l" defTabSz="877996" rtl="0" eaLnBrk="1" latinLnBrk="0" hangingPunct="1">
                <a:lnSpc>
                  <a:spcPct val="90000"/>
                </a:lnSpc>
                <a:spcBef>
                  <a:spcPts val="480"/>
                </a:spcBef>
                <a:buFont typeface="Arial" panose="020B0604020202020204" pitchFamily="34" charset="0"/>
                <a:buChar char="•"/>
                <a:defRPr sz="1729" kern="1200">
                  <a:solidFill>
                    <a:schemeClr val="tx1"/>
                  </a:solidFill>
                  <a:latin typeface="+mn-lt"/>
                  <a:ea typeface="+mn-ea"/>
                  <a:cs typeface="+mn-cs"/>
                </a:defRPr>
              </a:lvl7pPr>
              <a:lvl8pPr marL="3292484" indent="-219499" algn="l" defTabSz="877996" rtl="0" eaLnBrk="1" latinLnBrk="0" hangingPunct="1">
                <a:lnSpc>
                  <a:spcPct val="90000"/>
                </a:lnSpc>
                <a:spcBef>
                  <a:spcPts val="480"/>
                </a:spcBef>
                <a:buFont typeface="Arial" panose="020B0604020202020204" pitchFamily="34" charset="0"/>
                <a:buChar char="•"/>
                <a:defRPr sz="1729" kern="1200">
                  <a:solidFill>
                    <a:schemeClr val="tx1"/>
                  </a:solidFill>
                  <a:latin typeface="+mn-lt"/>
                  <a:ea typeface="+mn-ea"/>
                  <a:cs typeface="+mn-cs"/>
                </a:defRPr>
              </a:lvl8pPr>
              <a:lvl9pPr marL="3731482" indent="-219499" algn="l" defTabSz="877996" rtl="0" eaLnBrk="1" latinLnBrk="0" hangingPunct="1">
                <a:lnSpc>
                  <a:spcPct val="90000"/>
                </a:lnSpc>
                <a:spcBef>
                  <a:spcPts val="480"/>
                </a:spcBef>
                <a:buFont typeface="Arial" panose="020B0604020202020204" pitchFamily="34" charset="0"/>
                <a:buChar char="•"/>
                <a:defRPr sz="1729" kern="1200">
                  <a:solidFill>
                    <a:schemeClr val="tx1"/>
                  </a:solidFill>
                  <a:latin typeface="+mn-lt"/>
                  <a:ea typeface="+mn-ea"/>
                  <a:cs typeface="+mn-cs"/>
                </a:defRPr>
              </a:lvl9pPr>
            </a:lstStyle>
            <a:p>
              <a:pPr algn="ctr"/>
              <a:r>
                <a:rPr lang="de-DE" sz="1400" dirty="0">
                  <a:solidFill>
                    <a:schemeClr val="bg1">
                      <a:lumMod val="50000"/>
                    </a:schemeClr>
                  </a:solidFill>
                </a:rPr>
                <a:t>Sample </a:t>
              </a:r>
              <a:r>
                <a:rPr lang="de-DE" sz="1400" dirty="0" err="1">
                  <a:solidFill>
                    <a:schemeClr val="bg1">
                      <a:lumMod val="50000"/>
                    </a:schemeClr>
                  </a:solidFill>
                </a:rPr>
                <a:t>text</a:t>
              </a:r>
              <a:endParaRPr lang="en-US" sz="1280" dirty="0">
                <a:solidFill>
                  <a:srgbClr val="73737D"/>
                </a:solidFill>
                <a:cs typeface="On Air" panose="020F0503030404020204" pitchFamily="34" charset="77"/>
              </a:endParaRPr>
            </a:p>
          </p:txBody>
        </p:sp>
        <p:sp>
          <p:nvSpPr>
            <p:cNvPr id="14" name="Text Placeholder 36">
              <a:extLst>
                <a:ext uri="{FF2B5EF4-FFF2-40B4-BE49-F238E27FC236}">
                  <a16:creationId xmlns:a16="http://schemas.microsoft.com/office/drawing/2014/main" id="{6FFE5F16-A4C9-6EFB-E85A-E7455E768834}"/>
                </a:ext>
              </a:extLst>
            </p:cNvPr>
            <p:cNvSpPr txBox="1">
              <a:spLocks/>
            </p:cNvSpPr>
            <p:nvPr/>
          </p:nvSpPr>
          <p:spPr>
            <a:xfrm>
              <a:off x="8835872" y="4271963"/>
              <a:ext cx="2305050" cy="292100"/>
            </a:xfrm>
            <a:prstGeom prst="rect">
              <a:avLst/>
            </a:prstGeom>
          </p:spPr>
          <p:txBody>
            <a:bodyPr vert="horz" wrap="square" lIns="0" tIns="0" rIns="0" bIns="0" rtlCol="0">
              <a:noAutofit/>
            </a:bodyPr>
            <a:lstStyle>
              <a:lvl1pPr marL="0" indent="0" algn="l" defTabSz="877996" rtl="0" eaLnBrk="1" latinLnBrk="0" hangingPunct="1">
                <a:lnSpc>
                  <a:spcPct val="100000"/>
                </a:lnSpc>
                <a:spcBef>
                  <a:spcPts val="600"/>
                </a:spcBef>
                <a:spcAft>
                  <a:spcPts val="600"/>
                </a:spcAft>
                <a:buClr>
                  <a:schemeClr val="tx1"/>
                </a:buClr>
                <a:buFont typeface="Arial" panose="020B0604020202020204" pitchFamily="34" charset="0"/>
                <a:buNone/>
                <a:defRPr sz="1600" b="0" i="0" kern="1200">
                  <a:solidFill>
                    <a:schemeClr val="tx2">
                      <a:lumMod val="65000"/>
                      <a:lumOff val="35000"/>
                    </a:schemeClr>
                  </a:solidFill>
                  <a:latin typeface="+mn-lt"/>
                  <a:ea typeface="Arial" panose="020B0604020202020204" pitchFamily="34" charset="0"/>
                  <a:cs typeface="VM Circular Chat Book Italic" panose="020B0604020101020102" pitchFamily="34" charset="77"/>
                </a:defRPr>
              </a:lvl1pPr>
              <a:lvl2pPr marL="270000" indent="-270000" algn="l" defTabSz="877996" rtl="0" eaLnBrk="1" latinLnBrk="0" hangingPunct="1">
                <a:lnSpc>
                  <a:spcPct val="100000"/>
                </a:lnSpc>
                <a:spcBef>
                  <a:spcPts val="600"/>
                </a:spcBef>
                <a:spcAft>
                  <a:spcPts val="600"/>
                </a:spcAft>
                <a:buClr>
                  <a:schemeClr val="tx2"/>
                </a:buClr>
                <a:buFont typeface="Arial" charset="0"/>
                <a:buChar char="•"/>
                <a:defRPr sz="1600" b="0" i="0" kern="1200">
                  <a:solidFill>
                    <a:schemeClr val="tx2">
                      <a:lumMod val="65000"/>
                      <a:lumOff val="35000"/>
                    </a:schemeClr>
                  </a:solidFill>
                  <a:latin typeface="+mn-lt"/>
                  <a:ea typeface="Arial" panose="020B0604020202020204" pitchFamily="34" charset="0"/>
                  <a:cs typeface="VM Circular Chat Book Italic" panose="020B0604020101020102" pitchFamily="34" charset="77"/>
                </a:defRPr>
              </a:lvl2pPr>
              <a:lvl3pPr marL="540000" indent="-270000" algn="l" defTabSz="877996" rtl="0" eaLnBrk="1" latinLnBrk="0" hangingPunct="1">
                <a:lnSpc>
                  <a:spcPct val="100000"/>
                </a:lnSpc>
                <a:spcBef>
                  <a:spcPts val="600"/>
                </a:spcBef>
                <a:spcAft>
                  <a:spcPts val="600"/>
                </a:spcAft>
                <a:buClr>
                  <a:schemeClr val="tx2"/>
                </a:buClr>
                <a:buFont typeface="Arial" panose="020B0604020202020204" pitchFamily="34" charset="0"/>
                <a:buChar char="•"/>
                <a:defRPr sz="1600" b="0" i="0" kern="1200">
                  <a:solidFill>
                    <a:schemeClr val="tx2">
                      <a:lumMod val="65000"/>
                      <a:lumOff val="35000"/>
                    </a:schemeClr>
                  </a:solidFill>
                  <a:latin typeface="+mn-lt"/>
                  <a:ea typeface="Arial" panose="020B0604020202020204" pitchFamily="34" charset="0"/>
                  <a:cs typeface="VM Circular Chat Book Italic" panose="020B0604020101020102" pitchFamily="34" charset="77"/>
                </a:defRPr>
              </a:lvl3pPr>
              <a:lvl4pPr marL="810000" indent="-270000" algn="l" defTabSz="877996" rtl="0" eaLnBrk="1" latinLnBrk="0" hangingPunct="1">
                <a:lnSpc>
                  <a:spcPct val="100000"/>
                </a:lnSpc>
                <a:spcBef>
                  <a:spcPts val="600"/>
                </a:spcBef>
                <a:spcAft>
                  <a:spcPts val="600"/>
                </a:spcAft>
                <a:buClr>
                  <a:schemeClr val="tx2"/>
                </a:buClr>
                <a:buFont typeface="Arial" charset="0"/>
                <a:buChar char="•"/>
                <a:defRPr sz="1400" b="0" i="0" kern="1200">
                  <a:solidFill>
                    <a:schemeClr val="tx2">
                      <a:lumMod val="65000"/>
                      <a:lumOff val="35000"/>
                    </a:schemeClr>
                  </a:solidFill>
                  <a:latin typeface="+mn-lt"/>
                  <a:ea typeface="Arial" panose="020B0604020202020204" pitchFamily="34" charset="0"/>
                  <a:cs typeface="VM Circular Chat Book Italic" panose="020B0604020101020102" pitchFamily="34" charset="77"/>
                </a:defRPr>
              </a:lvl4pPr>
              <a:lvl5pPr marL="1975490" indent="-219499" algn="l" defTabSz="877996" rtl="0" eaLnBrk="1" latinLnBrk="0" hangingPunct="1">
                <a:lnSpc>
                  <a:spcPct val="90000"/>
                </a:lnSpc>
                <a:spcBef>
                  <a:spcPts val="480"/>
                </a:spcBef>
                <a:buFont typeface="Arial" panose="020B0604020202020204" pitchFamily="34" charset="0"/>
                <a:buChar char="•"/>
                <a:defRPr sz="1729" kern="1200">
                  <a:solidFill>
                    <a:schemeClr val="tx1"/>
                  </a:solidFill>
                  <a:latin typeface="+mn-lt"/>
                  <a:ea typeface="+mn-ea"/>
                  <a:cs typeface="+mn-cs"/>
                </a:defRPr>
              </a:lvl5pPr>
              <a:lvl6pPr marL="2414489" indent="-219499" algn="l" defTabSz="877996" rtl="0" eaLnBrk="1" latinLnBrk="0" hangingPunct="1">
                <a:lnSpc>
                  <a:spcPct val="90000"/>
                </a:lnSpc>
                <a:spcBef>
                  <a:spcPts val="480"/>
                </a:spcBef>
                <a:buFont typeface="Arial" panose="020B0604020202020204" pitchFamily="34" charset="0"/>
                <a:buChar char="•"/>
                <a:defRPr sz="1729" kern="1200">
                  <a:solidFill>
                    <a:schemeClr val="tx1"/>
                  </a:solidFill>
                  <a:latin typeface="+mn-lt"/>
                  <a:ea typeface="+mn-ea"/>
                  <a:cs typeface="+mn-cs"/>
                </a:defRPr>
              </a:lvl6pPr>
              <a:lvl7pPr marL="2853487" indent="-219499" algn="l" defTabSz="877996" rtl="0" eaLnBrk="1" latinLnBrk="0" hangingPunct="1">
                <a:lnSpc>
                  <a:spcPct val="90000"/>
                </a:lnSpc>
                <a:spcBef>
                  <a:spcPts val="480"/>
                </a:spcBef>
                <a:buFont typeface="Arial" panose="020B0604020202020204" pitchFamily="34" charset="0"/>
                <a:buChar char="•"/>
                <a:defRPr sz="1729" kern="1200">
                  <a:solidFill>
                    <a:schemeClr val="tx1"/>
                  </a:solidFill>
                  <a:latin typeface="+mn-lt"/>
                  <a:ea typeface="+mn-ea"/>
                  <a:cs typeface="+mn-cs"/>
                </a:defRPr>
              </a:lvl7pPr>
              <a:lvl8pPr marL="3292484" indent="-219499" algn="l" defTabSz="877996" rtl="0" eaLnBrk="1" latinLnBrk="0" hangingPunct="1">
                <a:lnSpc>
                  <a:spcPct val="90000"/>
                </a:lnSpc>
                <a:spcBef>
                  <a:spcPts val="480"/>
                </a:spcBef>
                <a:buFont typeface="Arial" panose="020B0604020202020204" pitchFamily="34" charset="0"/>
                <a:buChar char="•"/>
                <a:defRPr sz="1729" kern="1200">
                  <a:solidFill>
                    <a:schemeClr val="tx1"/>
                  </a:solidFill>
                  <a:latin typeface="+mn-lt"/>
                  <a:ea typeface="+mn-ea"/>
                  <a:cs typeface="+mn-cs"/>
                </a:defRPr>
              </a:lvl8pPr>
              <a:lvl9pPr marL="3731482" indent="-219499" algn="l" defTabSz="877996" rtl="0" eaLnBrk="1" latinLnBrk="0" hangingPunct="1">
                <a:lnSpc>
                  <a:spcPct val="90000"/>
                </a:lnSpc>
                <a:spcBef>
                  <a:spcPts val="480"/>
                </a:spcBef>
                <a:buFont typeface="Arial" panose="020B0604020202020204" pitchFamily="34" charset="0"/>
                <a:buChar char="•"/>
                <a:defRPr sz="1729" kern="1200">
                  <a:solidFill>
                    <a:schemeClr val="tx1"/>
                  </a:solidFill>
                  <a:latin typeface="+mn-lt"/>
                  <a:ea typeface="+mn-ea"/>
                  <a:cs typeface="+mn-cs"/>
                </a:defRPr>
              </a:lvl9pPr>
            </a:lstStyle>
            <a:p>
              <a:pPr algn="ctr"/>
              <a:r>
                <a:rPr lang="de-DE" b="1" dirty="0">
                  <a:solidFill>
                    <a:schemeClr val="tx2"/>
                  </a:solidFill>
                </a:rPr>
                <a:t>Communication</a:t>
              </a:r>
            </a:p>
          </p:txBody>
        </p:sp>
        <p:sp>
          <p:nvSpPr>
            <p:cNvPr id="15" name="Text Placeholder 37">
              <a:extLst>
                <a:ext uri="{FF2B5EF4-FFF2-40B4-BE49-F238E27FC236}">
                  <a16:creationId xmlns:a16="http://schemas.microsoft.com/office/drawing/2014/main" id="{2C32B074-FFF4-24FD-0581-19AD54CA6780}"/>
                </a:ext>
              </a:extLst>
            </p:cNvPr>
            <p:cNvSpPr txBox="1">
              <a:spLocks/>
            </p:cNvSpPr>
            <p:nvPr/>
          </p:nvSpPr>
          <p:spPr>
            <a:xfrm>
              <a:off x="6084479" y="4603750"/>
              <a:ext cx="2305050" cy="314325"/>
            </a:xfrm>
            <a:prstGeom prst="rect">
              <a:avLst/>
            </a:prstGeom>
          </p:spPr>
          <p:txBody>
            <a:bodyPr vert="horz" wrap="square" lIns="0" tIns="0" rIns="0" bIns="0" rtlCol="0">
              <a:noAutofit/>
            </a:bodyPr>
            <a:lstStyle>
              <a:lvl1pPr marL="0" indent="0" algn="l" defTabSz="877996" rtl="0" eaLnBrk="1" latinLnBrk="0" hangingPunct="1">
                <a:lnSpc>
                  <a:spcPct val="100000"/>
                </a:lnSpc>
                <a:spcBef>
                  <a:spcPts val="600"/>
                </a:spcBef>
                <a:spcAft>
                  <a:spcPts val="600"/>
                </a:spcAft>
                <a:buClr>
                  <a:schemeClr val="tx1"/>
                </a:buClr>
                <a:buFont typeface="Arial" panose="020B0604020202020204" pitchFamily="34" charset="0"/>
                <a:buNone/>
                <a:defRPr sz="1600" b="0" i="0" kern="1200">
                  <a:solidFill>
                    <a:schemeClr val="tx2">
                      <a:lumMod val="65000"/>
                      <a:lumOff val="35000"/>
                    </a:schemeClr>
                  </a:solidFill>
                  <a:latin typeface="+mn-lt"/>
                  <a:ea typeface="Arial" panose="020B0604020202020204" pitchFamily="34" charset="0"/>
                  <a:cs typeface="VM Circular Chat Book Italic" panose="020B0604020101020102" pitchFamily="34" charset="77"/>
                </a:defRPr>
              </a:lvl1pPr>
              <a:lvl2pPr marL="270000" indent="-270000" algn="l" defTabSz="877996" rtl="0" eaLnBrk="1" latinLnBrk="0" hangingPunct="1">
                <a:lnSpc>
                  <a:spcPct val="100000"/>
                </a:lnSpc>
                <a:spcBef>
                  <a:spcPts val="600"/>
                </a:spcBef>
                <a:spcAft>
                  <a:spcPts val="600"/>
                </a:spcAft>
                <a:buClr>
                  <a:schemeClr val="tx2"/>
                </a:buClr>
                <a:buFont typeface="Arial" charset="0"/>
                <a:buChar char="•"/>
                <a:defRPr sz="1600" b="0" i="0" kern="1200">
                  <a:solidFill>
                    <a:schemeClr val="tx2">
                      <a:lumMod val="65000"/>
                      <a:lumOff val="35000"/>
                    </a:schemeClr>
                  </a:solidFill>
                  <a:latin typeface="+mn-lt"/>
                  <a:ea typeface="Arial" panose="020B0604020202020204" pitchFamily="34" charset="0"/>
                  <a:cs typeface="VM Circular Chat Book Italic" panose="020B0604020101020102" pitchFamily="34" charset="77"/>
                </a:defRPr>
              </a:lvl2pPr>
              <a:lvl3pPr marL="540000" indent="-270000" algn="l" defTabSz="877996" rtl="0" eaLnBrk="1" latinLnBrk="0" hangingPunct="1">
                <a:lnSpc>
                  <a:spcPct val="100000"/>
                </a:lnSpc>
                <a:spcBef>
                  <a:spcPts val="600"/>
                </a:spcBef>
                <a:spcAft>
                  <a:spcPts val="600"/>
                </a:spcAft>
                <a:buClr>
                  <a:schemeClr val="tx2"/>
                </a:buClr>
                <a:buFont typeface="Arial" panose="020B0604020202020204" pitchFamily="34" charset="0"/>
                <a:buChar char="•"/>
                <a:defRPr sz="1600" b="0" i="0" kern="1200">
                  <a:solidFill>
                    <a:schemeClr val="tx2">
                      <a:lumMod val="65000"/>
                      <a:lumOff val="35000"/>
                    </a:schemeClr>
                  </a:solidFill>
                  <a:latin typeface="+mn-lt"/>
                  <a:ea typeface="Arial" panose="020B0604020202020204" pitchFamily="34" charset="0"/>
                  <a:cs typeface="VM Circular Chat Book Italic" panose="020B0604020101020102" pitchFamily="34" charset="77"/>
                </a:defRPr>
              </a:lvl3pPr>
              <a:lvl4pPr marL="810000" indent="-270000" algn="l" defTabSz="877996" rtl="0" eaLnBrk="1" latinLnBrk="0" hangingPunct="1">
                <a:lnSpc>
                  <a:spcPct val="100000"/>
                </a:lnSpc>
                <a:spcBef>
                  <a:spcPts val="600"/>
                </a:spcBef>
                <a:spcAft>
                  <a:spcPts val="600"/>
                </a:spcAft>
                <a:buClr>
                  <a:schemeClr val="tx2"/>
                </a:buClr>
                <a:buFont typeface="Arial" charset="0"/>
                <a:buChar char="•"/>
                <a:defRPr sz="1400" b="0" i="0" kern="1200">
                  <a:solidFill>
                    <a:schemeClr val="tx2">
                      <a:lumMod val="65000"/>
                      <a:lumOff val="35000"/>
                    </a:schemeClr>
                  </a:solidFill>
                  <a:latin typeface="+mn-lt"/>
                  <a:ea typeface="Arial" panose="020B0604020202020204" pitchFamily="34" charset="0"/>
                  <a:cs typeface="VM Circular Chat Book Italic" panose="020B0604020101020102" pitchFamily="34" charset="77"/>
                </a:defRPr>
              </a:lvl4pPr>
              <a:lvl5pPr marL="1975490" indent="-219499" algn="l" defTabSz="877996" rtl="0" eaLnBrk="1" latinLnBrk="0" hangingPunct="1">
                <a:lnSpc>
                  <a:spcPct val="90000"/>
                </a:lnSpc>
                <a:spcBef>
                  <a:spcPts val="480"/>
                </a:spcBef>
                <a:buFont typeface="Arial" panose="020B0604020202020204" pitchFamily="34" charset="0"/>
                <a:buChar char="•"/>
                <a:defRPr sz="1729" kern="1200">
                  <a:solidFill>
                    <a:schemeClr val="tx1"/>
                  </a:solidFill>
                  <a:latin typeface="+mn-lt"/>
                  <a:ea typeface="+mn-ea"/>
                  <a:cs typeface="+mn-cs"/>
                </a:defRPr>
              </a:lvl5pPr>
              <a:lvl6pPr marL="2414489" indent="-219499" algn="l" defTabSz="877996" rtl="0" eaLnBrk="1" latinLnBrk="0" hangingPunct="1">
                <a:lnSpc>
                  <a:spcPct val="90000"/>
                </a:lnSpc>
                <a:spcBef>
                  <a:spcPts val="480"/>
                </a:spcBef>
                <a:buFont typeface="Arial" panose="020B0604020202020204" pitchFamily="34" charset="0"/>
                <a:buChar char="•"/>
                <a:defRPr sz="1729" kern="1200">
                  <a:solidFill>
                    <a:schemeClr val="tx1"/>
                  </a:solidFill>
                  <a:latin typeface="+mn-lt"/>
                  <a:ea typeface="+mn-ea"/>
                  <a:cs typeface="+mn-cs"/>
                </a:defRPr>
              </a:lvl6pPr>
              <a:lvl7pPr marL="2853487" indent="-219499" algn="l" defTabSz="877996" rtl="0" eaLnBrk="1" latinLnBrk="0" hangingPunct="1">
                <a:lnSpc>
                  <a:spcPct val="90000"/>
                </a:lnSpc>
                <a:spcBef>
                  <a:spcPts val="480"/>
                </a:spcBef>
                <a:buFont typeface="Arial" panose="020B0604020202020204" pitchFamily="34" charset="0"/>
                <a:buChar char="•"/>
                <a:defRPr sz="1729" kern="1200">
                  <a:solidFill>
                    <a:schemeClr val="tx1"/>
                  </a:solidFill>
                  <a:latin typeface="+mn-lt"/>
                  <a:ea typeface="+mn-ea"/>
                  <a:cs typeface="+mn-cs"/>
                </a:defRPr>
              </a:lvl7pPr>
              <a:lvl8pPr marL="3292484" indent="-219499" algn="l" defTabSz="877996" rtl="0" eaLnBrk="1" latinLnBrk="0" hangingPunct="1">
                <a:lnSpc>
                  <a:spcPct val="90000"/>
                </a:lnSpc>
                <a:spcBef>
                  <a:spcPts val="480"/>
                </a:spcBef>
                <a:buFont typeface="Arial" panose="020B0604020202020204" pitchFamily="34" charset="0"/>
                <a:buChar char="•"/>
                <a:defRPr sz="1729" kern="1200">
                  <a:solidFill>
                    <a:schemeClr val="tx1"/>
                  </a:solidFill>
                  <a:latin typeface="+mn-lt"/>
                  <a:ea typeface="+mn-ea"/>
                  <a:cs typeface="+mn-cs"/>
                </a:defRPr>
              </a:lvl8pPr>
              <a:lvl9pPr marL="3731482" indent="-219499" algn="l" defTabSz="877996" rtl="0" eaLnBrk="1" latinLnBrk="0" hangingPunct="1">
                <a:lnSpc>
                  <a:spcPct val="90000"/>
                </a:lnSpc>
                <a:spcBef>
                  <a:spcPts val="480"/>
                </a:spcBef>
                <a:buFont typeface="Arial" panose="020B0604020202020204" pitchFamily="34" charset="0"/>
                <a:buChar char="•"/>
                <a:defRPr sz="1729" kern="1200">
                  <a:solidFill>
                    <a:schemeClr val="tx1"/>
                  </a:solidFill>
                  <a:latin typeface="+mn-lt"/>
                  <a:ea typeface="+mn-ea"/>
                  <a:cs typeface="+mn-cs"/>
                </a:defRPr>
              </a:lvl9pPr>
            </a:lstStyle>
            <a:p>
              <a:pPr algn="ctr"/>
              <a:r>
                <a:rPr lang="de-DE" sz="1400" dirty="0">
                  <a:solidFill>
                    <a:schemeClr val="bg1">
                      <a:lumMod val="50000"/>
                    </a:schemeClr>
                  </a:solidFill>
                </a:rPr>
                <a:t>Sample </a:t>
              </a:r>
              <a:r>
                <a:rPr lang="de-DE" sz="1400" dirty="0" err="1">
                  <a:solidFill>
                    <a:schemeClr val="bg1">
                      <a:lumMod val="50000"/>
                    </a:schemeClr>
                  </a:solidFill>
                </a:rPr>
                <a:t>text</a:t>
              </a:r>
              <a:endParaRPr lang="en-US" sz="1280" dirty="0">
                <a:solidFill>
                  <a:srgbClr val="73737D"/>
                </a:solidFill>
                <a:cs typeface="On Air" panose="020F0503030404020204" pitchFamily="34" charset="77"/>
              </a:endParaRPr>
            </a:p>
          </p:txBody>
        </p:sp>
        <p:sp>
          <p:nvSpPr>
            <p:cNvPr id="16" name="TextBox 15">
              <a:extLst>
                <a:ext uri="{FF2B5EF4-FFF2-40B4-BE49-F238E27FC236}">
                  <a16:creationId xmlns:a16="http://schemas.microsoft.com/office/drawing/2014/main" id="{517F3D58-4742-3545-476A-876E2DBD7734}"/>
                </a:ext>
              </a:extLst>
            </p:cNvPr>
            <p:cNvSpPr txBox="1"/>
            <p:nvPr/>
          </p:nvSpPr>
          <p:spPr>
            <a:xfrm>
              <a:off x="3772127" y="2692608"/>
              <a:ext cx="1474079" cy="864773"/>
            </a:xfrm>
            <a:prstGeom prst="rect">
              <a:avLst/>
            </a:prstGeom>
            <a:noFill/>
          </p:spPr>
          <p:txBody>
            <a:bodyPr wrap="none" rtlCol="0" anchor="ctr">
              <a:spAutoFit/>
            </a:bodyPr>
            <a:lstStyle/>
            <a:p>
              <a:pPr algn="ctr"/>
              <a:r>
                <a:rPr lang="en-US" sz="4400">
                  <a:solidFill>
                    <a:srgbClr val="0050FF"/>
                  </a:solidFill>
                  <a:cs typeface="On Air" panose="020F0503030404020204" pitchFamily="34" charset="77"/>
                </a:rPr>
                <a:t>25%</a:t>
              </a:r>
            </a:p>
          </p:txBody>
        </p:sp>
        <p:sp>
          <p:nvSpPr>
            <p:cNvPr id="17" name="TextBox 16">
              <a:extLst>
                <a:ext uri="{FF2B5EF4-FFF2-40B4-BE49-F238E27FC236}">
                  <a16:creationId xmlns:a16="http://schemas.microsoft.com/office/drawing/2014/main" id="{6E70F2C9-F152-E8F9-839E-3C465BE1D253}"/>
                </a:ext>
              </a:extLst>
            </p:cNvPr>
            <p:cNvSpPr txBox="1"/>
            <p:nvPr/>
          </p:nvSpPr>
          <p:spPr>
            <a:xfrm>
              <a:off x="6444116" y="2692608"/>
              <a:ext cx="1585779" cy="864773"/>
            </a:xfrm>
            <a:prstGeom prst="rect">
              <a:avLst/>
            </a:prstGeom>
            <a:noFill/>
          </p:spPr>
          <p:txBody>
            <a:bodyPr wrap="none" rtlCol="0" anchor="ctr">
              <a:spAutoFit/>
            </a:bodyPr>
            <a:lstStyle/>
            <a:p>
              <a:pPr algn="ctr"/>
              <a:r>
                <a:rPr lang="en-US" sz="4400">
                  <a:solidFill>
                    <a:srgbClr val="0050FF"/>
                  </a:solidFill>
                  <a:cs typeface="On Air" panose="020F0503030404020204" pitchFamily="34" charset="77"/>
                </a:rPr>
                <a:t>80%</a:t>
              </a:r>
            </a:p>
          </p:txBody>
        </p:sp>
        <p:sp>
          <p:nvSpPr>
            <p:cNvPr id="18" name="TextBox 17">
              <a:extLst>
                <a:ext uri="{FF2B5EF4-FFF2-40B4-BE49-F238E27FC236}">
                  <a16:creationId xmlns:a16="http://schemas.microsoft.com/office/drawing/2014/main" id="{F5023497-8E88-A0C3-B636-F4316ADFE96E}"/>
                </a:ext>
              </a:extLst>
            </p:cNvPr>
            <p:cNvSpPr txBox="1"/>
            <p:nvPr/>
          </p:nvSpPr>
          <p:spPr>
            <a:xfrm>
              <a:off x="9210822" y="2692608"/>
              <a:ext cx="1555150" cy="864773"/>
            </a:xfrm>
            <a:prstGeom prst="rect">
              <a:avLst/>
            </a:prstGeom>
            <a:noFill/>
          </p:spPr>
          <p:txBody>
            <a:bodyPr wrap="none" rtlCol="0" anchor="ctr">
              <a:spAutoFit/>
            </a:bodyPr>
            <a:lstStyle/>
            <a:p>
              <a:pPr algn="ctr"/>
              <a:r>
                <a:rPr lang="en-US" sz="4400">
                  <a:solidFill>
                    <a:srgbClr val="0050FF"/>
                  </a:solidFill>
                  <a:cs typeface="On Air" panose="020F0503030404020204" pitchFamily="34" charset="77"/>
                </a:rPr>
                <a:t>50%</a:t>
              </a:r>
            </a:p>
          </p:txBody>
        </p:sp>
        <p:sp>
          <p:nvSpPr>
            <p:cNvPr id="19" name="TextBox 18">
              <a:extLst>
                <a:ext uri="{FF2B5EF4-FFF2-40B4-BE49-F238E27FC236}">
                  <a16:creationId xmlns:a16="http://schemas.microsoft.com/office/drawing/2014/main" id="{AE8836F9-D888-0BF2-E03D-A8BB687D1967}"/>
                </a:ext>
              </a:extLst>
            </p:cNvPr>
            <p:cNvSpPr txBox="1"/>
            <p:nvPr/>
          </p:nvSpPr>
          <p:spPr>
            <a:xfrm>
              <a:off x="1040735" y="2692608"/>
              <a:ext cx="1479483" cy="864773"/>
            </a:xfrm>
            <a:prstGeom prst="rect">
              <a:avLst/>
            </a:prstGeom>
            <a:noFill/>
          </p:spPr>
          <p:txBody>
            <a:bodyPr wrap="none" rtlCol="0" anchor="ctr">
              <a:spAutoFit/>
            </a:bodyPr>
            <a:lstStyle/>
            <a:p>
              <a:pPr algn="ctr"/>
              <a:r>
                <a:rPr lang="en-US" sz="4400" dirty="0">
                  <a:solidFill>
                    <a:srgbClr val="0050FF"/>
                  </a:solidFill>
                  <a:cs typeface="On Air" panose="020F0503030404020204" pitchFamily="34" charset="77"/>
                </a:rPr>
                <a:t>75%</a:t>
              </a:r>
            </a:p>
          </p:txBody>
        </p:sp>
        <p:sp>
          <p:nvSpPr>
            <p:cNvPr id="20" name="Text Placeholder 31">
              <a:extLst>
                <a:ext uri="{FF2B5EF4-FFF2-40B4-BE49-F238E27FC236}">
                  <a16:creationId xmlns:a16="http://schemas.microsoft.com/office/drawing/2014/main" id="{25FD58E6-FECD-1708-156A-59C8BA3BD621}"/>
                </a:ext>
              </a:extLst>
            </p:cNvPr>
            <p:cNvSpPr txBox="1">
              <a:spLocks/>
            </p:cNvSpPr>
            <p:nvPr/>
          </p:nvSpPr>
          <p:spPr>
            <a:xfrm>
              <a:off x="3336445" y="4271963"/>
              <a:ext cx="2305050" cy="292100"/>
            </a:xfrm>
            <a:prstGeom prst="rect">
              <a:avLst/>
            </a:prstGeom>
          </p:spPr>
          <p:txBody>
            <a:bodyPr vert="horz" wrap="square" lIns="0" tIns="0" rIns="0" bIns="0" rtlCol="0">
              <a:noAutofit/>
            </a:bodyPr>
            <a:lstStyle>
              <a:lvl1pPr marL="0" indent="0" algn="l" defTabSz="877996" rtl="0" eaLnBrk="1" latinLnBrk="0" hangingPunct="1">
                <a:lnSpc>
                  <a:spcPct val="100000"/>
                </a:lnSpc>
                <a:spcBef>
                  <a:spcPts val="600"/>
                </a:spcBef>
                <a:spcAft>
                  <a:spcPts val="600"/>
                </a:spcAft>
                <a:buClr>
                  <a:schemeClr val="tx1"/>
                </a:buClr>
                <a:buFont typeface="Arial" panose="020B0604020202020204" pitchFamily="34" charset="0"/>
                <a:buNone/>
                <a:defRPr sz="1600" b="0" i="0" kern="1200">
                  <a:solidFill>
                    <a:schemeClr val="tx2">
                      <a:lumMod val="65000"/>
                      <a:lumOff val="35000"/>
                    </a:schemeClr>
                  </a:solidFill>
                  <a:latin typeface="+mn-lt"/>
                  <a:ea typeface="Arial" panose="020B0604020202020204" pitchFamily="34" charset="0"/>
                  <a:cs typeface="VM Circular Chat Book Italic" panose="020B0604020101020102" pitchFamily="34" charset="77"/>
                </a:defRPr>
              </a:lvl1pPr>
              <a:lvl2pPr marL="270000" indent="-270000" algn="l" defTabSz="877996" rtl="0" eaLnBrk="1" latinLnBrk="0" hangingPunct="1">
                <a:lnSpc>
                  <a:spcPct val="100000"/>
                </a:lnSpc>
                <a:spcBef>
                  <a:spcPts val="600"/>
                </a:spcBef>
                <a:spcAft>
                  <a:spcPts val="600"/>
                </a:spcAft>
                <a:buClr>
                  <a:schemeClr val="tx2"/>
                </a:buClr>
                <a:buFont typeface="Arial" charset="0"/>
                <a:buChar char="•"/>
                <a:defRPr sz="1600" b="0" i="0" kern="1200">
                  <a:solidFill>
                    <a:schemeClr val="tx2">
                      <a:lumMod val="65000"/>
                      <a:lumOff val="35000"/>
                    </a:schemeClr>
                  </a:solidFill>
                  <a:latin typeface="+mn-lt"/>
                  <a:ea typeface="Arial" panose="020B0604020202020204" pitchFamily="34" charset="0"/>
                  <a:cs typeface="VM Circular Chat Book Italic" panose="020B0604020101020102" pitchFamily="34" charset="77"/>
                </a:defRPr>
              </a:lvl2pPr>
              <a:lvl3pPr marL="540000" indent="-270000" algn="l" defTabSz="877996" rtl="0" eaLnBrk="1" latinLnBrk="0" hangingPunct="1">
                <a:lnSpc>
                  <a:spcPct val="100000"/>
                </a:lnSpc>
                <a:spcBef>
                  <a:spcPts val="600"/>
                </a:spcBef>
                <a:spcAft>
                  <a:spcPts val="600"/>
                </a:spcAft>
                <a:buClr>
                  <a:schemeClr val="tx2"/>
                </a:buClr>
                <a:buFont typeface="Arial" panose="020B0604020202020204" pitchFamily="34" charset="0"/>
                <a:buChar char="•"/>
                <a:defRPr sz="1600" b="0" i="0" kern="1200">
                  <a:solidFill>
                    <a:schemeClr val="tx2">
                      <a:lumMod val="65000"/>
                      <a:lumOff val="35000"/>
                    </a:schemeClr>
                  </a:solidFill>
                  <a:latin typeface="+mn-lt"/>
                  <a:ea typeface="Arial" panose="020B0604020202020204" pitchFamily="34" charset="0"/>
                  <a:cs typeface="VM Circular Chat Book Italic" panose="020B0604020101020102" pitchFamily="34" charset="77"/>
                </a:defRPr>
              </a:lvl3pPr>
              <a:lvl4pPr marL="810000" indent="-270000" algn="l" defTabSz="877996" rtl="0" eaLnBrk="1" latinLnBrk="0" hangingPunct="1">
                <a:lnSpc>
                  <a:spcPct val="100000"/>
                </a:lnSpc>
                <a:spcBef>
                  <a:spcPts val="600"/>
                </a:spcBef>
                <a:spcAft>
                  <a:spcPts val="600"/>
                </a:spcAft>
                <a:buClr>
                  <a:schemeClr val="tx2"/>
                </a:buClr>
                <a:buFont typeface="Arial" charset="0"/>
                <a:buChar char="•"/>
                <a:defRPr sz="1400" b="0" i="0" kern="1200">
                  <a:solidFill>
                    <a:schemeClr val="tx2">
                      <a:lumMod val="65000"/>
                      <a:lumOff val="35000"/>
                    </a:schemeClr>
                  </a:solidFill>
                  <a:latin typeface="+mn-lt"/>
                  <a:ea typeface="Arial" panose="020B0604020202020204" pitchFamily="34" charset="0"/>
                  <a:cs typeface="VM Circular Chat Book Italic" panose="020B0604020101020102" pitchFamily="34" charset="77"/>
                </a:defRPr>
              </a:lvl4pPr>
              <a:lvl5pPr marL="1975490" indent="-219499" algn="l" defTabSz="877996" rtl="0" eaLnBrk="1" latinLnBrk="0" hangingPunct="1">
                <a:lnSpc>
                  <a:spcPct val="90000"/>
                </a:lnSpc>
                <a:spcBef>
                  <a:spcPts val="480"/>
                </a:spcBef>
                <a:buFont typeface="Arial" panose="020B0604020202020204" pitchFamily="34" charset="0"/>
                <a:buChar char="•"/>
                <a:defRPr sz="1729" kern="1200">
                  <a:solidFill>
                    <a:schemeClr val="tx1"/>
                  </a:solidFill>
                  <a:latin typeface="+mn-lt"/>
                  <a:ea typeface="+mn-ea"/>
                  <a:cs typeface="+mn-cs"/>
                </a:defRPr>
              </a:lvl5pPr>
              <a:lvl6pPr marL="2414489" indent="-219499" algn="l" defTabSz="877996" rtl="0" eaLnBrk="1" latinLnBrk="0" hangingPunct="1">
                <a:lnSpc>
                  <a:spcPct val="90000"/>
                </a:lnSpc>
                <a:spcBef>
                  <a:spcPts val="480"/>
                </a:spcBef>
                <a:buFont typeface="Arial" panose="020B0604020202020204" pitchFamily="34" charset="0"/>
                <a:buChar char="•"/>
                <a:defRPr sz="1729" kern="1200">
                  <a:solidFill>
                    <a:schemeClr val="tx1"/>
                  </a:solidFill>
                  <a:latin typeface="+mn-lt"/>
                  <a:ea typeface="+mn-ea"/>
                  <a:cs typeface="+mn-cs"/>
                </a:defRPr>
              </a:lvl6pPr>
              <a:lvl7pPr marL="2853487" indent="-219499" algn="l" defTabSz="877996" rtl="0" eaLnBrk="1" latinLnBrk="0" hangingPunct="1">
                <a:lnSpc>
                  <a:spcPct val="90000"/>
                </a:lnSpc>
                <a:spcBef>
                  <a:spcPts val="480"/>
                </a:spcBef>
                <a:buFont typeface="Arial" panose="020B0604020202020204" pitchFamily="34" charset="0"/>
                <a:buChar char="•"/>
                <a:defRPr sz="1729" kern="1200">
                  <a:solidFill>
                    <a:schemeClr val="tx1"/>
                  </a:solidFill>
                  <a:latin typeface="+mn-lt"/>
                  <a:ea typeface="+mn-ea"/>
                  <a:cs typeface="+mn-cs"/>
                </a:defRPr>
              </a:lvl7pPr>
              <a:lvl8pPr marL="3292484" indent="-219499" algn="l" defTabSz="877996" rtl="0" eaLnBrk="1" latinLnBrk="0" hangingPunct="1">
                <a:lnSpc>
                  <a:spcPct val="90000"/>
                </a:lnSpc>
                <a:spcBef>
                  <a:spcPts val="480"/>
                </a:spcBef>
                <a:buFont typeface="Arial" panose="020B0604020202020204" pitchFamily="34" charset="0"/>
                <a:buChar char="•"/>
                <a:defRPr sz="1729" kern="1200">
                  <a:solidFill>
                    <a:schemeClr val="tx1"/>
                  </a:solidFill>
                  <a:latin typeface="+mn-lt"/>
                  <a:ea typeface="+mn-ea"/>
                  <a:cs typeface="+mn-cs"/>
                </a:defRPr>
              </a:lvl8pPr>
              <a:lvl9pPr marL="3731482" indent="-219499" algn="l" defTabSz="877996" rtl="0" eaLnBrk="1" latinLnBrk="0" hangingPunct="1">
                <a:lnSpc>
                  <a:spcPct val="90000"/>
                </a:lnSpc>
                <a:spcBef>
                  <a:spcPts val="480"/>
                </a:spcBef>
                <a:buFont typeface="Arial" panose="020B0604020202020204" pitchFamily="34" charset="0"/>
                <a:buChar char="•"/>
                <a:defRPr sz="1729" kern="1200">
                  <a:solidFill>
                    <a:schemeClr val="tx1"/>
                  </a:solidFill>
                  <a:latin typeface="+mn-lt"/>
                  <a:ea typeface="+mn-ea"/>
                  <a:cs typeface="+mn-cs"/>
                </a:defRPr>
              </a:lvl9pPr>
            </a:lstStyle>
            <a:p>
              <a:pPr algn="ctr"/>
              <a:r>
                <a:rPr lang="de-DE" b="1" dirty="0">
                  <a:solidFill>
                    <a:schemeClr val="tx2"/>
                  </a:solidFill>
                </a:rPr>
                <a:t>Mobile</a:t>
              </a:r>
              <a:endParaRPr lang="en-US" b="1" dirty="0">
                <a:solidFill>
                  <a:schemeClr val="tx2"/>
                </a:solidFill>
                <a:latin typeface="+mj-lt"/>
                <a:cs typeface="On Air" panose="020F0503030404020204" pitchFamily="34" charset="77"/>
              </a:endParaRPr>
            </a:p>
          </p:txBody>
        </p:sp>
        <p:sp>
          <p:nvSpPr>
            <p:cNvPr id="21" name="Text Placeholder 32">
              <a:extLst>
                <a:ext uri="{FF2B5EF4-FFF2-40B4-BE49-F238E27FC236}">
                  <a16:creationId xmlns:a16="http://schemas.microsoft.com/office/drawing/2014/main" id="{C3036C8A-24E7-B518-987A-7E6333B4EE72}"/>
                </a:ext>
              </a:extLst>
            </p:cNvPr>
            <p:cNvSpPr txBox="1">
              <a:spLocks/>
            </p:cNvSpPr>
            <p:nvPr/>
          </p:nvSpPr>
          <p:spPr>
            <a:xfrm>
              <a:off x="628744" y="4603750"/>
              <a:ext cx="2303463" cy="314325"/>
            </a:xfrm>
            <a:prstGeom prst="rect">
              <a:avLst/>
            </a:prstGeom>
          </p:spPr>
          <p:txBody>
            <a:bodyPr vert="horz" wrap="square" lIns="0" tIns="0" rIns="0" bIns="0" rtlCol="0">
              <a:noAutofit/>
            </a:bodyPr>
            <a:lstStyle>
              <a:lvl1pPr marL="0" indent="0" algn="l" defTabSz="877996" rtl="0" eaLnBrk="1" latinLnBrk="0" hangingPunct="1">
                <a:lnSpc>
                  <a:spcPct val="100000"/>
                </a:lnSpc>
                <a:spcBef>
                  <a:spcPts val="600"/>
                </a:spcBef>
                <a:spcAft>
                  <a:spcPts val="600"/>
                </a:spcAft>
                <a:buClr>
                  <a:schemeClr val="tx1"/>
                </a:buClr>
                <a:buFont typeface="Arial" panose="020B0604020202020204" pitchFamily="34" charset="0"/>
                <a:buNone/>
                <a:defRPr sz="1600" b="0" i="0" kern="1200">
                  <a:solidFill>
                    <a:schemeClr val="tx2">
                      <a:lumMod val="65000"/>
                      <a:lumOff val="35000"/>
                    </a:schemeClr>
                  </a:solidFill>
                  <a:latin typeface="+mn-lt"/>
                  <a:ea typeface="Arial" panose="020B0604020202020204" pitchFamily="34" charset="0"/>
                  <a:cs typeface="VM Circular Chat Book Italic" panose="020B0604020101020102" pitchFamily="34" charset="77"/>
                </a:defRPr>
              </a:lvl1pPr>
              <a:lvl2pPr marL="270000" indent="-270000" algn="l" defTabSz="877996" rtl="0" eaLnBrk="1" latinLnBrk="0" hangingPunct="1">
                <a:lnSpc>
                  <a:spcPct val="100000"/>
                </a:lnSpc>
                <a:spcBef>
                  <a:spcPts val="600"/>
                </a:spcBef>
                <a:spcAft>
                  <a:spcPts val="600"/>
                </a:spcAft>
                <a:buClr>
                  <a:schemeClr val="tx2"/>
                </a:buClr>
                <a:buFont typeface="Arial" charset="0"/>
                <a:buChar char="•"/>
                <a:defRPr sz="1600" b="0" i="0" kern="1200">
                  <a:solidFill>
                    <a:schemeClr val="tx2">
                      <a:lumMod val="65000"/>
                      <a:lumOff val="35000"/>
                    </a:schemeClr>
                  </a:solidFill>
                  <a:latin typeface="+mn-lt"/>
                  <a:ea typeface="Arial" panose="020B0604020202020204" pitchFamily="34" charset="0"/>
                  <a:cs typeface="VM Circular Chat Book Italic" panose="020B0604020101020102" pitchFamily="34" charset="77"/>
                </a:defRPr>
              </a:lvl2pPr>
              <a:lvl3pPr marL="540000" indent="-270000" algn="l" defTabSz="877996" rtl="0" eaLnBrk="1" latinLnBrk="0" hangingPunct="1">
                <a:lnSpc>
                  <a:spcPct val="100000"/>
                </a:lnSpc>
                <a:spcBef>
                  <a:spcPts val="600"/>
                </a:spcBef>
                <a:spcAft>
                  <a:spcPts val="600"/>
                </a:spcAft>
                <a:buClr>
                  <a:schemeClr val="tx2"/>
                </a:buClr>
                <a:buFont typeface="Arial" panose="020B0604020202020204" pitchFamily="34" charset="0"/>
                <a:buChar char="•"/>
                <a:defRPr sz="1600" b="0" i="0" kern="1200">
                  <a:solidFill>
                    <a:schemeClr val="tx2">
                      <a:lumMod val="65000"/>
                      <a:lumOff val="35000"/>
                    </a:schemeClr>
                  </a:solidFill>
                  <a:latin typeface="+mn-lt"/>
                  <a:ea typeface="Arial" panose="020B0604020202020204" pitchFamily="34" charset="0"/>
                  <a:cs typeface="VM Circular Chat Book Italic" panose="020B0604020101020102" pitchFamily="34" charset="77"/>
                </a:defRPr>
              </a:lvl3pPr>
              <a:lvl4pPr marL="810000" indent="-270000" algn="l" defTabSz="877996" rtl="0" eaLnBrk="1" latinLnBrk="0" hangingPunct="1">
                <a:lnSpc>
                  <a:spcPct val="100000"/>
                </a:lnSpc>
                <a:spcBef>
                  <a:spcPts val="600"/>
                </a:spcBef>
                <a:spcAft>
                  <a:spcPts val="600"/>
                </a:spcAft>
                <a:buClr>
                  <a:schemeClr val="tx2"/>
                </a:buClr>
                <a:buFont typeface="Arial" charset="0"/>
                <a:buChar char="•"/>
                <a:defRPr sz="1400" b="0" i="0" kern="1200">
                  <a:solidFill>
                    <a:schemeClr val="tx2">
                      <a:lumMod val="65000"/>
                      <a:lumOff val="35000"/>
                    </a:schemeClr>
                  </a:solidFill>
                  <a:latin typeface="+mn-lt"/>
                  <a:ea typeface="Arial" panose="020B0604020202020204" pitchFamily="34" charset="0"/>
                  <a:cs typeface="VM Circular Chat Book Italic" panose="020B0604020101020102" pitchFamily="34" charset="77"/>
                </a:defRPr>
              </a:lvl4pPr>
              <a:lvl5pPr marL="1975490" indent="-219499" algn="l" defTabSz="877996" rtl="0" eaLnBrk="1" latinLnBrk="0" hangingPunct="1">
                <a:lnSpc>
                  <a:spcPct val="90000"/>
                </a:lnSpc>
                <a:spcBef>
                  <a:spcPts val="480"/>
                </a:spcBef>
                <a:buFont typeface="Arial" panose="020B0604020202020204" pitchFamily="34" charset="0"/>
                <a:buChar char="•"/>
                <a:defRPr sz="1729" kern="1200">
                  <a:solidFill>
                    <a:schemeClr val="tx1"/>
                  </a:solidFill>
                  <a:latin typeface="+mn-lt"/>
                  <a:ea typeface="+mn-ea"/>
                  <a:cs typeface="+mn-cs"/>
                </a:defRPr>
              </a:lvl5pPr>
              <a:lvl6pPr marL="2414489" indent="-219499" algn="l" defTabSz="877996" rtl="0" eaLnBrk="1" latinLnBrk="0" hangingPunct="1">
                <a:lnSpc>
                  <a:spcPct val="90000"/>
                </a:lnSpc>
                <a:spcBef>
                  <a:spcPts val="480"/>
                </a:spcBef>
                <a:buFont typeface="Arial" panose="020B0604020202020204" pitchFamily="34" charset="0"/>
                <a:buChar char="•"/>
                <a:defRPr sz="1729" kern="1200">
                  <a:solidFill>
                    <a:schemeClr val="tx1"/>
                  </a:solidFill>
                  <a:latin typeface="+mn-lt"/>
                  <a:ea typeface="+mn-ea"/>
                  <a:cs typeface="+mn-cs"/>
                </a:defRPr>
              </a:lvl6pPr>
              <a:lvl7pPr marL="2853487" indent="-219499" algn="l" defTabSz="877996" rtl="0" eaLnBrk="1" latinLnBrk="0" hangingPunct="1">
                <a:lnSpc>
                  <a:spcPct val="90000"/>
                </a:lnSpc>
                <a:spcBef>
                  <a:spcPts val="480"/>
                </a:spcBef>
                <a:buFont typeface="Arial" panose="020B0604020202020204" pitchFamily="34" charset="0"/>
                <a:buChar char="•"/>
                <a:defRPr sz="1729" kern="1200">
                  <a:solidFill>
                    <a:schemeClr val="tx1"/>
                  </a:solidFill>
                  <a:latin typeface="+mn-lt"/>
                  <a:ea typeface="+mn-ea"/>
                  <a:cs typeface="+mn-cs"/>
                </a:defRPr>
              </a:lvl7pPr>
              <a:lvl8pPr marL="3292484" indent="-219499" algn="l" defTabSz="877996" rtl="0" eaLnBrk="1" latinLnBrk="0" hangingPunct="1">
                <a:lnSpc>
                  <a:spcPct val="90000"/>
                </a:lnSpc>
                <a:spcBef>
                  <a:spcPts val="480"/>
                </a:spcBef>
                <a:buFont typeface="Arial" panose="020B0604020202020204" pitchFamily="34" charset="0"/>
                <a:buChar char="•"/>
                <a:defRPr sz="1729" kern="1200">
                  <a:solidFill>
                    <a:schemeClr val="tx1"/>
                  </a:solidFill>
                  <a:latin typeface="+mn-lt"/>
                  <a:ea typeface="+mn-ea"/>
                  <a:cs typeface="+mn-cs"/>
                </a:defRPr>
              </a:lvl8pPr>
              <a:lvl9pPr marL="3731482" indent="-219499" algn="l" defTabSz="877996" rtl="0" eaLnBrk="1" latinLnBrk="0" hangingPunct="1">
                <a:lnSpc>
                  <a:spcPct val="90000"/>
                </a:lnSpc>
                <a:spcBef>
                  <a:spcPts val="480"/>
                </a:spcBef>
                <a:buFont typeface="Arial" panose="020B0604020202020204" pitchFamily="34" charset="0"/>
                <a:buChar char="•"/>
                <a:defRPr sz="1729" kern="1200">
                  <a:solidFill>
                    <a:schemeClr val="tx1"/>
                  </a:solidFill>
                  <a:latin typeface="+mn-lt"/>
                  <a:ea typeface="+mn-ea"/>
                  <a:cs typeface="+mn-cs"/>
                </a:defRPr>
              </a:lvl9pPr>
            </a:lstStyle>
            <a:p>
              <a:pPr algn="ctr"/>
              <a:r>
                <a:rPr lang="de-DE" sz="1400" dirty="0">
                  <a:solidFill>
                    <a:schemeClr val="bg1">
                      <a:lumMod val="50000"/>
                    </a:schemeClr>
                  </a:solidFill>
                </a:rPr>
                <a:t>Sample </a:t>
              </a:r>
              <a:r>
                <a:rPr lang="de-DE" sz="1400" dirty="0" err="1">
                  <a:solidFill>
                    <a:schemeClr val="bg1">
                      <a:lumMod val="50000"/>
                    </a:schemeClr>
                  </a:solidFill>
                </a:rPr>
                <a:t>text</a:t>
              </a:r>
              <a:endParaRPr lang="en-US" sz="1280" dirty="0">
                <a:solidFill>
                  <a:srgbClr val="73737D"/>
                </a:solidFill>
                <a:cs typeface="On Air" panose="020F0503030404020204" pitchFamily="34" charset="77"/>
              </a:endParaRPr>
            </a:p>
          </p:txBody>
        </p:sp>
      </p:grpSp>
      <p:grpSp>
        <p:nvGrpSpPr>
          <p:cNvPr id="22" name="Group 21">
            <a:extLst>
              <a:ext uri="{FF2B5EF4-FFF2-40B4-BE49-F238E27FC236}">
                <a16:creationId xmlns:a16="http://schemas.microsoft.com/office/drawing/2014/main" id="{AF06BD6D-2A48-BA2C-BC3C-6A4AB976F44D}"/>
              </a:ext>
            </a:extLst>
          </p:cNvPr>
          <p:cNvGrpSpPr/>
          <p:nvPr/>
        </p:nvGrpSpPr>
        <p:grpSpPr>
          <a:xfrm>
            <a:off x="1402543" y="1052990"/>
            <a:ext cx="9407484" cy="2621675"/>
            <a:chOff x="590996" y="1978025"/>
            <a:chExt cx="10549926" cy="2940050"/>
          </a:xfrm>
        </p:grpSpPr>
        <p:graphicFrame>
          <p:nvGraphicFramePr>
            <p:cNvPr id="23" name="Chart Placeholder 34">
              <a:extLst>
                <a:ext uri="{FF2B5EF4-FFF2-40B4-BE49-F238E27FC236}">
                  <a16:creationId xmlns:a16="http://schemas.microsoft.com/office/drawing/2014/main" id="{95296627-0B7E-41C2-F306-4DE80A6BDB6C}"/>
                </a:ext>
              </a:extLst>
            </p:cNvPr>
            <p:cNvGraphicFramePr>
              <a:graphicFrameLocks/>
            </p:cNvGraphicFramePr>
            <p:nvPr/>
          </p:nvGraphicFramePr>
          <p:xfrm>
            <a:off x="6084479" y="1978025"/>
            <a:ext cx="2305050" cy="2303463"/>
          </p:xfrm>
          <a:graphic>
            <a:graphicData uri="http://schemas.openxmlformats.org/drawingml/2006/chart">
              <c:chart xmlns:c="http://schemas.openxmlformats.org/drawingml/2006/chart" xmlns:r="http://schemas.openxmlformats.org/officeDocument/2006/relationships" r:id="rId6"/>
            </a:graphicData>
          </a:graphic>
        </p:graphicFrame>
        <p:sp>
          <p:nvSpPr>
            <p:cNvPr id="24" name="Text Placeholder 32">
              <a:extLst>
                <a:ext uri="{FF2B5EF4-FFF2-40B4-BE49-F238E27FC236}">
                  <a16:creationId xmlns:a16="http://schemas.microsoft.com/office/drawing/2014/main" id="{829DF12D-C202-7AB1-F728-ABD7D23C03CA}"/>
                </a:ext>
              </a:extLst>
            </p:cNvPr>
            <p:cNvSpPr txBox="1">
              <a:spLocks/>
            </p:cNvSpPr>
            <p:nvPr/>
          </p:nvSpPr>
          <p:spPr>
            <a:xfrm>
              <a:off x="3337239" y="4603750"/>
              <a:ext cx="2303463" cy="314325"/>
            </a:xfrm>
            <a:prstGeom prst="rect">
              <a:avLst/>
            </a:prstGeom>
          </p:spPr>
          <p:txBody>
            <a:bodyPr vert="horz" wrap="square" lIns="0" tIns="0" rIns="0" bIns="0" rtlCol="0">
              <a:noAutofit/>
            </a:bodyPr>
            <a:lstStyle>
              <a:lvl1pPr marL="0" indent="0" algn="l" defTabSz="877996" rtl="0" eaLnBrk="1" latinLnBrk="0" hangingPunct="1">
                <a:lnSpc>
                  <a:spcPct val="100000"/>
                </a:lnSpc>
                <a:spcBef>
                  <a:spcPts val="600"/>
                </a:spcBef>
                <a:spcAft>
                  <a:spcPts val="600"/>
                </a:spcAft>
                <a:buClr>
                  <a:schemeClr val="tx1"/>
                </a:buClr>
                <a:buFont typeface="Arial" panose="020B0604020202020204" pitchFamily="34" charset="0"/>
                <a:buNone/>
                <a:defRPr sz="1600" b="0" i="0" kern="1200">
                  <a:solidFill>
                    <a:schemeClr val="tx2">
                      <a:lumMod val="65000"/>
                      <a:lumOff val="35000"/>
                    </a:schemeClr>
                  </a:solidFill>
                  <a:latin typeface="+mn-lt"/>
                  <a:ea typeface="Arial" panose="020B0604020202020204" pitchFamily="34" charset="0"/>
                  <a:cs typeface="VM Circular Chat Book Italic" panose="020B0604020101020102" pitchFamily="34" charset="77"/>
                </a:defRPr>
              </a:lvl1pPr>
              <a:lvl2pPr marL="270000" indent="-270000" algn="l" defTabSz="877996" rtl="0" eaLnBrk="1" latinLnBrk="0" hangingPunct="1">
                <a:lnSpc>
                  <a:spcPct val="100000"/>
                </a:lnSpc>
                <a:spcBef>
                  <a:spcPts val="600"/>
                </a:spcBef>
                <a:spcAft>
                  <a:spcPts val="600"/>
                </a:spcAft>
                <a:buClr>
                  <a:schemeClr val="tx2"/>
                </a:buClr>
                <a:buFont typeface="Arial" charset="0"/>
                <a:buChar char="•"/>
                <a:defRPr sz="1600" b="0" i="0" kern="1200">
                  <a:solidFill>
                    <a:schemeClr val="tx2">
                      <a:lumMod val="65000"/>
                      <a:lumOff val="35000"/>
                    </a:schemeClr>
                  </a:solidFill>
                  <a:latin typeface="+mn-lt"/>
                  <a:ea typeface="Arial" panose="020B0604020202020204" pitchFamily="34" charset="0"/>
                  <a:cs typeface="VM Circular Chat Book Italic" panose="020B0604020101020102" pitchFamily="34" charset="77"/>
                </a:defRPr>
              </a:lvl2pPr>
              <a:lvl3pPr marL="540000" indent="-270000" algn="l" defTabSz="877996" rtl="0" eaLnBrk="1" latinLnBrk="0" hangingPunct="1">
                <a:lnSpc>
                  <a:spcPct val="100000"/>
                </a:lnSpc>
                <a:spcBef>
                  <a:spcPts val="600"/>
                </a:spcBef>
                <a:spcAft>
                  <a:spcPts val="600"/>
                </a:spcAft>
                <a:buClr>
                  <a:schemeClr val="tx2"/>
                </a:buClr>
                <a:buFont typeface="Arial" panose="020B0604020202020204" pitchFamily="34" charset="0"/>
                <a:buChar char="•"/>
                <a:defRPr sz="1600" b="0" i="0" kern="1200">
                  <a:solidFill>
                    <a:schemeClr val="tx2">
                      <a:lumMod val="65000"/>
                      <a:lumOff val="35000"/>
                    </a:schemeClr>
                  </a:solidFill>
                  <a:latin typeface="+mn-lt"/>
                  <a:ea typeface="Arial" panose="020B0604020202020204" pitchFamily="34" charset="0"/>
                  <a:cs typeface="VM Circular Chat Book Italic" panose="020B0604020101020102" pitchFamily="34" charset="77"/>
                </a:defRPr>
              </a:lvl3pPr>
              <a:lvl4pPr marL="810000" indent="-270000" algn="l" defTabSz="877996" rtl="0" eaLnBrk="1" latinLnBrk="0" hangingPunct="1">
                <a:lnSpc>
                  <a:spcPct val="100000"/>
                </a:lnSpc>
                <a:spcBef>
                  <a:spcPts val="600"/>
                </a:spcBef>
                <a:spcAft>
                  <a:spcPts val="600"/>
                </a:spcAft>
                <a:buClr>
                  <a:schemeClr val="tx2"/>
                </a:buClr>
                <a:buFont typeface="Arial" charset="0"/>
                <a:buChar char="•"/>
                <a:defRPr sz="1400" b="0" i="0" kern="1200">
                  <a:solidFill>
                    <a:schemeClr val="tx2">
                      <a:lumMod val="65000"/>
                      <a:lumOff val="35000"/>
                    </a:schemeClr>
                  </a:solidFill>
                  <a:latin typeface="+mn-lt"/>
                  <a:ea typeface="Arial" panose="020B0604020202020204" pitchFamily="34" charset="0"/>
                  <a:cs typeface="VM Circular Chat Book Italic" panose="020B0604020101020102" pitchFamily="34" charset="77"/>
                </a:defRPr>
              </a:lvl4pPr>
              <a:lvl5pPr marL="1975490" indent="-219499" algn="l" defTabSz="877996" rtl="0" eaLnBrk="1" latinLnBrk="0" hangingPunct="1">
                <a:lnSpc>
                  <a:spcPct val="90000"/>
                </a:lnSpc>
                <a:spcBef>
                  <a:spcPts val="480"/>
                </a:spcBef>
                <a:buFont typeface="Arial" panose="020B0604020202020204" pitchFamily="34" charset="0"/>
                <a:buChar char="•"/>
                <a:defRPr sz="1729" kern="1200">
                  <a:solidFill>
                    <a:schemeClr val="tx1"/>
                  </a:solidFill>
                  <a:latin typeface="+mn-lt"/>
                  <a:ea typeface="+mn-ea"/>
                  <a:cs typeface="+mn-cs"/>
                </a:defRPr>
              </a:lvl5pPr>
              <a:lvl6pPr marL="2414489" indent="-219499" algn="l" defTabSz="877996" rtl="0" eaLnBrk="1" latinLnBrk="0" hangingPunct="1">
                <a:lnSpc>
                  <a:spcPct val="90000"/>
                </a:lnSpc>
                <a:spcBef>
                  <a:spcPts val="480"/>
                </a:spcBef>
                <a:buFont typeface="Arial" panose="020B0604020202020204" pitchFamily="34" charset="0"/>
                <a:buChar char="•"/>
                <a:defRPr sz="1729" kern="1200">
                  <a:solidFill>
                    <a:schemeClr val="tx1"/>
                  </a:solidFill>
                  <a:latin typeface="+mn-lt"/>
                  <a:ea typeface="+mn-ea"/>
                  <a:cs typeface="+mn-cs"/>
                </a:defRPr>
              </a:lvl6pPr>
              <a:lvl7pPr marL="2853487" indent="-219499" algn="l" defTabSz="877996" rtl="0" eaLnBrk="1" latinLnBrk="0" hangingPunct="1">
                <a:lnSpc>
                  <a:spcPct val="90000"/>
                </a:lnSpc>
                <a:spcBef>
                  <a:spcPts val="480"/>
                </a:spcBef>
                <a:buFont typeface="Arial" panose="020B0604020202020204" pitchFamily="34" charset="0"/>
                <a:buChar char="•"/>
                <a:defRPr sz="1729" kern="1200">
                  <a:solidFill>
                    <a:schemeClr val="tx1"/>
                  </a:solidFill>
                  <a:latin typeface="+mn-lt"/>
                  <a:ea typeface="+mn-ea"/>
                  <a:cs typeface="+mn-cs"/>
                </a:defRPr>
              </a:lvl7pPr>
              <a:lvl8pPr marL="3292484" indent="-219499" algn="l" defTabSz="877996" rtl="0" eaLnBrk="1" latinLnBrk="0" hangingPunct="1">
                <a:lnSpc>
                  <a:spcPct val="90000"/>
                </a:lnSpc>
                <a:spcBef>
                  <a:spcPts val="480"/>
                </a:spcBef>
                <a:buFont typeface="Arial" panose="020B0604020202020204" pitchFamily="34" charset="0"/>
                <a:buChar char="•"/>
                <a:defRPr sz="1729" kern="1200">
                  <a:solidFill>
                    <a:schemeClr val="tx1"/>
                  </a:solidFill>
                  <a:latin typeface="+mn-lt"/>
                  <a:ea typeface="+mn-ea"/>
                  <a:cs typeface="+mn-cs"/>
                </a:defRPr>
              </a:lvl8pPr>
              <a:lvl9pPr marL="3731482" indent="-219499" algn="l" defTabSz="877996" rtl="0" eaLnBrk="1" latinLnBrk="0" hangingPunct="1">
                <a:lnSpc>
                  <a:spcPct val="90000"/>
                </a:lnSpc>
                <a:spcBef>
                  <a:spcPts val="480"/>
                </a:spcBef>
                <a:buFont typeface="Arial" panose="020B0604020202020204" pitchFamily="34" charset="0"/>
                <a:buChar char="•"/>
                <a:defRPr sz="1729" kern="1200">
                  <a:solidFill>
                    <a:schemeClr val="tx1"/>
                  </a:solidFill>
                  <a:latin typeface="+mn-lt"/>
                  <a:ea typeface="+mn-ea"/>
                  <a:cs typeface="+mn-cs"/>
                </a:defRPr>
              </a:lvl9pPr>
            </a:lstStyle>
            <a:p>
              <a:pPr algn="ctr"/>
              <a:r>
                <a:rPr lang="de-DE" sz="1400" dirty="0">
                  <a:solidFill>
                    <a:schemeClr val="bg1">
                      <a:lumMod val="50000"/>
                    </a:schemeClr>
                  </a:solidFill>
                </a:rPr>
                <a:t>Sample </a:t>
              </a:r>
              <a:r>
                <a:rPr lang="de-DE" sz="1400" dirty="0" err="1">
                  <a:solidFill>
                    <a:schemeClr val="bg1">
                      <a:lumMod val="50000"/>
                    </a:schemeClr>
                  </a:solidFill>
                </a:rPr>
                <a:t>text</a:t>
              </a:r>
              <a:endParaRPr lang="en-US" sz="1280" dirty="0">
                <a:solidFill>
                  <a:srgbClr val="73737D"/>
                </a:solidFill>
                <a:cs typeface="On Air" panose="020F0503030404020204" pitchFamily="34" charset="77"/>
              </a:endParaRPr>
            </a:p>
          </p:txBody>
        </p:sp>
        <p:graphicFrame>
          <p:nvGraphicFramePr>
            <p:cNvPr id="25" name="Chart Placeholder 34">
              <a:extLst>
                <a:ext uri="{FF2B5EF4-FFF2-40B4-BE49-F238E27FC236}">
                  <a16:creationId xmlns:a16="http://schemas.microsoft.com/office/drawing/2014/main" id="{59A736F4-E08E-B7C7-06A4-2EF68F215DDC}"/>
                </a:ext>
              </a:extLst>
            </p:cNvPr>
            <p:cNvGraphicFramePr>
              <a:graphicFrameLocks/>
            </p:cNvGraphicFramePr>
            <p:nvPr/>
          </p:nvGraphicFramePr>
          <p:xfrm>
            <a:off x="3356642" y="1978025"/>
            <a:ext cx="2305050" cy="2303463"/>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26" name="Chart Placeholder 34">
              <a:extLst>
                <a:ext uri="{FF2B5EF4-FFF2-40B4-BE49-F238E27FC236}">
                  <a16:creationId xmlns:a16="http://schemas.microsoft.com/office/drawing/2014/main" id="{A0338EAD-02FA-29E6-0AB1-A17777AA9627}"/>
                </a:ext>
              </a:extLst>
            </p:cNvPr>
            <p:cNvGraphicFramePr>
              <a:graphicFrameLocks/>
            </p:cNvGraphicFramePr>
            <p:nvPr/>
          </p:nvGraphicFramePr>
          <p:xfrm>
            <a:off x="8812803" y="1978025"/>
            <a:ext cx="2305050" cy="2303463"/>
          </p:xfrm>
          <a:graphic>
            <a:graphicData uri="http://schemas.openxmlformats.org/drawingml/2006/chart">
              <c:chart xmlns:c="http://schemas.openxmlformats.org/drawingml/2006/chart" xmlns:r="http://schemas.openxmlformats.org/officeDocument/2006/relationships" r:id="rId8"/>
            </a:graphicData>
          </a:graphic>
        </p:graphicFrame>
        <p:graphicFrame>
          <p:nvGraphicFramePr>
            <p:cNvPr id="27" name="Chart Placeholder 34">
              <a:extLst>
                <a:ext uri="{FF2B5EF4-FFF2-40B4-BE49-F238E27FC236}">
                  <a16:creationId xmlns:a16="http://schemas.microsoft.com/office/drawing/2014/main" id="{A047FA4A-DE0E-D57D-808B-21095E9E892A}"/>
                </a:ext>
              </a:extLst>
            </p:cNvPr>
            <p:cNvGraphicFramePr>
              <a:graphicFrameLocks/>
            </p:cNvGraphicFramePr>
            <p:nvPr/>
          </p:nvGraphicFramePr>
          <p:xfrm>
            <a:off x="627951" y="1978025"/>
            <a:ext cx="2305050" cy="2303463"/>
          </p:xfrm>
          <a:graphic>
            <a:graphicData uri="http://schemas.openxmlformats.org/drawingml/2006/chart">
              <c:chart xmlns:c="http://schemas.openxmlformats.org/drawingml/2006/chart" xmlns:r="http://schemas.openxmlformats.org/officeDocument/2006/relationships" r:id="rId9"/>
            </a:graphicData>
          </a:graphic>
        </p:graphicFrame>
        <p:sp>
          <p:nvSpPr>
            <p:cNvPr id="28" name="Text Placeholder 31">
              <a:extLst>
                <a:ext uri="{FF2B5EF4-FFF2-40B4-BE49-F238E27FC236}">
                  <a16:creationId xmlns:a16="http://schemas.microsoft.com/office/drawing/2014/main" id="{430EFA54-B10D-D28F-F025-AC6E1F677E69}"/>
                </a:ext>
              </a:extLst>
            </p:cNvPr>
            <p:cNvSpPr txBox="1">
              <a:spLocks/>
            </p:cNvSpPr>
            <p:nvPr/>
          </p:nvSpPr>
          <p:spPr>
            <a:xfrm>
              <a:off x="590996" y="4271963"/>
              <a:ext cx="2305050" cy="292100"/>
            </a:xfrm>
            <a:prstGeom prst="rect">
              <a:avLst/>
            </a:prstGeom>
          </p:spPr>
          <p:txBody>
            <a:bodyPr vert="horz" wrap="square" lIns="0" tIns="0" rIns="0" bIns="0" rtlCol="0">
              <a:noAutofit/>
            </a:bodyPr>
            <a:lstStyle>
              <a:lvl1pPr marL="0" indent="0" algn="l" defTabSz="877996" rtl="0" eaLnBrk="1" latinLnBrk="0" hangingPunct="1">
                <a:lnSpc>
                  <a:spcPct val="100000"/>
                </a:lnSpc>
                <a:spcBef>
                  <a:spcPts val="600"/>
                </a:spcBef>
                <a:spcAft>
                  <a:spcPts val="600"/>
                </a:spcAft>
                <a:buClr>
                  <a:schemeClr val="tx1"/>
                </a:buClr>
                <a:buFont typeface="Arial" panose="020B0604020202020204" pitchFamily="34" charset="0"/>
                <a:buNone/>
                <a:defRPr sz="1600" b="0" i="0" kern="1200">
                  <a:solidFill>
                    <a:schemeClr val="tx2">
                      <a:lumMod val="65000"/>
                      <a:lumOff val="35000"/>
                    </a:schemeClr>
                  </a:solidFill>
                  <a:latin typeface="+mn-lt"/>
                  <a:ea typeface="Arial" panose="020B0604020202020204" pitchFamily="34" charset="0"/>
                  <a:cs typeface="VM Circular Chat Book Italic" panose="020B0604020101020102" pitchFamily="34" charset="77"/>
                </a:defRPr>
              </a:lvl1pPr>
              <a:lvl2pPr marL="270000" indent="-270000" algn="l" defTabSz="877996" rtl="0" eaLnBrk="1" latinLnBrk="0" hangingPunct="1">
                <a:lnSpc>
                  <a:spcPct val="100000"/>
                </a:lnSpc>
                <a:spcBef>
                  <a:spcPts val="600"/>
                </a:spcBef>
                <a:spcAft>
                  <a:spcPts val="600"/>
                </a:spcAft>
                <a:buClr>
                  <a:schemeClr val="tx2"/>
                </a:buClr>
                <a:buFont typeface="Arial" charset="0"/>
                <a:buChar char="•"/>
                <a:defRPr sz="1600" b="0" i="0" kern="1200">
                  <a:solidFill>
                    <a:schemeClr val="tx2">
                      <a:lumMod val="65000"/>
                      <a:lumOff val="35000"/>
                    </a:schemeClr>
                  </a:solidFill>
                  <a:latin typeface="+mn-lt"/>
                  <a:ea typeface="Arial" panose="020B0604020202020204" pitchFamily="34" charset="0"/>
                  <a:cs typeface="VM Circular Chat Book Italic" panose="020B0604020101020102" pitchFamily="34" charset="77"/>
                </a:defRPr>
              </a:lvl2pPr>
              <a:lvl3pPr marL="540000" indent="-270000" algn="l" defTabSz="877996" rtl="0" eaLnBrk="1" latinLnBrk="0" hangingPunct="1">
                <a:lnSpc>
                  <a:spcPct val="100000"/>
                </a:lnSpc>
                <a:spcBef>
                  <a:spcPts val="600"/>
                </a:spcBef>
                <a:spcAft>
                  <a:spcPts val="600"/>
                </a:spcAft>
                <a:buClr>
                  <a:schemeClr val="tx2"/>
                </a:buClr>
                <a:buFont typeface="Arial" panose="020B0604020202020204" pitchFamily="34" charset="0"/>
                <a:buChar char="•"/>
                <a:defRPr sz="1600" b="0" i="0" kern="1200">
                  <a:solidFill>
                    <a:schemeClr val="tx2">
                      <a:lumMod val="65000"/>
                      <a:lumOff val="35000"/>
                    </a:schemeClr>
                  </a:solidFill>
                  <a:latin typeface="+mn-lt"/>
                  <a:ea typeface="Arial" panose="020B0604020202020204" pitchFamily="34" charset="0"/>
                  <a:cs typeface="VM Circular Chat Book Italic" panose="020B0604020101020102" pitchFamily="34" charset="77"/>
                </a:defRPr>
              </a:lvl3pPr>
              <a:lvl4pPr marL="810000" indent="-270000" algn="l" defTabSz="877996" rtl="0" eaLnBrk="1" latinLnBrk="0" hangingPunct="1">
                <a:lnSpc>
                  <a:spcPct val="100000"/>
                </a:lnSpc>
                <a:spcBef>
                  <a:spcPts val="600"/>
                </a:spcBef>
                <a:spcAft>
                  <a:spcPts val="600"/>
                </a:spcAft>
                <a:buClr>
                  <a:schemeClr val="tx2"/>
                </a:buClr>
                <a:buFont typeface="Arial" charset="0"/>
                <a:buChar char="•"/>
                <a:defRPr sz="1400" b="0" i="0" kern="1200">
                  <a:solidFill>
                    <a:schemeClr val="tx2">
                      <a:lumMod val="65000"/>
                      <a:lumOff val="35000"/>
                    </a:schemeClr>
                  </a:solidFill>
                  <a:latin typeface="+mn-lt"/>
                  <a:ea typeface="Arial" panose="020B0604020202020204" pitchFamily="34" charset="0"/>
                  <a:cs typeface="VM Circular Chat Book Italic" panose="020B0604020101020102" pitchFamily="34" charset="77"/>
                </a:defRPr>
              </a:lvl4pPr>
              <a:lvl5pPr marL="1975490" indent="-219499" algn="l" defTabSz="877996" rtl="0" eaLnBrk="1" latinLnBrk="0" hangingPunct="1">
                <a:lnSpc>
                  <a:spcPct val="90000"/>
                </a:lnSpc>
                <a:spcBef>
                  <a:spcPts val="480"/>
                </a:spcBef>
                <a:buFont typeface="Arial" panose="020B0604020202020204" pitchFamily="34" charset="0"/>
                <a:buChar char="•"/>
                <a:defRPr sz="1729" kern="1200">
                  <a:solidFill>
                    <a:schemeClr val="tx1"/>
                  </a:solidFill>
                  <a:latin typeface="+mn-lt"/>
                  <a:ea typeface="+mn-ea"/>
                  <a:cs typeface="+mn-cs"/>
                </a:defRPr>
              </a:lvl5pPr>
              <a:lvl6pPr marL="2414489" indent="-219499" algn="l" defTabSz="877996" rtl="0" eaLnBrk="1" latinLnBrk="0" hangingPunct="1">
                <a:lnSpc>
                  <a:spcPct val="90000"/>
                </a:lnSpc>
                <a:spcBef>
                  <a:spcPts val="480"/>
                </a:spcBef>
                <a:buFont typeface="Arial" panose="020B0604020202020204" pitchFamily="34" charset="0"/>
                <a:buChar char="•"/>
                <a:defRPr sz="1729" kern="1200">
                  <a:solidFill>
                    <a:schemeClr val="tx1"/>
                  </a:solidFill>
                  <a:latin typeface="+mn-lt"/>
                  <a:ea typeface="+mn-ea"/>
                  <a:cs typeface="+mn-cs"/>
                </a:defRPr>
              </a:lvl6pPr>
              <a:lvl7pPr marL="2853487" indent="-219499" algn="l" defTabSz="877996" rtl="0" eaLnBrk="1" latinLnBrk="0" hangingPunct="1">
                <a:lnSpc>
                  <a:spcPct val="90000"/>
                </a:lnSpc>
                <a:spcBef>
                  <a:spcPts val="480"/>
                </a:spcBef>
                <a:buFont typeface="Arial" panose="020B0604020202020204" pitchFamily="34" charset="0"/>
                <a:buChar char="•"/>
                <a:defRPr sz="1729" kern="1200">
                  <a:solidFill>
                    <a:schemeClr val="tx1"/>
                  </a:solidFill>
                  <a:latin typeface="+mn-lt"/>
                  <a:ea typeface="+mn-ea"/>
                  <a:cs typeface="+mn-cs"/>
                </a:defRPr>
              </a:lvl7pPr>
              <a:lvl8pPr marL="3292484" indent="-219499" algn="l" defTabSz="877996" rtl="0" eaLnBrk="1" latinLnBrk="0" hangingPunct="1">
                <a:lnSpc>
                  <a:spcPct val="90000"/>
                </a:lnSpc>
                <a:spcBef>
                  <a:spcPts val="480"/>
                </a:spcBef>
                <a:buFont typeface="Arial" panose="020B0604020202020204" pitchFamily="34" charset="0"/>
                <a:buChar char="•"/>
                <a:defRPr sz="1729" kern="1200">
                  <a:solidFill>
                    <a:schemeClr val="tx1"/>
                  </a:solidFill>
                  <a:latin typeface="+mn-lt"/>
                  <a:ea typeface="+mn-ea"/>
                  <a:cs typeface="+mn-cs"/>
                </a:defRPr>
              </a:lvl8pPr>
              <a:lvl9pPr marL="3731482" indent="-219499" algn="l" defTabSz="877996" rtl="0" eaLnBrk="1" latinLnBrk="0" hangingPunct="1">
                <a:lnSpc>
                  <a:spcPct val="90000"/>
                </a:lnSpc>
                <a:spcBef>
                  <a:spcPts val="480"/>
                </a:spcBef>
                <a:buFont typeface="Arial" panose="020B0604020202020204" pitchFamily="34" charset="0"/>
                <a:buChar char="•"/>
                <a:defRPr sz="1729" kern="1200">
                  <a:solidFill>
                    <a:schemeClr val="tx1"/>
                  </a:solidFill>
                  <a:latin typeface="+mn-lt"/>
                  <a:ea typeface="+mn-ea"/>
                  <a:cs typeface="+mn-cs"/>
                </a:defRPr>
              </a:lvl9pPr>
            </a:lstStyle>
            <a:p>
              <a:pPr algn="ctr"/>
              <a:r>
                <a:rPr lang="de-DE" b="1" dirty="0">
                  <a:solidFill>
                    <a:schemeClr val="tx2"/>
                  </a:solidFill>
                </a:rPr>
                <a:t>Broadband</a:t>
              </a:r>
              <a:endParaRPr lang="en-US" b="1" dirty="0">
                <a:solidFill>
                  <a:srgbClr val="0050FF"/>
                </a:solidFill>
                <a:latin typeface="+mj-lt"/>
                <a:cs typeface="On Air" panose="020F0503030404020204" pitchFamily="34" charset="77"/>
              </a:endParaRPr>
            </a:p>
          </p:txBody>
        </p:sp>
        <p:sp>
          <p:nvSpPr>
            <p:cNvPr id="29" name="Text Placeholder 33">
              <a:extLst>
                <a:ext uri="{FF2B5EF4-FFF2-40B4-BE49-F238E27FC236}">
                  <a16:creationId xmlns:a16="http://schemas.microsoft.com/office/drawing/2014/main" id="{A6967B66-A0A2-39D1-C846-F6140C7DD941}"/>
                </a:ext>
              </a:extLst>
            </p:cNvPr>
            <p:cNvSpPr txBox="1">
              <a:spLocks/>
            </p:cNvSpPr>
            <p:nvPr/>
          </p:nvSpPr>
          <p:spPr>
            <a:xfrm>
              <a:off x="6139375" y="4271963"/>
              <a:ext cx="2305050" cy="292100"/>
            </a:xfrm>
            <a:prstGeom prst="rect">
              <a:avLst/>
            </a:prstGeom>
          </p:spPr>
          <p:txBody>
            <a:bodyPr vert="horz" wrap="square" lIns="0" tIns="0" rIns="0" bIns="0" rtlCol="0">
              <a:noAutofit/>
            </a:bodyPr>
            <a:lstStyle>
              <a:lvl1pPr marL="0" indent="0" algn="l" defTabSz="877996" rtl="0" eaLnBrk="1" latinLnBrk="0" hangingPunct="1">
                <a:lnSpc>
                  <a:spcPct val="100000"/>
                </a:lnSpc>
                <a:spcBef>
                  <a:spcPts val="600"/>
                </a:spcBef>
                <a:spcAft>
                  <a:spcPts val="600"/>
                </a:spcAft>
                <a:buClr>
                  <a:schemeClr val="tx1"/>
                </a:buClr>
                <a:buFont typeface="Arial" panose="020B0604020202020204" pitchFamily="34" charset="0"/>
                <a:buNone/>
                <a:defRPr sz="1600" b="0" i="0" kern="1200">
                  <a:solidFill>
                    <a:schemeClr val="tx2">
                      <a:lumMod val="65000"/>
                      <a:lumOff val="35000"/>
                    </a:schemeClr>
                  </a:solidFill>
                  <a:latin typeface="+mn-lt"/>
                  <a:ea typeface="Arial" panose="020B0604020202020204" pitchFamily="34" charset="0"/>
                  <a:cs typeface="VM Circular Chat Book Italic" panose="020B0604020101020102" pitchFamily="34" charset="77"/>
                </a:defRPr>
              </a:lvl1pPr>
              <a:lvl2pPr marL="270000" indent="-270000" algn="l" defTabSz="877996" rtl="0" eaLnBrk="1" latinLnBrk="0" hangingPunct="1">
                <a:lnSpc>
                  <a:spcPct val="100000"/>
                </a:lnSpc>
                <a:spcBef>
                  <a:spcPts val="600"/>
                </a:spcBef>
                <a:spcAft>
                  <a:spcPts val="600"/>
                </a:spcAft>
                <a:buClr>
                  <a:schemeClr val="tx2"/>
                </a:buClr>
                <a:buFont typeface="Arial" charset="0"/>
                <a:buChar char="•"/>
                <a:defRPr sz="1600" b="0" i="0" kern="1200">
                  <a:solidFill>
                    <a:schemeClr val="tx2">
                      <a:lumMod val="65000"/>
                      <a:lumOff val="35000"/>
                    </a:schemeClr>
                  </a:solidFill>
                  <a:latin typeface="+mn-lt"/>
                  <a:ea typeface="Arial" panose="020B0604020202020204" pitchFamily="34" charset="0"/>
                  <a:cs typeface="VM Circular Chat Book Italic" panose="020B0604020101020102" pitchFamily="34" charset="77"/>
                </a:defRPr>
              </a:lvl2pPr>
              <a:lvl3pPr marL="540000" indent="-270000" algn="l" defTabSz="877996" rtl="0" eaLnBrk="1" latinLnBrk="0" hangingPunct="1">
                <a:lnSpc>
                  <a:spcPct val="100000"/>
                </a:lnSpc>
                <a:spcBef>
                  <a:spcPts val="600"/>
                </a:spcBef>
                <a:spcAft>
                  <a:spcPts val="600"/>
                </a:spcAft>
                <a:buClr>
                  <a:schemeClr val="tx2"/>
                </a:buClr>
                <a:buFont typeface="Arial" panose="020B0604020202020204" pitchFamily="34" charset="0"/>
                <a:buChar char="•"/>
                <a:defRPr sz="1600" b="0" i="0" kern="1200">
                  <a:solidFill>
                    <a:schemeClr val="tx2">
                      <a:lumMod val="65000"/>
                      <a:lumOff val="35000"/>
                    </a:schemeClr>
                  </a:solidFill>
                  <a:latin typeface="+mn-lt"/>
                  <a:ea typeface="Arial" panose="020B0604020202020204" pitchFamily="34" charset="0"/>
                  <a:cs typeface="VM Circular Chat Book Italic" panose="020B0604020101020102" pitchFamily="34" charset="77"/>
                </a:defRPr>
              </a:lvl3pPr>
              <a:lvl4pPr marL="810000" indent="-270000" algn="l" defTabSz="877996" rtl="0" eaLnBrk="1" latinLnBrk="0" hangingPunct="1">
                <a:lnSpc>
                  <a:spcPct val="100000"/>
                </a:lnSpc>
                <a:spcBef>
                  <a:spcPts val="600"/>
                </a:spcBef>
                <a:spcAft>
                  <a:spcPts val="600"/>
                </a:spcAft>
                <a:buClr>
                  <a:schemeClr val="tx2"/>
                </a:buClr>
                <a:buFont typeface="Arial" charset="0"/>
                <a:buChar char="•"/>
                <a:defRPr sz="1400" b="0" i="0" kern="1200">
                  <a:solidFill>
                    <a:schemeClr val="tx2">
                      <a:lumMod val="65000"/>
                      <a:lumOff val="35000"/>
                    </a:schemeClr>
                  </a:solidFill>
                  <a:latin typeface="+mn-lt"/>
                  <a:ea typeface="Arial" panose="020B0604020202020204" pitchFamily="34" charset="0"/>
                  <a:cs typeface="VM Circular Chat Book Italic" panose="020B0604020101020102" pitchFamily="34" charset="77"/>
                </a:defRPr>
              </a:lvl4pPr>
              <a:lvl5pPr marL="1975490" indent="-219499" algn="l" defTabSz="877996" rtl="0" eaLnBrk="1" latinLnBrk="0" hangingPunct="1">
                <a:lnSpc>
                  <a:spcPct val="90000"/>
                </a:lnSpc>
                <a:spcBef>
                  <a:spcPts val="480"/>
                </a:spcBef>
                <a:buFont typeface="Arial" panose="020B0604020202020204" pitchFamily="34" charset="0"/>
                <a:buChar char="•"/>
                <a:defRPr sz="1729" kern="1200">
                  <a:solidFill>
                    <a:schemeClr val="tx1"/>
                  </a:solidFill>
                  <a:latin typeface="+mn-lt"/>
                  <a:ea typeface="+mn-ea"/>
                  <a:cs typeface="+mn-cs"/>
                </a:defRPr>
              </a:lvl5pPr>
              <a:lvl6pPr marL="2414489" indent="-219499" algn="l" defTabSz="877996" rtl="0" eaLnBrk="1" latinLnBrk="0" hangingPunct="1">
                <a:lnSpc>
                  <a:spcPct val="90000"/>
                </a:lnSpc>
                <a:spcBef>
                  <a:spcPts val="480"/>
                </a:spcBef>
                <a:buFont typeface="Arial" panose="020B0604020202020204" pitchFamily="34" charset="0"/>
                <a:buChar char="•"/>
                <a:defRPr sz="1729" kern="1200">
                  <a:solidFill>
                    <a:schemeClr val="tx1"/>
                  </a:solidFill>
                  <a:latin typeface="+mn-lt"/>
                  <a:ea typeface="+mn-ea"/>
                  <a:cs typeface="+mn-cs"/>
                </a:defRPr>
              </a:lvl6pPr>
              <a:lvl7pPr marL="2853487" indent="-219499" algn="l" defTabSz="877996" rtl="0" eaLnBrk="1" latinLnBrk="0" hangingPunct="1">
                <a:lnSpc>
                  <a:spcPct val="90000"/>
                </a:lnSpc>
                <a:spcBef>
                  <a:spcPts val="480"/>
                </a:spcBef>
                <a:buFont typeface="Arial" panose="020B0604020202020204" pitchFamily="34" charset="0"/>
                <a:buChar char="•"/>
                <a:defRPr sz="1729" kern="1200">
                  <a:solidFill>
                    <a:schemeClr val="tx1"/>
                  </a:solidFill>
                  <a:latin typeface="+mn-lt"/>
                  <a:ea typeface="+mn-ea"/>
                  <a:cs typeface="+mn-cs"/>
                </a:defRPr>
              </a:lvl7pPr>
              <a:lvl8pPr marL="3292484" indent="-219499" algn="l" defTabSz="877996" rtl="0" eaLnBrk="1" latinLnBrk="0" hangingPunct="1">
                <a:lnSpc>
                  <a:spcPct val="90000"/>
                </a:lnSpc>
                <a:spcBef>
                  <a:spcPts val="480"/>
                </a:spcBef>
                <a:buFont typeface="Arial" panose="020B0604020202020204" pitchFamily="34" charset="0"/>
                <a:buChar char="•"/>
                <a:defRPr sz="1729" kern="1200">
                  <a:solidFill>
                    <a:schemeClr val="tx1"/>
                  </a:solidFill>
                  <a:latin typeface="+mn-lt"/>
                  <a:ea typeface="+mn-ea"/>
                  <a:cs typeface="+mn-cs"/>
                </a:defRPr>
              </a:lvl8pPr>
              <a:lvl9pPr marL="3731482" indent="-219499" algn="l" defTabSz="877996" rtl="0" eaLnBrk="1" latinLnBrk="0" hangingPunct="1">
                <a:lnSpc>
                  <a:spcPct val="90000"/>
                </a:lnSpc>
                <a:spcBef>
                  <a:spcPts val="480"/>
                </a:spcBef>
                <a:buFont typeface="Arial" panose="020B0604020202020204" pitchFamily="34" charset="0"/>
                <a:buChar char="•"/>
                <a:defRPr sz="1729" kern="1200">
                  <a:solidFill>
                    <a:schemeClr val="tx1"/>
                  </a:solidFill>
                  <a:latin typeface="+mn-lt"/>
                  <a:ea typeface="+mn-ea"/>
                  <a:cs typeface="+mn-cs"/>
                </a:defRPr>
              </a:lvl9pPr>
            </a:lstStyle>
            <a:p>
              <a:pPr algn="ctr"/>
              <a:r>
                <a:rPr lang="de-DE" b="1" dirty="0">
                  <a:solidFill>
                    <a:schemeClr val="tx2"/>
                  </a:solidFill>
                </a:rPr>
                <a:t>Technology</a:t>
              </a:r>
              <a:endParaRPr lang="en-US" b="1" dirty="0">
                <a:solidFill>
                  <a:schemeClr val="tx2"/>
                </a:solidFill>
                <a:latin typeface="+mj-lt"/>
                <a:cs typeface="On Air" panose="020F0503030404020204" pitchFamily="34" charset="77"/>
              </a:endParaRPr>
            </a:p>
          </p:txBody>
        </p:sp>
        <p:sp>
          <p:nvSpPr>
            <p:cNvPr id="30" name="Text Placeholder 35">
              <a:extLst>
                <a:ext uri="{FF2B5EF4-FFF2-40B4-BE49-F238E27FC236}">
                  <a16:creationId xmlns:a16="http://schemas.microsoft.com/office/drawing/2014/main" id="{3A7CAED5-02BC-A305-BF66-EC8773181820}"/>
                </a:ext>
              </a:extLst>
            </p:cNvPr>
            <p:cNvSpPr txBox="1">
              <a:spLocks/>
            </p:cNvSpPr>
            <p:nvPr/>
          </p:nvSpPr>
          <p:spPr>
            <a:xfrm>
              <a:off x="8812803" y="4603750"/>
              <a:ext cx="2305050" cy="314325"/>
            </a:xfrm>
            <a:prstGeom prst="rect">
              <a:avLst/>
            </a:prstGeom>
          </p:spPr>
          <p:txBody>
            <a:bodyPr vert="horz" wrap="square" lIns="0" tIns="0" rIns="0" bIns="0" rtlCol="0">
              <a:noAutofit/>
            </a:bodyPr>
            <a:lstStyle>
              <a:lvl1pPr marL="0" indent="0" algn="l" defTabSz="877996" rtl="0" eaLnBrk="1" latinLnBrk="0" hangingPunct="1">
                <a:lnSpc>
                  <a:spcPct val="100000"/>
                </a:lnSpc>
                <a:spcBef>
                  <a:spcPts val="600"/>
                </a:spcBef>
                <a:spcAft>
                  <a:spcPts val="600"/>
                </a:spcAft>
                <a:buClr>
                  <a:schemeClr val="tx1"/>
                </a:buClr>
                <a:buFont typeface="Arial" panose="020B0604020202020204" pitchFamily="34" charset="0"/>
                <a:buNone/>
                <a:defRPr sz="1600" b="0" i="0" kern="1200">
                  <a:solidFill>
                    <a:schemeClr val="tx2">
                      <a:lumMod val="65000"/>
                      <a:lumOff val="35000"/>
                    </a:schemeClr>
                  </a:solidFill>
                  <a:latin typeface="+mn-lt"/>
                  <a:ea typeface="Arial" panose="020B0604020202020204" pitchFamily="34" charset="0"/>
                  <a:cs typeface="VM Circular Chat Book Italic" panose="020B0604020101020102" pitchFamily="34" charset="77"/>
                </a:defRPr>
              </a:lvl1pPr>
              <a:lvl2pPr marL="270000" indent="-270000" algn="l" defTabSz="877996" rtl="0" eaLnBrk="1" latinLnBrk="0" hangingPunct="1">
                <a:lnSpc>
                  <a:spcPct val="100000"/>
                </a:lnSpc>
                <a:spcBef>
                  <a:spcPts val="600"/>
                </a:spcBef>
                <a:spcAft>
                  <a:spcPts val="600"/>
                </a:spcAft>
                <a:buClr>
                  <a:schemeClr val="tx2"/>
                </a:buClr>
                <a:buFont typeface="Arial" charset="0"/>
                <a:buChar char="•"/>
                <a:defRPr sz="1600" b="0" i="0" kern="1200">
                  <a:solidFill>
                    <a:schemeClr val="tx2">
                      <a:lumMod val="65000"/>
                      <a:lumOff val="35000"/>
                    </a:schemeClr>
                  </a:solidFill>
                  <a:latin typeface="+mn-lt"/>
                  <a:ea typeface="Arial" panose="020B0604020202020204" pitchFamily="34" charset="0"/>
                  <a:cs typeface="VM Circular Chat Book Italic" panose="020B0604020101020102" pitchFamily="34" charset="77"/>
                </a:defRPr>
              </a:lvl2pPr>
              <a:lvl3pPr marL="540000" indent="-270000" algn="l" defTabSz="877996" rtl="0" eaLnBrk="1" latinLnBrk="0" hangingPunct="1">
                <a:lnSpc>
                  <a:spcPct val="100000"/>
                </a:lnSpc>
                <a:spcBef>
                  <a:spcPts val="600"/>
                </a:spcBef>
                <a:spcAft>
                  <a:spcPts val="600"/>
                </a:spcAft>
                <a:buClr>
                  <a:schemeClr val="tx2"/>
                </a:buClr>
                <a:buFont typeface="Arial" panose="020B0604020202020204" pitchFamily="34" charset="0"/>
                <a:buChar char="•"/>
                <a:defRPr sz="1600" b="0" i="0" kern="1200">
                  <a:solidFill>
                    <a:schemeClr val="tx2">
                      <a:lumMod val="65000"/>
                      <a:lumOff val="35000"/>
                    </a:schemeClr>
                  </a:solidFill>
                  <a:latin typeface="+mn-lt"/>
                  <a:ea typeface="Arial" panose="020B0604020202020204" pitchFamily="34" charset="0"/>
                  <a:cs typeface="VM Circular Chat Book Italic" panose="020B0604020101020102" pitchFamily="34" charset="77"/>
                </a:defRPr>
              </a:lvl3pPr>
              <a:lvl4pPr marL="810000" indent="-270000" algn="l" defTabSz="877996" rtl="0" eaLnBrk="1" latinLnBrk="0" hangingPunct="1">
                <a:lnSpc>
                  <a:spcPct val="100000"/>
                </a:lnSpc>
                <a:spcBef>
                  <a:spcPts val="600"/>
                </a:spcBef>
                <a:spcAft>
                  <a:spcPts val="600"/>
                </a:spcAft>
                <a:buClr>
                  <a:schemeClr val="tx2"/>
                </a:buClr>
                <a:buFont typeface="Arial" charset="0"/>
                <a:buChar char="•"/>
                <a:defRPr sz="1400" b="0" i="0" kern="1200">
                  <a:solidFill>
                    <a:schemeClr val="tx2">
                      <a:lumMod val="65000"/>
                      <a:lumOff val="35000"/>
                    </a:schemeClr>
                  </a:solidFill>
                  <a:latin typeface="+mn-lt"/>
                  <a:ea typeface="Arial" panose="020B0604020202020204" pitchFamily="34" charset="0"/>
                  <a:cs typeface="VM Circular Chat Book Italic" panose="020B0604020101020102" pitchFamily="34" charset="77"/>
                </a:defRPr>
              </a:lvl4pPr>
              <a:lvl5pPr marL="1975490" indent="-219499" algn="l" defTabSz="877996" rtl="0" eaLnBrk="1" latinLnBrk="0" hangingPunct="1">
                <a:lnSpc>
                  <a:spcPct val="90000"/>
                </a:lnSpc>
                <a:spcBef>
                  <a:spcPts val="480"/>
                </a:spcBef>
                <a:buFont typeface="Arial" panose="020B0604020202020204" pitchFamily="34" charset="0"/>
                <a:buChar char="•"/>
                <a:defRPr sz="1729" kern="1200">
                  <a:solidFill>
                    <a:schemeClr val="tx1"/>
                  </a:solidFill>
                  <a:latin typeface="+mn-lt"/>
                  <a:ea typeface="+mn-ea"/>
                  <a:cs typeface="+mn-cs"/>
                </a:defRPr>
              </a:lvl5pPr>
              <a:lvl6pPr marL="2414489" indent="-219499" algn="l" defTabSz="877996" rtl="0" eaLnBrk="1" latinLnBrk="0" hangingPunct="1">
                <a:lnSpc>
                  <a:spcPct val="90000"/>
                </a:lnSpc>
                <a:spcBef>
                  <a:spcPts val="480"/>
                </a:spcBef>
                <a:buFont typeface="Arial" panose="020B0604020202020204" pitchFamily="34" charset="0"/>
                <a:buChar char="•"/>
                <a:defRPr sz="1729" kern="1200">
                  <a:solidFill>
                    <a:schemeClr val="tx1"/>
                  </a:solidFill>
                  <a:latin typeface="+mn-lt"/>
                  <a:ea typeface="+mn-ea"/>
                  <a:cs typeface="+mn-cs"/>
                </a:defRPr>
              </a:lvl6pPr>
              <a:lvl7pPr marL="2853487" indent="-219499" algn="l" defTabSz="877996" rtl="0" eaLnBrk="1" latinLnBrk="0" hangingPunct="1">
                <a:lnSpc>
                  <a:spcPct val="90000"/>
                </a:lnSpc>
                <a:spcBef>
                  <a:spcPts val="480"/>
                </a:spcBef>
                <a:buFont typeface="Arial" panose="020B0604020202020204" pitchFamily="34" charset="0"/>
                <a:buChar char="•"/>
                <a:defRPr sz="1729" kern="1200">
                  <a:solidFill>
                    <a:schemeClr val="tx1"/>
                  </a:solidFill>
                  <a:latin typeface="+mn-lt"/>
                  <a:ea typeface="+mn-ea"/>
                  <a:cs typeface="+mn-cs"/>
                </a:defRPr>
              </a:lvl7pPr>
              <a:lvl8pPr marL="3292484" indent="-219499" algn="l" defTabSz="877996" rtl="0" eaLnBrk="1" latinLnBrk="0" hangingPunct="1">
                <a:lnSpc>
                  <a:spcPct val="90000"/>
                </a:lnSpc>
                <a:spcBef>
                  <a:spcPts val="480"/>
                </a:spcBef>
                <a:buFont typeface="Arial" panose="020B0604020202020204" pitchFamily="34" charset="0"/>
                <a:buChar char="•"/>
                <a:defRPr sz="1729" kern="1200">
                  <a:solidFill>
                    <a:schemeClr val="tx1"/>
                  </a:solidFill>
                  <a:latin typeface="+mn-lt"/>
                  <a:ea typeface="+mn-ea"/>
                  <a:cs typeface="+mn-cs"/>
                </a:defRPr>
              </a:lvl8pPr>
              <a:lvl9pPr marL="3731482" indent="-219499" algn="l" defTabSz="877996" rtl="0" eaLnBrk="1" latinLnBrk="0" hangingPunct="1">
                <a:lnSpc>
                  <a:spcPct val="90000"/>
                </a:lnSpc>
                <a:spcBef>
                  <a:spcPts val="480"/>
                </a:spcBef>
                <a:buFont typeface="Arial" panose="020B0604020202020204" pitchFamily="34" charset="0"/>
                <a:buChar char="•"/>
                <a:defRPr sz="1729" kern="1200">
                  <a:solidFill>
                    <a:schemeClr val="tx1"/>
                  </a:solidFill>
                  <a:latin typeface="+mn-lt"/>
                  <a:ea typeface="+mn-ea"/>
                  <a:cs typeface="+mn-cs"/>
                </a:defRPr>
              </a:lvl9pPr>
            </a:lstStyle>
            <a:p>
              <a:pPr algn="ctr"/>
              <a:r>
                <a:rPr lang="de-DE" sz="1400" dirty="0">
                  <a:solidFill>
                    <a:schemeClr val="bg1">
                      <a:lumMod val="50000"/>
                    </a:schemeClr>
                  </a:solidFill>
                </a:rPr>
                <a:t>Sample </a:t>
              </a:r>
              <a:r>
                <a:rPr lang="de-DE" sz="1400" dirty="0" err="1">
                  <a:solidFill>
                    <a:schemeClr val="bg1">
                      <a:lumMod val="50000"/>
                    </a:schemeClr>
                  </a:solidFill>
                </a:rPr>
                <a:t>text</a:t>
              </a:r>
              <a:endParaRPr lang="en-US" sz="1280" dirty="0">
                <a:solidFill>
                  <a:srgbClr val="73737D"/>
                </a:solidFill>
                <a:cs typeface="On Air" panose="020F0503030404020204" pitchFamily="34" charset="77"/>
              </a:endParaRPr>
            </a:p>
          </p:txBody>
        </p:sp>
        <p:sp>
          <p:nvSpPr>
            <p:cNvPr id="31" name="Text Placeholder 36">
              <a:extLst>
                <a:ext uri="{FF2B5EF4-FFF2-40B4-BE49-F238E27FC236}">
                  <a16:creationId xmlns:a16="http://schemas.microsoft.com/office/drawing/2014/main" id="{0E1EB9C2-96C0-4A67-13BC-6017FE97A06E}"/>
                </a:ext>
              </a:extLst>
            </p:cNvPr>
            <p:cNvSpPr txBox="1">
              <a:spLocks/>
            </p:cNvSpPr>
            <p:nvPr/>
          </p:nvSpPr>
          <p:spPr>
            <a:xfrm>
              <a:off x="8835872" y="4271963"/>
              <a:ext cx="2305050" cy="292100"/>
            </a:xfrm>
            <a:prstGeom prst="rect">
              <a:avLst/>
            </a:prstGeom>
          </p:spPr>
          <p:txBody>
            <a:bodyPr vert="horz" wrap="square" lIns="0" tIns="0" rIns="0" bIns="0" rtlCol="0">
              <a:noAutofit/>
            </a:bodyPr>
            <a:lstStyle>
              <a:lvl1pPr marL="0" indent="0" algn="l" defTabSz="877996" rtl="0" eaLnBrk="1" latinLnBrk="0" hangingPunct="1">
                <a:lnSpc>
                  <a:spcPct val="100000"/>
                </a:lnSpc>
                <a:spcBef>
                  <a:spcPts val="600"/>
                </a:spcBef>
                <a:spcAft>
                  <a:spcPts val="600"/>
                </a:spcAft>
                <a:buClr>
                  <a:schemeClr val="tx1"/>
                </a:buClr>
                <a:buFont typeface="Arial" panose="020B0604020202020204" pitchFamily="34" charset="0"/>
                <a:buNone/>
                <a:defRPr sz="1600" b="0" i="0" kern="1200">
                  <a:solidFill>
                    <a:schemeClr val="tx2">
                      <a:lumMod val="65000"/>
                      <a:lumOff val="35000"/>
                    </a:schemeClr>
                  </a:solidFill>
                  <a:latin typeface="+mn-lt"/>
                  <a:ea typeface="Arial" panose="020B0604020202020204" pitchFamily="34" charset="0"/>
                  <a:cs typeface="VM Circular Chat Book Italic" panose="020B0604020101020102" pitchFamily="34" charset="77"/>
                </a:defRPr>
              </a:lvl1pPr>
              <a:lvl2pPr marL="270000" indent="-270000" algn="l" defTabSz="877996" rtl="0" eaLnBrk="1" latinLnBrk="0" hangingPunct="1">
                <a:lnSpc>
                  <a:spcPct val="100000"/>
                </a:lnSpc>
                <a:spcBef>
                  <a:spcPts val="600"/>
                </a:spcBef>
                <a:spcAft>
                  <a:spcPts val="600"/>
                </a:spcAft>
                <a:buClr>
                  <a:schemeClr val="tx2"/>
                </a:buClr>
                <a:buFont typeface="Arial" charset="0"/>
                <a:buChar char="•"/>
                <a:defRPr sz="1600" b="0" i="0" kern="1200">
                  <a:solidFill>
                    <a:schemeClr val="tx2">
                      <a:lumMod val="65000"/>
                      <a:lumOff val="35000"/>
                    </a:schemeClr>
                  </a:solidFill>
                  <a:latin typeface="+mn-lt"/>
                  <a:ea typeface="Arial" panose="020B0604020202020204" pitchFamily="34" charset="0"/>
                  <a:cs typeface="VM Circular Chat Book Italic" panose="020B0604020101020102" pitchFamily="34" charset="77"/>
                </a:defRPr>
              </a:lvl2pPr>
              <a:lvl3pPr marL="540000" indent="-270000" algn="l" defTabSz="877996" rtl="0" eaLnBrk="1" latinLnBrk="0" hangingPunct="1">
                <a:lnSpc>
                  <a:spcPct val="100000"/>
                </a:lnSpc>
                <a:spcBef>
                  <a:spcPts val="600"/>
                </a:spcBef>
                <a:spcAft>
                  <a:spcPts val="600"/>
                </a:spcAft>
                <a:buClr>
                  <a:schemeClr val="tx2"/>
                </a:buClr>
                <a:buFont typeface="Arial" panose="020B0604020202020204" pitchFamily="34" charset="0"/>
                <a:buChar char="•"/>
                <a:defRPr sz="1600" b="0" i="0" kern="1200">
                  <a:solidFill>
                    <a:schemeClr val="tx2">
                      <a:lumMod val="65000"/>
                      <a:lumOff val="35000"/>
                    </a:schemeClr>
                  </a:solidFill>
                  <a:latin typeface="+mn-lt"/>
                  <a:ea typeface="Arial" panose="020B0604020202020204" pitchFamily="34" charset="0"/>
                  <a:cs typeface="VM Circular Chat Book Italic" panose="020B0604020101020102" pitchFamily="34" charset="77"/>
                </a:defRPr>
              </a:lvl3pPr>
              <a:lvl4pPr marL="810000" indent="-270000" algn="l" defTabSz="877996" rtl="0" eaLnBrk="1" latinLnBrk="0" hangingPunct="1">
                <a:lnSpc>
                  <a:spcPct val="100000"/>
                </a:lnSpc>
                <a:spcBef>
                  <a:spcPts val="600"/>
                </a:spcBef>
                <a:spcAft>
                  <a:spcPts val="600"/>
                </a:spcAft>
                <a:buClr>
                  <a:schemeClr val="tx2"/>
                </a:buClr>
                <a:buFont typeface="Arial" charset="0"/>
                <a:buChar char="•"/>
                <a:defRPr sz="1400" b="0" i="0" kern="1200">
                  <a:solidFill>
                    <a:schemeClr val="tx2">
                      <a:lumMod val="65000"/>
                      <a:lumOff val="35000"/>
                    </a:schemeClr>
                  </a:solidFill>
                  <a:latin typeface="+mn-lt"/>
                  <a:ea typeface="Arial" panose="020B0604020202020204" pitchFamily="34" charset="0"/>
                  <a:cs typeface="VM Circular Chat Book Italic" panose="020B0604020101020102" pitchFamily="34" charset="77"/>
                </a:defRPr>
              </a:lvl4pPr>
              <a:lvl5pPr marL="1975490" indent="-219499" algn="l" defTabSz="877996" rtl="0" eaLnBrk="1" latinLnBrk="0" hangingPunct="1">
                <a:lnSpc>
                  <a:spcPct val="90000"/>
                </a:lnSpc>
                <a:spcBef>
                  <a:spcPts val="480"/>
                </a:spcBef>
                <a:buFont typeface="Arial" panose="020B0604020202020204" pitchFamily="34" charset="0"/>
                <a:buChar char="•"/>
                <a:defRPr sz="1729" kern="1200">
                  <a:solidFill>
                    <a:schemeClr val="tx1"/>
                  </a:solidFill>
                  <a:latin typeface="+mn-lt"/>
                  <a:ea typeface="+mn-ea"/>
                  <a:cs typeface="+mn-cs"/>
                </a:defRPr>
              </a:lvl5pPr>
              <a:lvl6pPr marL="2414489" indent="-219499" algn="l" defTabSz="877996" rtl="0" eaLnBrk="1" latinLnBrk="0" hangingPunct="1">
                <a:lnSpc>
                  <a:spcPct val="90000"/>
                </a:lnSpc>
                <a:spcBef>
                  <a:spcPts val="480"/>
                </a:spcBef>
                <a:buFont typeface="Arial" panose="020B0604020202020204" pitchFamily="34" charset="0"/>
                <a:buChar char="•"/>
                <a:defRPr sz="1729" kern="1200">
                  <a:solidFill>
                    <a:schemeClr val="tx1"/>
                  </a:solidFill>
                  <a:latin typeface="+mn-lt"/>
                  <a:ea typeface="+mn-ea"/>
                  <a:cs typeface="+mn-cs"/>
                </a:defRPr>
              </a:lvl6pPr>
              <a:lvl7pPr marL="2853487" indent="-219499" algn="l" defTabSz="877996" rtl="0" eaLnBrk="1" latinLnBrk="0" hangingPunct="1">
                <a:lnSpc>
                  <a:spcPct val="90000"/>
                </a:lnSpc>
                <a:spcBef>
                  <a:spcPts val="480"/>
                </a:spcBef>
                <a:buFont typeface="Arial" panose="020B0604020202020204" pitchFamily="34" charset="0"/>
                <a:buChar char="•"/>
                <a:defRPr sz="1729" kern="1200">
                  <a:solidFill>
                    <a:schemeClr val="tx1"/>
                  </a:solidFill>
                  <a:latin typeface="+mn-lt"/>
                  <a:ea typeface="+mn-ea"/>
                  <a:cs typeface="+mn-cs"/>
                </a:defRPr>
              </a:lvl7pPr>
              <a:lvl8pPr marL="3292484" indent="-219499" algn="l" defTabSz="877996" rtl="0" eaLnBrk="1" latinLnBrk="0" hangingPunct="1">
                <a:lnSpc>
                  <a:spcPct val="90000"/>
                </a:lnSpc>
                <a:spcBef>
                  <a:spcPts val="480"/>
                </a:spcBef>
                <a:buFont typeface="Arial" panose="020B0604020202020204" pitchFamily="34" charset="0"/>
                <a:buChar char="•"/>
                <a:defRPr sz="1729" kern="1200">
                  <a:solidFill>
                    <a:schemeClr val="tx1"/>
                  </a:solidFill>
                  <a:latin typeface="+mn-lt"/>
                  <a:ea typeface="+mn-ea"/>
                  <a:cs typeface="+mn-cs"/>
                </a:defRPr>
              </a:lvl8pPr>
              <a:lvl9pPr marL="3731482" indent="-219499" algn="l" defTabSz="877996" rtl="0" eaLnBrk="1" latinLnBrk="0" hangingPunct="1">
                <a:lnSpc>
                  <a:spcPct val="90000"/>
                </a:lnSpc>
                <a:spcBef>
                  <a:spcPts val="480"/>
                </a:spcBef>
                <a:buFont typeface="Arial" panose="020B0604020202020204" pitchFamily="34" charset="0"/>
                <a:buChar char="•"/>
                <a:defRPr sz="1729" kern="1200">
                  <a:solidFill>
                    <a:schemeClr val="tx1"/>
                  </a:solidFill>
                  <a:latin typeface="+mn-lt"/>
                  <a:ea typeface="+mn-ea"/>
                  <a:cs typeface="+mn-cs"/>
                </a:defRPr>
              </a:lvl9pPr>
            </a:lstStyle>
            <a:p>
              <a:pPr algn="ctr"/>
              <a:r>
                <a:rPr lang="de-DE" b="1" dirty="0">
                  <a:solidFill>
                    <a:schemeClr val="tx2"/>
                  </a:solidFill>
                </a:rPr>
                <a:t>Communication</a:t>
              </a:r>
            </a:p>
          </p:txBody>
        </p:sp>
        <p:sp>
          <p:nvSpPr>
            <p:cNvPr id="32" name="Text Placeholder 37">
              <a:extLst>
                <a:ext uri="{FF2B5EF4-FFF2-40B4-BE49-F238E27FC236}">
                  <a16:creationId xmlns:a16="http://schemas.microsoft.com/office/drawing/2014/main" id="{F606062E-CED1-1C7C-C520-74EAD106DDBD}"/>
                </a:ext>
              </a:extLst>
            </p:cNvPr>
            <p:cNvSpPr txBox="1">
              <a:spLocks/>
            </p:cNvSpPr>
            <p:nvPr/>
          </p:nvSpPr>
          <p:spPr>
            <a:xfrm>
              <a:off x="6084479" y="4603750"/>
              <a:ext cx="2305050" cy="314325"/>
            </a:xfrm>
            <a:prstGeom prst="rect">
              <a:avLst/>
            </a:prstGeom>
          </p:spPr>
          <p:txBody>
            <a:bodyPr vert="horz" wrap="square" lIns="0" tIns="0" rIns="0" bIns="0" rtlCol="0">
              <a:noAutofit/>
            </a:bodyPr>
            <a:lstStyle>
              <a:lvl1pPr marL="0" indent="0" algn="l" defTabSz="877996" rtl="0" eaLnBrk="1" latinLnBrk="0" hangingPunct="1">
                <a:lnSpc>
                  <a:spcPct val="100000"/>
                </a:lnSpc>
                <a:spcBef>
                  <a:spcPts val="600"/>
                </a:spcBef>
                <a:spcAft>
                  <a:spcPts val="600"/>
                </a:spcAft>
                <a:buClr>
                  <a:schemeClr val="tx1"/>
                </a:buClr>
                <a:buFont typeface="Arial" panose="020B0604020202020204" pitchFamily="34" charset="0"/>
                <a:buNone/>
                <a:defRPr sz="1600" b="0" i="0" kern="1200">
                  <a:solidFill>
                    <a:schemeClr val="tx2">
                      <a:lumMod val="65000"/>
                      <a:lumOff val="35000"/>
                    </a:schemeClr>
                  </a:solidFill>
                  <a:latin typeface="+mn-lt"/>
                  <a:ea typeface="Arial" panose="020B0604020202020204" pitchFamily="34" charset="0"/>
                  <a:cs typeface="VM Circular Chat Book Italic" panose="020B0604020101020102" pitchFamily="34" charset="77"/>
                </a:defRPr>
              </a:lvl1pPr>
              <a:lvl2pPr marL="270000" indent="-270000" algn="l" defTabSz="877996" rtl="0" eaLnBrk="1" latinLnBrk="0" hangingPunct="1">
                <a:lnSpc>
                  <a:spcPct val="100000"/>
                </a:lnSpc>
                <a:spcBef>
                  <a:spcPts val="600"/>
                </a:spcBef>
                <a:spcAft>
                  <a:spcPts val="600"/>
                </a:spcAft>
                <a:buClr>
                  <a:schemeClr val="tx2"/>
                </a:buClr>
                <a:buFont typeface="Arial" charset="0"/>
                <a:buChar char="•"/>
                <a:defRPr sz="1600" b="0" i="0" kern="1200">
                  <a:solidFill>
                    <a:schemeClr val="tx2">
                      <a:lumMod val="65000"/>
                      <a:lumOff val="35000"/>
                    </a:schemeClr>
                  </a:solidFill>
                  <a:latin typeface="+mn-lt"/>
                  <a:ea typeface="Arial" panose="020B0604020202020204" pitchFamily="34" charset="0"/>
                  <a:cs typeface="VM Circular Chat Book Italic" panose="020B0604020101020102" pitchFamily="34" charset="77"/>
                </a:defRPr>
              </a:lvl2pPr>
              <a:lvl3pPr marL="540000" indent="-270000" algn="l" defTabSz="877996" rtl="0" eaLnBrk="1" latinLnBrk="0" hangingPunct="1">
                <a:lnSpc>
                  <a:spcPct val="100000"/>
                </a:lnSpc>
                <a:spcBef>
                  <a:spcPts val="600"/>
                </a:spcBef>
                <a:spcAft>
                  <a:spcPts val="600"/>
                </a:spcAft>
                <a:buClr>
                  <a:schemeClr val="tx2"/>
                </a:buClr>
                <a:buFont typeface="Arial" panose="020B0604020202020204" pitchFamily="34" charset="0"/>
                <a:buChar char="•"/>
                <a:defRPr sz="1600" b="0" i="0" kern="1200">
                  <a:solidFill>
                    <a:schemeClr val="tx2">
                      <a:lumMod val="65000"/>
                      <a:lumOff val="35000"/>
                    </a:schemeClr>
                  </a:solidFill>
                  <a:latin typeface="+mn-lt"/>
                  <a:ea typeface="Arial" panose="020B0604020202020204" pitchFamily="34" charset="0"/>
                  <a:cs typeface="VM Circular Chat Book Italic" panose="020B0604020101020102" pitchFamily="34" charset="77"/>
                </a:defRPr>
              </a:lvl3pPr>
              <a:lvl4pPr marL="810000" indent="-270000" algn="l" defTabSz="877996" rtl="0" eaLnBrk="1" latinLnBrk="0" hangingPunct="1">
                <a:lnSpc>
                  <a:spcPct val="100000"/>
                </a:lnSpc>
                <a:spcBef>
                  <a:spcPts val="600"/>
                </a:spcBef>
                <a:spcAft>
                  <a:spcPts val="600"/>
                </a:spcAft>
                <a:buClr>
                  <a:schemeClr val="tx2"/>
                </a:buClr>
                <a:buFont typeface="Arial" charset="0"/>
                <a:buChar char="•"/>
                <a:defRPr sz="1400" b="0" i="0" kern="1200">
                  <a:solidFill>
                    <a:schemeClr val="tx2">
                      <a:lumMod val="65000"/>
                      <a:lumOff val="35000"/>
                    </a:schemeClr>
                  </a:solidFill>
                  <a:latin typeface="+mn-lt"/>
                  <a:ea typeface="Arial" panose="020B0604020202020204" pitchFamily="34" charset="0"/>
                  <a:cs typeface="VM Circular Chat Book Italic" panose="020B0604020101020102" pitchFamily="34" charset="77"/>
                </a:defRPr>
              </a:lvl4pPr>
              <a:lvl5pPr marL="1975490" indent="-219499" algn="l" defTabSz="877996" rtl="0" eaLnBrk="1" latinLnBrk="0" hangingPunct="1">
                <a:lnSpc>
                  <a:spcPct val="90000"/>
                </a:lnSpc>
                <a:spcBef>
                  <a:spcPts val="480"/>
                </a:spcBef>
                <a:buFont typeface="Arial" panose="020B0604020202020204" pitchFamily="34" charset="0"/>
                <a:buChar char="•"/>
                <a:defRPr sz="1729" kern="1200">
                  <a:solidFill>
                    <a:schemeClr val="tx1"/>
                  </a:solidFill>
                  <a:latin typeface="+mn-lt"/>
                  <a:ea typeface="+mn-ea"/>
                  <a:cs typeface="+mn-cs"/>
                </a:defRPr>
              </a:lvl5pPr>
              <a:lvl6pPr marL="2414489" indent="-219499" algn="l" defTabSz="877996" rtl="0" eaLnBrk="1" latinLnBrk="0" hangingPunct="1">
                <a:lnSpc>
                  <a:spcPct val="90000"/>
                </a:lnSpc>
                <a:spcBef>
                  <a:spcPts val="480"/>
                </a:spcBef>
                <a:buFont typeface="Arial" panose="020B0604020202020204" pitchFamily="34" charset="0"/>
                <a:buChar char="•"/>
                <a:defRPr sz="1729" kern="1200">
                  <a:solidFill>
                    <a:schemeClr val="tx1"/>
                  </a:solidFill>
                  <a:latin typeface="+mn-lt"/>
                  <a:ea typeface="+mn-ea"/>
                  <a:cs typeface="+mn-cs"/>
                </a:defRPr>
              </a:lvl6pPr>
              <a:lvl7pPr marL="2853487" indent="-219499" algn="l" defTabSz="877996" rtl="0" eaLnBrk="1" latinLnBrk="0" hangingPunct="1">
                <a:lnSpc>
                  <a:spcPct val="90000"/>
                </a:lnSpc>
                <a:spcBef>
                  <a:spcPts val="480"/>
                </a:spcBef>
                <a:buFont typeface="Arial" panose="020B0604020202020204" pitchFamily="34" charset="0"/>
                <a:buChar char="•"/>
                <a:defRPr sz="1729" kern="1200">
                  <a:solidFill>
                    <a:schemeClr val="tx1"/>
                  </a:solidFill>
                  <a:latin typeface="+mn-lt"/>
                  <a:ea typeface="+mn-ea"/>
                  <a:cs typeface="+mn-cs"/>
                </a:defRPr>
              </a:lvl7pPr>
              <a:lvl8pPr marL="3292484" indent="-219499" algn="l" defTabSz="877996" rtl="0" eaLnBrk="1" latinLnBrk="0" hangingPunct="1">
                <a:lnSpc>
                  <a:spcPct val="90000"/>
                </a:lnSpc>
                <a:spcBef>
                  <a:spcPts val="480"/>
                </a:spcBef>
                <a:buFont typeface="Arial" panose="020B0604020202020204" pitchFamily="34" charset="0"/>
                <a:buChar char="•"/>
                <a:defRPr sz="1729" kern="1200">
                  <a:solidFill>
                    <a:schemeClr val="tx1"/>
                  </a:solidFill>
                  <a:latin typeface="+mn-lt"/>
                  <a:ea typeface="+mn-ea"/>
                  <a:cs typeface="+mn-cs"/>
                </a:defRPr>
              </a:lvl8pPr>
              <a:lvl9pPr marL="3731482" indent="-219499" algn="l" defTabSz="877996" rtl="0" eaLnBrk="1" latinLnBrk="0" hangingPunct="1">
                <a:lnSpc>
                  <a:spcPct val="90000"/>
                </a:lnSpc>
                <a:spcBef>
                  <a:spcPts val="480"/>
                </a:spcBef>
                <a:buFont typeface="Arial" panose="020B0604020202020204" pitchFamily="34" charset="0"/>
                <a:buChar char="•"/>
                <a:defRPr sz="1729" kern="1200">
                  <a:solidFill>
                    <a:schemeClr val="tx1"/>
                  </a:solidFill>
                  <a:latin typeface="+mn-lt"/>
                  <a:ea typeface="+mn-ea"/>
                  <a:cs typeface="+mn-cs"/>
                </a:defRPr>
              </a:lvl9pPr>
            </a:lstStyle>
            <a:p>
              <a:pPr algn="ctr"/>
              <a:r>
                <a:rPr lang="de-DE" sz="1400" dirty="0">
                  <a:solidFill>
                    <a:schemeClr val="bg1">
                      <a:lumMod val="50000"/>
                    </a:schemeClr>
                  </a:solidFill>
                </a:rPr>
                <a:t>Sample </a:t>
              </a:r>
              <a:r>
                <a:rPr lang="de-DE" sz="1400" dirty="0" err="1">
                  <a:solidFill>
                    <a:schemeClr val="bg1">
                      <a:lumMod val="50000"/>
                    </a:schemeClr>
                  </a:solidFill>
                </a:rPr>
                <a:t>text</a:t>
              </a:r>
              <a:endParaRPr lang="en-US" sz="1280" dirty="0">
                <a:solidFill>
                  <a:srgbClr val="73737D"/>
                </a:solidFill>
                <a:cs typeface="On Air" panose="020F0503030404020204" pitchFamily="34" charset="77"/>
              </a:endParaRPr>
            </a:p>
          </p:txBody>
        </p:sp>
        <p:sp>
          <p:nvSpPr>
            <p:cNvPr id="33" name="TextBox 32">
              <a:extLst>
                <a:ext uri="{FF2B5EF4-FFF2-40B4-BE49-F238E27FC236}">
                  <a16:creationId xmlns:a16="http://schemas.microsoft.com/office/drawing/2014/main" id="{509F4A16-F1DF-07B4-C3A5-F766DBB11F7F}"/>
                </a:ext>
              </a:extLst>
            </p:cNvPr>
            <p:cNvSpPr txBox="1"/>
            <p:nvPr/>
          </p:nvSpPr>
          <p:spPr>
            <a:xfrm>
              <a:off x="3773738" y="2693553"/>
              <a:ext cx="1470856" cy="862882"/>
            </a:xfrm>
            <a:prstGeom prst="rect">
              <a:avLst/>
            </a:prstGeom>
            <a:noFill/>
          </p:spPr>
          <p:txBody>
            <a:bodyPr wrap="none" rtlCol="0" anchor="ctr">
              <a:spAutoFit/>
            </a:bodyPr>
            <a:lstStyle/>
            <a:p>
              <a:pPr algn="ctr"/>
              <a:r>
                <a:rPr lang="en-US" sz="4400" dirty="0">
                  <a:solidFill>
                    <a:srgbClr val="0050FF"/>
                  </a:solidFill>
                  <a:cs typeface="On Air" panose="020F0503030404020204" pitchFamily="34" charset="77"/>
                </a:rPr>
                <a:t>25%</a:t>
              </a:r>
            </a:p>
          </p:txBody>
        </p:sp>
        <p:sp>
          <p:nvSpPr>
            <p:cNvPr id="34" name="TextBox 33">
              <a:extLst>
                <a:ext uri="{FF2B5EF4-FFF2-40B4-BE49-F238E27FC236}">
                  <a16:creationId xmlns:a16="http://schemas.microsoft.com/office/drawing/2014/main" id="{B99679B7-5972-22F6-B008-B8FC6A577A62}"/>
                </a:ext>
              </a:extLst>
            </p:cNvPr>
            <p:cNvSpPr txBox="1"/>
            <p:nvPr/>
          </p:nvSpPr>
          <p:spPr>
            <a:xfrm>
              <a:off x="6445849" y="2693553"/>
              <a:ext cx="1582311" cy="862882"/>
            </a:xfrm>
            <a:prstGeom prst="rect">
              <a:avLst/>
            </a:prstGeom>
            <a:noFill/>
          </p:spPr>
          <p:txBody>
            <a:bodyPr wrap="none" rtlCol="0" anchor="ctr">
              <a:spAutoFit/>
            </a:bodyPr>
            <a:lstStyle/>
            <a:p>
              <a:pPr algn="ctr"/>
              <a:r>
                <a:rPr lang="en-US" sz="4400">
                  <a:solidFill>
                    <a:srgbClr val="0050FF"/>
                  </a:solidFill>
                  <a:cs typeface="On Air" panose="020F0503030404020204" pitchFamily="34" charset="77"/>
                </a:rPr>
                <a:t>80%</a:t>
              </a:r>
            </a:p>
          </p:txBody>
        </p:sp>
        <p:sp>
          <p:nvSpPr>
            <p:cNvPr id="35" name="TextBox 34">
              <a:extLst>
                <a:ext uri="{FF2B5EF4-FFF2-40B4-BE49-F238E27FC236}">
                  <a16:creationId xmlns:a16="http://schemas.microsoft.com/office/drawing/2014/main" id="{E912A5A3-3C72-8AAC-CA05-05627183902C}"/>
                </a:ext>
              </a:extLst>
            </p:cNvPr>
            <p:cNvSpPr txBox="1"/>
            <p:nvPr/>
          </p:nvSpPr>
          <p:spPr>
            <a:xfrm>
              <a:off x="9212521" y="2693553"/>
              <a:ext cx="1551751" cy="862882"/>
            </a:xfrm>
            <a:prstGeom prst="rect">
              <a:avLst/>
            </a:prstGeom>
            <a:noFill/>
          </p:spPr>
          <p:txBody>
            <a:bodyPr wrap="none" rtlCol="0" anchor="ctr">
              <a:spAutoFit/>
            </a:bodyPr>
            <a:lstStyle/>
            <a:p>
              <a:pPr algn="ctr"/>
              <a:r>
                <a:rPr lang="en-US" sz="4400">
                  <a:solidFill>
                    <a:srgbClr val="0050FF"/>
                  </a:solidFill>
                  <a:cs typeface="On Air" panose="020F0503030404020204" pitchFamily="34" charset="77"/>
                </a:rPr>
                <a:t>50%</a:t>
              </a:r>
            </a:p>
          </p:txBody>
        </p:sp>
        <p:sp>
          <p:nvSpPr>
            <p:cNvPr id="36" name="TextBox 35">
              <a:extLst>
                <a:ext uri="{FF2B5EF4-FFF2-40B4-BE49-F238E27FC236}">
                  <a16:creationId xmlns:a16="http://schemas.microsoft.com/office/drawing/2014/main" id="{79949489-9E50-EE40-D028-060C446D1FD9}"/>
                </a:ext>
              </a:extLst>
            </p:cNvPr>
            <p:cNvSpPr txBox="1"/>
            <p:nvPr/>
          </p:nvSpPr>
          <p:spPr>
            <a:xfrm>
              <a:off x="1042352" y="2693554"/>
              <a:ext cx="1476249" cy="862882"/>
            </a:xfrm>
            <a:prstGeom prst="rect">
              <a:avLst/>
            </a:prstGeom>
            <a:noFill/>
          </p:spPr>
          <p:txBody>
            <a:bodyPr wrap="none" rtlCol="0" anchor="ctr">
              <a:spAutoFit/>
            </a:bodyPr>
            <a:lstStyle/>
            <a:p>
              <a:pPr algn="ctr"/>
              <a:r>
                <a:rPr lang="en-US" sz="4400" dirty="0">
                  <a:solidFill>
                    <a:srgbClr val="0050FF"/>
                  </a:solidFill>
                  <a:cs typeface="On Air" panose="020F0503030404020204" pitchFamily="34" charset="77"/>
                </a:rPr>
                <a:t>75%</a:t>
              </a:r>
            </a:p>
          </p:txBody>
        </p:sp>
        <p:sp>
          <p:nvSpPr>
            <p:cNvPr id="37" name="Text Placeholder 31">
              <a:extLst>
                <a:ext uri="{FF2B5EF4-FFF2-40B4-BE49-F238E27FC236}">
                  <a16:creationId xmlns:a16="http://schemas.microsoft.com/office/drawing/2014/main" id="{25E6B8C3-8CFA-49EA-FFE7-656F18544DC6}"/>
                </a:ext>
              </a:extLst>
            </p:cNvPr>
            <p:cNvSpPr txBox="1">
              <a:spLocks/>
            </p:cNvSpPr>
            <p:nvPr/>
          </p:nvSpPr>
          <p:spPr>
            <a:xfrm>
              <a:off x="3336445" y="4271963"/>
              <a:ext cx="2305050" cy="292100"/>
            </a:xfrm>
            <a:prstGeom prst="rect">
              <a:avLst/>
            </a:prstGeom>
          </p:spPr>
          <p:txBody>
            <a:bodyPr vert="horz" wrap="square" lIns="0" tIns="0" rIns="0" bIns="0" rtlCol="0">
              <a:noAutofit/>
            </a:bodyPr>
            <a:lstStyle>
              <a:lvl1pPr marL="0" indent="0" algn="l" defTabSz="877996" rtl="0" eaLnBrk="1" latinLnBrk="0" hangingPunct="1">
                <a:lnSpc>
                  <a:spcPct val="100000"/>
                </a:lnSpc>
                <a:spcBef>
                  <a:spcPts val="600"/>
                </a:spcBef>
                <a:spcAft>
                  <a:spcPts val="600"/>
                </a:spcAft>
                <a:buClr>
                  <a:schemeClr val="tx1"/>
                </a:buClr>
                <a:buFont typeface="Arial" panose="020B0604020202020204" pitchFamily="34" charset="0"/>
                <a:buNone/>
                <a:defRPr sz="1600" b="0" i="0" kern="1200">
                  <a:solidFill>
                    <a:schemeClr val="tx2">
                      <a:lumMod val="65000"/>
                      <a:lumOff val="35000"/>
                    </a:schemeClr>
                  </a:solidFill>
                  <a:latin typeface="+mn-lt"/>
                  <a:ea typeface="Arial" panose="020B0604020202020204" pitchFamily="34" charset="0"/>
                  <a:cs typeface="VM Circular Chat Book Italic" panose="020B0604020101020102" pitchFamily="34" charset="77"/>
                </a:defRPr>
              </a:lvl1pPr>
              <a:lvl2pPr marL="270000" indent="-270000" algn="l" defTabSz="877996" rtl="0" eaLnBrk="1" latinLnBrk="0" hangingPunct="1">
                <a:lnSpc>
                  <a:spcPct val="100000"/>
                </a:lnSpc>
                <a:spcBef>
                  <a:spcPts val="600"/>
                </a:spcBef>
                <a:spcAft>
                  <a:spcPts val="600"/>
                </a:spcAft>
                <a:buClr>
                  <a:schemeClr val="tx2"/>
                </a:buClr>
                <a:buFont typeface="Arial" charset="0"/>
                <a:buChar char="•"/>
                <a:defRPr sz="1600" b="0" i="0" kern="1200">
                  <a:solidFill>
                    <a:schemeClr val="tx2">
                      <a:lumMod val="65000"/>
                      <a:lumOff val="35000"/>
                    </a:schemeClr>
                  </a:solidFill>
                  <a:latin typeface="+mn-lt"/>
                  <a:ea typeface="Arial" panose="020B0604020202020204" pitchFamily="34" charset="0"/>
                  <a:cs typeface="VM Circular Chat Book Italic" panose="020B0604020101020102" pitchFamily="34" charset="77"/>
                </a:defRPr>
              </a:lvl2pPr>
              <a:lvl3pPr marL="540000" indent="-270000" algn="l" defTabSz="877996" rtl="0" eaLnBrk="1" latinLnBrk="0" hangingPunct="1">
                <a:lnSpc>
                  <a:spcPct val="100000"/>
                </a:lnSpc>
                <a:spcBef>
                  <a:spcPts val="600"/>
                </a:spcBef>
                <a:spcAft>
                  <a:spcPts val="600"/>
                </a:spcAft>
                <a:buClr>
                  <a:schemeClr val="tx2"/>
                </a:buClr>
                <a:buFont typeface="Arial" panose="020B0604020202020204" pitchFamily="34" charset="0"/>
                <a:buChar char="•"/>
                <a:defRPr sz="1600" b="0" i="0" kern="1200">
                  <a:solidFill>
                    <a:schemeClr val="tx2">
                      <a:lumMod val="65000"/>
                      <a:lumOff val="35000"/>
                    </a:schemeClr>
                  </a:solidFill>
                  <a:latin typeface="+mn-lt"/>
                  <a:ea typeface="Arial" panose="020B0604020202020204" pitchFamily="34" charset="0"/>
                  <a:cs typeface="VM Circular Chat Book Italic" panose="020B0604020101020102" pitchFamily="34" charset="77"/>
                </a:defRPr>
              </a:lvl3pPr>
              <a:lvl4pPr marL="810000" indent="-270000" algn="l" defTabSz="877996" rtl="0" eaLnBrk="1" latinLnBrk="0" hangingPunct="1">
                <a:lnSpc>
                  <a:spcPct val="100000"/>
                </a:lnSpc>
                <a:spcBef>
                  <a:spcPts val="600"/>
                </a:spcBef>
                <a:spcAft>
                  <a:spcPts val="600"/>
                </a:spcAft>
                <a:buClr>
                  <a:schemeClr val="tx2"/>
                </a:buClr>
                <a:buFont typeface="Arial" charset="0"/>
                <a:buChar char="•"/>
                <a:defRPr sz="1400" b="0" i="0" kern="1200">
                  <a:solidFill>
                    <a:schemeClr val="tx2">
                      <a:lumMod val="65000"/>
                      <a:lumOff val="35000"/>
                    </a:schemeClr>
                  </a:solidFill>
                  <a:latin typeface="+mn-lt"/>
                  <a:ea typeface="Arial" panose="020B0604020202020204" pitchFamily="34" charset="0"/>
                  <a:cs typeface="VM Circular Chat Book Italic" panose="020B0604020101020102" pitchFamily="34" charset="77"/>
                </a:defRPr>
              </a:lvl4pPr>
              <a:lvl5pPr marL="1975490" indent="-219499" algn="l" defTabSz="877996" rtl="0" eaLnBrk="1" latinLnBrk="0" hangingPunct="1">
                <a:lnSpc>
                  <a:spcPct val="90000"/>
                </a:lnSpc>
                <a:spcBef>
                  <a:spcPts val="480"/>
                </a:spcBef>
                <a:buFont typeface="Arial" panose="020B0604020202020204" pitchFamily="34" charset="0"/>
                <a:buChar char="•"/>
                <a:defRPr sz="1729" kern="1200">
                  <a:solidFill>
                    <a:schemeClr val="tx1"/>
                  </a:solidFill>
                  <a:latin typeface="+mn-lt"/>
                  <a:ea typeface="+mn-ea"/>
                  <a:cs typeface="+mn-cs"/>
                </a:defRPr>
              </a:lvl5pPr>
              <a:lvl6pPr marL="2414489" indent="-219499" algn="l" defTabSz="877996" rtl="0" eaLnBrk="1" latinLnBrk="0" hangingPunct="1">
                <a:lnSpc>
                  <a:spcPct val="90000"/>
                </a:lnSpc>
                <a:spcBef>
                  <a:spcPts val="480"/>
                </a:spcBef>
                <a:buFont typeface="Arial" panose="020B0604020202020204" pitchFamily="34" charset="0"/>
                <a:buChar char="•"/>
                <a:defRPr sz="1729" kern="1200">
                  <a:solidFill>
                    <a:schemeClr val="tx1"/>
                  </a:solidFill>
                  <a:latin typeface="+mn-lt"/>
                  <a:ea typeface="+mn-ea"/>
                  <a:cs typeface="+mn-cs"/>
                </a:defRPr>
              </a:lvl6pPr>
              <a:lvl7pPr marL="2853487" indent="-219499" algn="l" defTabSz="877996" rtl="0" eaLnBrk="1" latinLnBrk="0" hangingPunct="1">
                <a:lnSpc>
                  <a:spcPct val="90000"/>
                </a:lnSpc>
                <a:spcBef>
                  <a:spcPts val="480"/>
                </a:spcBef>
                <a:buFont typeface="Arial" panose="020B0604020202020204" pitchFamily="34" charset="0"/>
                <a:buChar char="•"/>
                <a:defRPr sz="1729" kern="1200">
                  <a:solidFill>
                    <a:schemeClr val="tx1"/>
                  </a:solidFill>
                  <a:latin typeface="+mn-lt"/>
                  <a:ea typeface="+mn-ea"/>
                  <a:cs typeface="+mn-cs"/>
                </a:defRPr>
              </a:lvl7pPr>
              <a:lvl8pPr marL="3292484" indent="-219499" algn="l" defTabSz="877996" rtl="0" eaLnBrk="1" latinLnBrk="0" hangingPunct="1">
                <a:lnSpc>
                  <a:spcPct val="90000"/>
                </a:lnSpc>
                <a:spcBef>
                  <a:spcPts val="480"/>
                </a:spcBef>
                <a:buFont typeface="Arial" panose="020B0604020202020204" pitchFamily="34" charset="0"/>
                <a:buChar char="•"/>
                <a:defRPr sz="1729" kern="1200">
                  <a:solidFill>
                    <a:schemeClr val="tx1"/>
                  </a:solidFill>
                  <a:latin typeface="+mn-lt"/>
                  <a:ea typeface="+mn-ea"/>
                  <a:cs typeface="+mn-cs"/>
                </a:defRPr>
              </a:lvl8pPr>
              <a:lvl9pPr marL="3731482" indent="-219499" algn="l" defTabSz="877996" rtl="0" eaLnBrk="1" latinLnBrk="0" hangingPunct="1">
                <a:lnSpc>
                  <a:spcPct val="90000"/>
                </a:lnSpc>
                <a:spcBef>
                  <a:spcPts val="480"/>
                </a:spcBef>
                <a:buFont typeface="Arial" panose="020B0604020202020204" pitchFamily="34" charset="0"/>
                <a:buChar char="•"/>
                <a:defRPr sz="1729" kern="1200">
                  <a:solidFill>
                    <a:schemeClr val="tx1"/>
                  </a:solidFill>
                  <a:latin typeface="+mn-lt"/>
                  <a:ea typeface="+mn-ea"/>
                  <a:cs typeface="+mn-cs"/>
                </a:defRPr>
              </a:lvl9pPr>
            </a:lstStyle>
            <a:p>
              <a:pPr algn="ctr"/>
              <a:r>
                <a:rPr lang="de-DE" b="1" dirty="0">
                  <a:solidFill>
                    <a:schemeClr val="tx2"/>
                  </a:solidFill>
                </a:rPr>
                <a:t>Mobile</a:t>
              </a:r>
              <a:endParaRPr lang="en-US" b="1" dirty="0">
                <a:solidFill>
                  <a:srgbClr val="0050FF"/>
                </a:solidFill>
                <a:latin typeface="+mj-lt"/>
                <a:cs typeface="On Air" panose="020F0503030404020204" pitchFamily="34" charset="77"/>
              </a:endParaRPr>
            </a:p>
          </p:txBody>
        </p:sp>
        <p:sp>
          <p:nvSpPr>
            <p:cNvPr id="38" name="Text Placeholder 32">
              <a:extLst>
                <a:ext uri="{FF2B5EF4-FFF2-40B4-BE49-F238E27FC236}">
                  <a16:creationId xmlns:a16="http://schemas.microsoft.com/office/drawing/2014/main" id="{BA6A749F-2981-2460-4558-E32B848AF2A5}"/>
                </a:ext>
              </a:extLst>
            </p:cNvPr>
            <p:cNvSpPr txBox="1">
              <a:spLocks/>
            </p:cNvSpPr>
            <p:nvPr/>
          </p:nvSpPr>
          <p:spPr>
            <a:xfrm>
              <a:off x="628744" y="4603750"/>
              <a:ext cx="2303463" cy="314325"/>
            </a:xfrm>
            <a:prstGeom prst="rect">
              <a:avLst/>
            </a:prstGeom>
          </p:spPr>
          <p:txBody>
            <a:bodyPr vert="horz" wrap="square" lIns="0" tIns="0" rIns="0" bIns="0" rtlCol="0">
              <a:noAutofit/>
            </a:bodyPr>
            <a:lstStyle>
              <a:lvl1pPr marL="0" indent="0" algn="l" defTabSz="877996" rtl="0" eaLnBrk="1" latinLnBrk="0" hangingPunct="1">
                <a:lnSpc>
                  <a:spcPct val="100000"/>
                </a:lnSpc>
                <a:spcBef>
                  <a:spcPts val="600"/>
                </a:spcBef>
                <a:spcAft>
                  <a:spcPts val="600"/>
                </a:spcAft>
                <a:buClr>
                  <a:schemeClr val="tx1"/>
                </a:buClr>
                <a:buFont typeface="Arial" panose="020B0604020202020204" pitchFamily="34" charset="0"/>
                <a:buNone/>
                <a:defRPr sz="1600" b="0" i="0" kern="1200">
                  <a:solidFill>
                    <a:schemeClr val="tx2">
                      <a:lumMod val="65000"/>
                      <a:lumOff val="35000"/>
                    </a:schemeClr>
                  </a:solidFill>
                  <a:latin typeface="+mn-lt"/>
                  <a:ea typeface="Arial" panose="020B0604020202020204" pitchFamily="34" charset="0"/>
                  <a:cs typeface="VM Circular Chat Book Italic" panose="020B0604020101020102" pitchFamily="34" charset="77"/>
                </a:defRPr>
              </a:lvl1pPr>
              <a:lvl2pPr marL="270000" indent="-270000" algn="l" defTabSz="877996" rtl="0" eaLnBrk="1" latinLnBrk="0" hangingPunct="1">
                <a:lnSpc>
                  <a:spcPct val="100000"/>
                </a:lnSpc>
                <a:spcBef>
                  <a:spcPts val="600"/>
                </a:spcBef>
                <a:spcAft>
                  <a:spcPts val="600"/>
                </a:spcAft>
                <a:buClr>
                  <a:schemeClr val="tx2"/>
                </a:buClr>
                <a:buFont typeface="Arial" charset="0"/>
                <a:buChar char="•"/>
                <a:defRPr sz="1600" b="0" i="0" kern="1200">
                  <a:solidFill>
                    <a:schemeClr val="tx2">
                      <a:lumMod val="65000"/>
                      <a:lumOff val="35000"/>
                    </a:schemeClr>
                  </a:solidFill>
                  <a:latin typeface="+mn-lt"/>
                  <a:ea typeface="Arial" panose="020B0604020202020204" pitchFamily="34" charset="0"/>
                  <a:cs typeface="VM Circular Chat Book Italic" panose="020B0604020101020102" pitchFamily="34" charset="77"/>
                </a:defRPr>
              </a:lvl2pPr>
              <a:lvl3pPr marL="540000" indent="-270000" algn="l" defTabSz="877996" rtl="0" eaLnBrk="1" latinLnBrk="0" hangingPunct="1">
                <a:lnSpc>
                  <a:spcPct val="100000"/>
                </a:lnSpc>
                <a:spcBef>
                  <a:spcPts val="600"/>
                </a:spcBef>
                <a:spcAft>
                  <a:spcPts val="600"/>
                </a:spcAft>
                <a:buClr>
                  <a:schemeClr val="tx2"/>
                </a:buClr>
                <a:buFont typeface="Arial" panose="020B0604020202020204" pitchFamily="34" charset="0"/>
                <a:buChar char="•"/>
                <a:defRPr sz="1600" b="0" i="0" kern="1200">
                  <a:solidFill>
                    <a:schemeClr val="tx2">
                      <a:lumMod val="65000"/>
                      <a:lumOff val="35000"/>
                    </a:schemeClr>
                  </a:solidFill>
                  <a:latin typeface="+mn-lt"/>
                  <a:ea typeface="Arial" panose="020B0604020202020204" pitchFamily="34" charset="0"/>
                  <a:cs typeface="VM Circular Chat Book Italic" panose="020B0604020101020102" pitchFamily="34" charset="77"/>
                </a:defRPr>
              </a:lvl3pPr>
              <a:lvl4pPr marL="810000" indent="-270000" algn="l" defTabSz="877996" rtl="0" eaLnBrk="1" latinLnBrk="0" hangingPunct="1">
                <a:lnSpc>
                  <a:spcPct val="100000"/>
                </a:lnSpc>
                <a:spcBef>
                  <a:spcPts val="600"/>
                </a:spcBef>
                <a:spcAft>
                  <a:spcPts val="600"/>
                </a:spcAft>
                <a:buClr>
                  <a:schemeClr val="tx2"/>
                </a:buClr>
                <a:buFont typeface="Arial" charset="0"/>
                <a:buChar char="•"/>
                <a:defRPr sz="1400" b="0" i="0" kern="1200">
                  <a:solidFill>
                    <a:schemeClr val="tx2">
                      <a:lumMod val="65000"/>
                      <a:lumOff val="35000"/>
                    </a:schemeClr>
                  </a:solidFill>
                  <a:latin typeface="+mn-lt"/>
                  <a:ea typeface="Arial" panose="020B0604020202020204" pitchFamily="34" charset="0"/>
                  <a:cs typeface="VM Circular Chat Book Italic" panose="020B0604020101020102" pitchFamily="34" charset="77"/>
                </a:defRPr>
              </a:lvl4pPr>
              <a:lvl5pPr marL="1975490" indent="-219499" algn="l" defTabSz="877996" rtl="0" eaLnBrk="1" latinLnBrk="0" hangingPunct="1">
                <a:lnSpc>
                  <a:spcPct val="90000"/>
                </a:lnSpc>
                <a:spcBef>
                  <a:spcPts val="480"/>
                </a:spcBef>
                <a:buFont typeface="Arial" panose="020B0604020202020204" pitchFamily="34" charset="0"/>
                <a:buChar char="•"/>
                <a:defRPr sz="1729" kern="1200">
                  <a:solidFill>
                    <a:schemeClr val="tx1"/>
                  </a:solidFill>
                  <a:latin typeface="+mn-lt"/>
                  <a:ea typeface="+mn-ea"/>
                  <a:cs typeface="+mn-cs"/>
                </a:defRPr>
              </a:lvl5pPr>
              <a:lvl6pPr marL="2414489" indent="-219499" algn="l" defTabSz="877996" rtl="0" eaLnBrk="1" latinLnBrk="0" hangingPunct="1">
                <a:lnSpc>
                  <a:spcPct val="90000"/>
                </a:lnSpc>
                <a:spcBef>
                  <a:spcPts val="480"/>
                </a:spcBef>
                <a:buFont typeface="Arial" panose="020B0604020202020204" pitchFamily="34" charset="0"/>
                <a:buChar char="•"/>
                <a:defRPr sz="1729" kern="1200">
                  <a:solidFill>
                    <a:schemeClr val="tx1"/>
                  </a:solidFill>
                  <a:latin typeface="+mn-lt"/>
                  <a:ea typeface="+mn-ea"/>
                  <a:cs typeface="+mn-cs"/>
                </a:defRPr>
              </a:lvl6pPr>
              <a:lvl7pPr marL="2853487" indent="-219499" algn="l" defTabSz="877996" rtl="0" eaLnBrk="1" latinLnBrk="0" hangingPunct="1">
                <a:lnSpc>
                  <a:spcPct val="90000"/>
                </a:lnSpc>
                <a:spcBef>
                  <a:spcPts val="480"/>
                </a:spcBef>
                <a:buFont typeface="Arial" panose="020B0604020202020204" pitchFamily="34" charset="0"/>
                <a:buChar char="•"/>
                <a:defRPr sz="1729" kern="1200">
                  <a:solidFill>
                    <a:schemeClr val="tx1"/>
                  </a:solidFill>
                  <a:latin typeface="+mn-lt"/>
                  <a:ea typeface="+mn-ea"/>
                  <a:cs typeface="+mn-cs"/>
                </a:defRPr>
              </a:lvl7pPr>
              <a:lvl8pPr marL="3292484" indent="-219499" algn="l" defTabSz="877996" rtl="0" eaLnBrk="1" latinLnBrk="0" hangingPunct="1">
                <a:lnSpc>
                  <a:spcPct val="90000"/>
                </a:lnSpc>
                <a:spcBef>
                  <a:spcPts val="480"/>
                </a:spcBef>
                <a:buFont typeface="Arial" panose="020B0604020202020204" pitchFamily="34" charset="0"/>
                <a:buChar char="•"/>
                <a:defRPr sz="1729" kern="1200">
                  <a:solidFill>
                    <a:schemeClr val="tx1"/>
                  </a:solidFill>
                  <a:latin typeface="+mn-lt"/>
                  <a:ea typeface="+mn-ea"/>
                  <a:cs typeface="+mn-cs"/>
                </a:defRPr>
              </a:lvl8pPr>
              <a:lvl9pPr marL="3731482" indent="-219499" algn="l" defTabSz="877996" rtl="0" eaLnBrk="1" latinLnBrk="0" hangingPunct="1">
                <a:lnSpc>
                  <a:spcPct val="90000"/>
                </a:lnSpc>
                <a:spcBef>
                  <a:spcPts val="480"/>
                </a:spcBef>
                <a:buFont typeface="Arial" panose="020B0604020202020204" pitchFamily="34" charset="0"/>
                <a:buChar char="•"/>
                <a:defRPr sz="1729" kern="1200">
                  <a:solidFill>
                    <a:schemeClr val="tx1"/>
                  </a:solidFill>
                  <a:latin typeface="+mn-lt"/>
                  <a:ea typeface="+mn-ea"/>
                  <a:cs typeface="+mn-cs"/>
                </a:defRPr>
              </a:lvl9pPr>
            </a:lstStyle>
            <a:p>
              <a:pPr algn="ctr"/>
              <a:r>
                <a:rPr lang="de-DE" sz="1400" dirty="0">
                  <a:solidFill>
                    <a:schemeClr val="bg1">
                      <a:lumMod val="50000"/>
                    </a:schemeClr>
                  </a:solidFill>
                </a:rPr>
                <a:t>Sample </a:t>
              </a:r>
              <a:r>
                <a:rPr lang="de-DE" sz="1400" dirty="0" err="1">
                  <a:solidFill>
                    <a:schemeClr val="bg1">
                      <a:lumMod val="50000"/>
                    </a:schemeClr>
                  </a:solidFill>
                </a:rPr>
                <a:t>text</a:t>
              </a:r>
              <a:endParaRPr lang="en-US" sz="1280" dirty="0">
                <a:solidFill>
                  <a:srgbClr val="73737D"/>
                </a:solidFill>
                <a:cs typeface="On Air" panose="020F0503030404020204" pitchFamily="34" charset="77"/>
              </a:endParaRPr>
            </a:p>
          </p:txBody>
        </p:sp>
      </p:grpSp>
      <p:sp>
        <p:nvSpPr>
          <p:cNvPr id="2" name="Fußzeilenplatzhalter 1">
            <a:extLst>
              <a:ext uri="{FF2B5EF4-FFF2-40B4-BE49-F238E27FC236}">
                <a16:creationId xmlns:a16="http://schemas.microsoft.com/office/drawing/2014/main" id="{10A77792-B9A8-A95B-384B-3AF546366025}"/>
              </a:ext>
            </a:extLst>
          </p:cNvPr>
          <p:cNvSpPr>
            <a:spLocks noGrp="1"/>
          </p:cNvSpPr>
          <p:nvPr>
            <p:ph type="ftr" sz="quarter" idx="11"/>
          </p:nvPr>
        </p:nvSpPr>
        <p:spPr/>
        <p:txBody>
          <a:bodyPr/>
          <a:lstStyle/>
          <a:p>
            <a:r>
              <a:rPr lang="de-DE"/>
              <a:t>Restricted</a:t>
            </a:r>
          </a:p>
        </p:txBody>
      </p:sp>
    </p:spTree>
    <p:extLst>
      <p:ext uri="{BB962C8B-B14F-4D97-AF65-F5344CB8AC3E}">
        <p14:creationId xmlns:p14="http://schemas.microsoft.com/office/powerpoint/2010/main" val="363129638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F90C0FE-1C59-EC1C-C73F-8ECC20444149}"/>
              </a:ext>
            </a:extLst>
          </p:cNvPr>
          <p:cNvSpPr>
            <a:spLocks noGrp="1"/>
          </p:cNvSpPr>
          <p:nvPr>
            <p:ph type="title"/>
          </p:nvPr>
        </p:nvSpPr>
        <p:spPr>
          <a:xfrm>
            <a:off x="587375" y="549275"/>
            <a:ext cx="10513250" cy="466725"/>
          </a:xfrm>
        </p:spPr>
        <p:txBody>
          <a:bodyPr/>
          <a:lstStyle/>
          <a:p>
            <a:r>
              <a:rPr lang="de-DE" dirty="0"/>
              <a:t>Table </a:t>
            </a:r>
            <a:r>
              <a:rPr lang="de-DE" dirty="0" err="1"/>
              <a:t>with</a:t>
            </a:r>
            <a:r>
              <a:rPr lang="de-DE" dirty="0"/>
              <a:t> style “o2 </a:t>
            </a:r>
            <a:r>
              <a:rPr lang="de-DE" dirty="0" err="1"/>
              <a:t>Beyond</a:t>
            </a:r>
            <a:r>
              <a:rPr lang="de-DE" dirty="0"/>
              <a:t> Blue” (</a:t>
            </a:r>
            <a:r>
              <a:rPr lang="de-DE" dirty="0" err="1"/>
              <a:t>default</a:t>
            </a:r>
            <a:r>
              <a:rPr lang="de-DE" dirty="0"/>
              <a:t>)</a:t>
            </a:r>
          </a:p>
        </p:txBody>
      </p:sp>
      <p:sp>
        <p:nvSpPr>
          <p:cNvPr id="6" name="Foliennummernplatzhalter 5">
            <a:extLst>
              <a:ext uri="{FF2B5EF4-FFF2-40B4-BE49-F238E27FC236}">
                <a16:creationId xmlns:a16="http://schemas.microsoft.com/office/drawing/2014/main" id="{21AE7ED4-F605-E90D-4EC4-CA4E51093F12}"/>
              </a:ext>
            </a:extLst>
          </p:cNvPr>
          <p:cNvSpPr>
            <a:spLocks noGrp="1"/>
          </p:cNvSpPr>
          <p:nvPr>
            <p:ph type="sldNum" sz="quarter" idx="12"/>
          </p:nvPr>
        </p:nvSpPr>
        <p:spPr>
          <a:xfrm>
            <a:off x="11100625" y="6432680"/>
            <a:ext cx="504000" cy="195263"/>
          </a:xfrm>
        </p:spPr>
        <p:txBody>
          <a:bodyPr/>
          <a:lstStyle/>
          <a:p>
            <a:fld id="{67CD7502-7F22-405E-8273-ECAD6156DDA0}" type="slidenum">
              <a:rPr lang="de-DE" smtClean="0"/>
              <a:pPr/>
              <a:t>32</a:t>
            </a:fld>
            <a:endParaRPr lang="de-DE"/>
          </a:p>
        </p:txBody>
      </p:sp>
      <p:sp>
        <p:nvSpPr>
          <p:cNvPr id="8" name="Textplatzhalter 7">
            <a:extLst>
              <a:ext uri="{FF2B5EF4-FFF2-40B4-BE49-F238E27FC236}">
                <a16:creationId xmlns:a16="http://schemas.microsoft.com/office/drawing/2014/main" id="{FF0E8720-A3B6-A30C-631A-398CE6BE7194}"/>
              </a:ext>
            </a:extLst>
          </p:cNvPr>
          <p:cNvSpPr>
            <a:spLocks noGrp="1"/>
          </p:cNvSpPr>
          <p:nvPr>
            <p:ph type="body" sz="quarter" idx="13"/>
          </p:nvPr>
        </p:nvSpPr>
        <p:spPr/>
        <p:txBody>
          <a:bodyPr/>
          <a:lstStyle/>
          <a:p>
            <a:endParaRPr lang="de-DE"/>
          </a:p>
        </p:txBody>
      </p:sp>
      <p:graphicFrame>
        <p:nvGraphicFramePr>
          <p:cNvPr id="10" name="Inhaltsplatzhalter 9">
            <a:extLst>
              <a:ext uri="{FF2B5EF4-FFF2-40B4-BE49-F238E27FC236}">
                <a16:creationId xmlns:a16="http://schemas.microsoft.com/office/drawing/2014/main" id="{C9FC3B3E-68E0-27B2-367B-4B5C6E1016BC}"/>
              </a:ext>
            </a:extLst>
          </p:cNvPr>
          <p:cNvGraphicFramePr>
            <a:graphicFrameLocks noGrp="1"/>
          </p:cNvGraphicFramePr>
          <p:nvPr>
            <p:ph sz="half" idx="4294967295"/>
            <p:extLst>
              <p:ext uri="{D42A27DB-BD31-4B8C-83A1-F6EECF244321}">
                <p14:modId xmlns:p14="http://schemas.microsoft.com/office/powerpoint/2010/main" val="3362936442"/>
              </p:ext>
            </p:extLst>
          </p:nvPr>
        </p:nvGraphicFramePr>
        <p:xfrm>
          <a:off x="587375" y="1484764"/>
          <a:ext cx="11017248" cy="4212774"/>
        </p:xfrm>
        <a:graphic>
          <a:graphicData uri="http://schemas.openxmlformats.org/drawingml/2006/table">
            <a:tbl>
              <a:tblPr firstRow="1" firstCol="1" lastRow="1" lastCol="1" bandRow="1" bandCol="1">
                <a:tableStyleId>{097EDB7D-9C40-4041-8A46-99F5121B947F}</a:tableStyleId>
              </a:tblPr>
              <a:tblGrid>
                <a:gridCol w="1836208">
                  <a:extLst>
                    <a:ext uri="{9D8B030D-6E8A-4147-A177-3AD203B41FA5}">
                      <a16:colId xmlns:a16="http://schemas.microsoft.com/office/drawing/2014/main" val="1374306429"/>
                    </a:ext>
                  </a:extLst>
                </a:gridCol>
                <a:gridCol w="1836208">
                  <a:extLst>
                    <a:ext uri="{9D8B030D-6E8A-4147-A177-3AD203B41FA5}">
                      <a16:colId xmlns:a16="http://schemas.microsoft.com/office/drawing/2014/main" val="442813311"/>
                    </a:ext>
                  </a:extLst>
                </a:gridCol>
                <a:gridCol w="1836208">
                  <a:extLst>
                    <a:ext uri="{9D8B030D-6E8A-4147-A177-3AD203B41FA5}">
                      <a16:colId xmlns:a16="http://schemas.microsoft.com/office/drawing/2014/main" val="1267664180"/>
                    </a:ext>
                  </a:extLst>
                </a:gridCol>
                <a:gridCol w="1836208">
                  <a:extLst>
                    <a:ext uri="{9D8B030D-6E8A-4147-A177-3AD203B41FA5}">
                      <a16:colId xmlns:a16="http://schemas.microsoft.com/office/drawing/2014/main" val="152183403"/>
                    </a:ext>
                  </a:extLst>
                </a:gridCol>
                <a:gridCol w="1836208">
                  <a:extLst>
                    <a:ext uri="{9D8B030D-6E8A-4147-A177-3AD203B41FA5}">
                      <a16:colId xmlns:a16="http://schemas.microsoft.com/office/drawing/2014/main" val="1059590650"/>
                    </a:ext>
                  </a:extLst>
                </a:gridCol>
                <a:gridCol w="1836208">
                  <a:extLst>
                    <a:ext uri="{9D8B030D-6E8A-4147-A177-3AD203B41FA5}">
                      <a16:colId xmlns:a16="http://schemas.microsoft.com/office/drawing/2014/main" val="2081210449"/>
                    </a:ext>
                  </a:extLst>
                </a:gridCol>
              </a:tblGrid>
              <a:tr h="468086">
                <a:tc>
                  <a:txBody>
                    <a:bodyPr/>
                    <a:lstStyle/>
                    <a:p>
                      <a:endParaRPr lang="de-DE" dirty="0"/>
                    </a:p>
                  </a:txBody>
                  <a:tcPr anchor="ctr"/>
                </a:tc>
                <a:tc>
                  <a:txBody>
                    <a:bodyPr/>
                    <a:lstStyle/>
                    <a:p>
                      <a:r>
                        <a:rPr lang="de-DE" dirty="0"/>
                        <a:t>Header </a:t>
                      </a:r>
                      <a:r>
                        <a:rPr lang="de-DE" dirty="0" err="1"/>
                        <a:t>Row</a:t>
                      </a:r>
                      <a:endParaRPr lang="de-DE" dirty="0"/>
                    </a:p>
                  </a:txBody>
                  <a:tcPr anchor="ctr"/>
                </a:tc>
                <a:tc>
                  <a:txBody>
                    <a:bodyPr/>
                    <a:lstStyle/>
                    <a:p>
                      <a:r>
                        <a:rPr lang="de-DE" dirty="0"/>
                        <a:t>Header </a:t>
                      </a:r>
                      <a:r>
                        <a:rPr lang="de-DE" dirty="0" err="1"/>
                        <a:t>Row</a:t>
                      </a:r>
                      <a:endParaRPr lang="de-DE" dirty="0"/>
                    </a:p>
                  </a:txBody>
                  <a:tcPr anchor="ctr"/>
                </a:tc>
                <a:tc>
                  <a:txBody>
                    <a:bodyPr/>
                    <a:lstStyle/>
                    <a:p>
                      <a:r>
                        <a:rPr lang="de-DE"/>
                        <a:t>Header Row</a:t>
                      </a:r>
                      <a:endParaRPr lang="de-DE" dirty="0"/>
                    </a:p>
                  </a:txBody>
                  <a:tcPr anchor="ctr"/>
                </a:tc>
                <a:tc>
                  <a:txBody>
                    <a:bodyPr/>
                    <a:lstStyle/>
                    <a:p>
                      <a:r>
                        <a:rPr lang="de-DE"/>
                        <a:t>Header Row</a:t>
                      </a:r>
                      <a:endParaRPr lang="de-DE" dirty="0"/>
                    </a:p>
                  </a:txBody>
                  <a:tcPr anchor="ctr"/>
                </a:tc>
                <a:tc>
                  <a:txBody>
                    <a:bodyPr/>
                    <a:lstStyle/>
                    <a:p>
                      <a:r>
                        <a:rPr lang="de-DE" dirty="0"/>
                        <a:t>Header </a:t>
                      </a:r>
                      <a:r>
                        <a:rPr lang="de-DE" dirty="0" err="1"/>
                        <a:t>Row</a:t>
                      </a:r>
                      <a:endParaRPr lang="de-DE" dirty="0"/>
                    </a:p>
                  </a:txBody>
                  <a:tcPr anchor="ctr"/>
                </a:tc>
                <a:extLst>
                  <a:ext uri="{0D108BD9-81ED-4DB2-BD59-A6C34878D82A}">
                    <a16:rowId xmlns:a16="http://schemas.microsoft.com/office/drawing/2014/main" val="2971328497"/>
                  </a:ext>
                </a:extLst>
              </a:tr>
              <a:tr h="468086">
                <a:tc>
                  <a:txBody>
                    <a:bodyPr/>
                    <a:lstStyle/>
                    <a:p>
                      <a:r>
                        <a:rPr lang="de-DE" dirty="0"/>
                        <a:t>First </a:t>
                      </a:r>
                      <a:r>
                        <a:rPr lang="de-DE" dirty="0" err="1"/>
                        <a:t>Column</a:t>
                      </a:r>
                      <a:endParaRPr lang="de-DE" dirty="0"/>
                    </a:p>
                  </a:txBody>
                  <a:tcPr anchor="ctr"/>
                </a:tc>
                <a:tc>
                  <a:txBody>
                    <a:bodyPr/>
                    <a:lstStyle/>
                    <a:p>
                      <a:r>
                        <a:rPr lang="de-DE" dirty="0"/>
                        <a:t>Normal </a:t>
                      </a:r>
                      <a:r>
                        <a:rPr lang="de-DE" dirty="0" err="1"/>
                        <a:t>Cell</a:t>
                      </a:r>
                      <a:endParaRPr lang="de-DE" dirty="0"/>
                    </a:p>
                  </a:txBody>
                  <a:tcPr anchor="ctr"/>
                </a:tc>
                <a:tc>
                  <a:txBody>
                    <a:bodyPr/>
                    <a:lstStyle/>
                    <a:p>
                      <a:r>
                        <a:rPr lang="de-DE"/>
                        <a:t>Normal Cell</a:t>
                      </a:r>
                      <a:endParaRPr lang="de-DE" dirty="0"/>
                    </a:p>
                  </a:txBody>
                  <a:tcPr anchor="ctr"/>
                </a:tc>
                <a:tc>
                  <a:txBody>
                    <a:bodyPr/>
                    <a:lstStyle/>
                    <a:p>
                      <a:r>
                        <a:rPr lang="de-DE"/>
                        <a:t>Normal Cell</a:t>
                      </a:r>
                    </a:p>
                  </a:txBody>
                  <a:tcPr anchor="ctr"/>
                </a:tc>
                <a:tc>
                  <a:txBody>
                    <a:bodyPr/>
                    <a:lstStyle/>
                    <a:p>
                      <a:r>
                        <a:rPr lang="de-DE"/>
                        <a:t>Normal Cell</a:t>
                      </a:r>
                    </a:p>
                  </a:txBody>
                  <a:tcPr anchor="ctr"/>
                </a:tc>
                <a:tc>
                  <a:txBody>
                    <a:bodyPr/>
                    <a:lstStyle/>
                    <a:p>
                      <a:r>
                        <a:rPr lang="de-DE" dirty="0"/>
                        <a:t>Last </a:t>
                      </a:r>
                      <a:r>
                        <a:rPr lang="de-DE" dirty="0" err="1"/>
                        <a:t>Column</a:t>
                      </a:r>
                      <a:endParaRPr lang="de-DE" dirty="0"/>
                    </a:p>
                  </a:txBody>
                  <a:tcPr anchor="ctr"/>
                </a:tc>
                <a:extLst>
                  <a:ext uri="{0D108BD9-81ED-4DB2-BD59-A6C34878D82A}">
                    <a16:rowId xmlns:a16="http://schemas.microsoft.com/office/drawing/2014/main" val="324991050"/>
                  </a:ext>
                </a:extLst>
              </a:tr>
              <a:tr h="468086">
                <a:tc>
                  <a:txBody>
                    <a:bodyPr/>
                    <a:lstStyle/>
                    <a:p>
                      <a:r>
                        <a:rPr lang="de-DE"/>
                        <a:t>First Column</a:t>
                      </a:r>
                      <a:endParaRPr lang="de-DE" dirty="0"/>
                    </a:p>
                  </a:txBody>
                  <a:tcPr anchor="ctr"/>
                </a:tc>
                <a:tc>
                  <a:txBody>
                    <a:bodyPr/>
                    <a:lstStyle/>
                    <a:p>
                      <a:r>
                        <a:rPr lang="de-DE"/>
                        <a:t>Normal Cell</a:t>
                      </a:r>
                      <a:endParaRPr lang="de-DE" dirty="0"/>
                    </a:p>
                  </a:txBody>
                  <a:tcPr anchor="ctr"/>
                </a:tc>
                <a:tc>
                  <a:txBody>
                    <a:bodyPr/>
                    <a:lstStyle/>
                    <a:p>
                      <a:r>
                        <a:rPr lang="de-DE"/>
                        <a:t>Normal Cell</a:t>
                      </a:r>
                    </a:p>
                  </a:txBody>
                  <a:tcPr anchor="ctr"/>
                </a:tc>
                <a:tc>
                  <a:txBody>
                    <a:bodyPr/>
                    <a:lstStyle/>
                    <a:p>
                      <a:r>
                        <a:rPr lang="de-DE"/>
                        <a:t>Normal Cell</a:t>
                      </a:r>
                    </a:p>
                  </a:txBody>
                  <a:tcPr anchor="ctr"/>
                </a:tc>
                <a:tc>
                  <a:txBody>
                    <a:bodyPr/>
                    <a:lstStyle/>
                    <a:p>
                      <a:r>
                        <a:rPr lang="de-DE"/>
                        <a:t>Normal Cell</a:t>
                      </a:r>
                    </a:p>
                  </a:txBody>
                  <a:tcPr anchor="ctr"/>
                </a:tc>
                <a:tc>
                  <a:txBody>
                    <a:bodyPr/>
                    <a:lstStyle/>
                    <a:p>
                      <a:r>
                        <a:rPr lang="de-DE"/>
                        <a:t>Last Column</a:t>
                      </a:r>
                      <a:endParaRPr lang="de-DE" dirty="0"/>
                    </a:p>
                  </a:txBody>
                  <a:tcPr anchor="ctr"/>
                </a:tc>
                <a:extLst>
                  <a:ext uri="{0D108BD9-81ED-4DB2-BD59-A6C34878D82A}">
                    <a16:rowId xmlns:a16="http://schemas.microsoft.com/office/drawing/2014/main" val="3197031765"/>
                  </a:ext>
                </a:extLst>
              </a:tr>
              <a:tr h="468086">
                <a:tc>
                  <a:txBody>
                    <a:bodyPr/>
                    <a:lstStyle/>
                    <a:p>
                      <a:r>
                        <a:rPr lang="de-DE"/>
                        <a:t>First Column</a:t>
                      </a:r>
                      <a:endParaRPr lang="de-DE" dirty="0"/>
                    </a:p>
                  </a:txBody>
                  <a:tcPr anchor="ctr"/>
                </a:tc>
                <a:tc>
                  <a:txBody>
                    <a:bodyPr/>
                    <a:lstStyle/>
                    <a:p>
                      <a:r>
                        <a:rPr lang="de-DE"/>
                        <a:t>Normal Cell</a:t>
                      </a:r>
                      <a:endParaRPr lang="de-DE" dirty="0"/>
                    </a:p>
                  </a:txBody>
                  <a:tcPr anchor="ctr"/>
                </a:tc>
                <a:tc>
                  <a:txBody>
                    <a:bodyPr/>
                    <a:lstStyle/>
                    <a:p>
                      <a:r>
                        <a:rPr lang="de-DE"/>
                        <a:t>Normal Cell</a:t>
                      </a:r>
                    </a:p>
                  </a:txBody>
                  <a:tcPr anchor="ctr"/>
                </a:tc>
                <a:tc>
                  <a:txBody>
                    <a:bodyPr/>
                    <a:lstStyle/>
                    <a:p>
                      <a:r>
                        <a:rPr lang="de-DE"/>
                        <a:t>Normal Cell</a:t>
                      </a:r>
                      <a:endParaRPr lang="de-DE" dirty="0"/>
                    </a:p>
                  </a:txBody>
                  <a:tcPr anchor="ctr"/>
                </a:tc>
                <a:tc>
                  <a:txBody>
                    <a:bodyPr/>
                    <a:lstStyle/>
                    <a:p>
                      <a:r>
                        <a:rPr lang="de-DE"/>
                        <a:t>Normal Cell</a:t>
                      </a:r>
                    </a:p>
                  </a:txBody>
                  <a:tcPr anchor="ctr"/>
                </a:tc>
                <a:tc>
                  <a:txBody>
                    <a:bodyPr/>
                    <a:lstStyle/>
                    <a:p>
                      <a:r>
                        <a:rPr lang="de-DE"/>
                        <a:t>Last Column</a:t>
                      </a:r>
                      <a:endParaRPr lang="de-DE" dirty="0"/>
                    </a:p>
                  </a:txBody>
                  <a:tcPr anchor="ctr"/>
                </a:tc>
                <a:extLst>
                  <a:ext uri="{0D108BD9-81ED-4DB2-BD59-A6C34878D82A}">
                    <a16:rowId xmlns:a16="http://schemas.microsoft.com/office/drawing/2014/main" val="2721934571"/>
                  </a:ext>
                </a:extLst>
              </a:tr>
              <a:tr h="468086">
                <a:tc>
                  <a:txBody>
                    <a:bodyPr/>
                    <a:lstStyle/>
                    <a:p>
                      <a:r>
                        <a:rPr lang="de-DE"/>
                        <a:t>First Column</a:t>
                      </a:r>
                      <a:endParaRPr lang="de-DE" dirty="0"/>
                    </a:p>
                  </a:txBody>
                  <a:tcPr anchor="ctr"/>
                </a:tc>
                <a:tc>
                  <a:txBody>
                    <a:bodyPr/>
                    <a:lstStyle/>
                    <a:p>
                      <a:r>
                        <a:rPr lang="de-DE"/>
                        <a:t>Normal Cell</a:t>
                      </a:r>
                    </a:p>
                  </a:txBody>
                  <a:tcPr anchor="ctr"/>
                </a:tc>
                <a:tc>
                  <a:txBody>
                    <a:bodyPr/>
                    <a:lstStyle/>
                    <a:p>
                      <a:r>
                        <a:rPr lang="de-DE"/>
                        <a:t>Normal Cell</a:t>
                      </a:r>
                    </a:p>
                  </a:txBody>
                  <a:tcPr anchor="ctr"/>
                </a:tc>
                <a:tc>
                  <a:txBody>
                    <a:bodyPr/>
                    <a:lstStyle/>
                    <a:p>
                      <a:r>
                        <a:rPr lang="de-DE"/>
                        <a:t>Normal Cell</a:t>
                      </a:r>
                    </a:p>
                  </a:txBody>
                  <a:tcPr anchor="ctr"/>
                </a:tc>
                <a:tc>
                  <a:txBody>
                    <a:bodyPr/>
                    <a:lstStyle/>
                    <a:p>
                      <a:r>
                        <a:rPr lang="de-DE"/>
                        <a:t>Normal Cell</a:t>
                      </a:r>
                      <a:endParaRPr lang="de-DE" dirty="0"/>
                    </a:p>
                  </a:txBody>
                  <a:tcPr anchor="ctr"/>
                </a:tc>
                <a:tc>
                  <a:txBody>
                    <a:bodyPr/>
                    <a:lstStyle/>
                    <a:p>
                      <a:r>
                        <a:rPr lang="de-DE"/>
                        <a:t>Last Column</a:t>
                      </a:r>
                      <a:endParaRPr lang="de-DE" dirty="0"/>
                    </a:p>
                  </a:txBody>
                  <a:tcPr anchor="ctr"/>
                </a:tc>
                <a:extLst>
                  <a:ext uri="{0D108BD9-81ED-4DB2-BD59-A6C34878D82A}">
                    <a16:rowId xmlns:a16="http://schemas.microsoft.com/office/drawing/2014/main" val="797070053"/>
                  </a:ext>
                </a:extLst>
              </a:tr>
              <a:tr h="468086">
                <a:tc>
                  <a:txBody>
                    <a:bodyPr/>
                    <a:lstStyle/>
                    <a:p>
                      <a:r>
                        <a:rPr lang="de-DE" dirty="0"/>
                        <a:t>First </a:t>
                      </a:r>
                      <a:r>
                        <a:rPr lang="de-DE" dirty="0" err="1"/>
                        <a:t>Column</a:t>
                      </a:r>
                      <a:endParaRPr lang="de-DE" dirty="0"/>
                    </a:p>
                  </a:txBody>
                  <a:tcPr anchor="ctr"/>
                </a:tc>
                <a:tc>
                  <a:txBody>
                    <a:bodyPr/>
                    <a:lstStyle/>
                    <a:p>
                      <a:r>
                        <a:rPr lang="de-DE" dirty="0"/>
                        <a:t>Normal </a:t>
                      </a:r>
                      <a:r>
                        <a:rPr lang="de-DE" dirty="0" err="1"/>
                        <a:t>Cell</a:t>
                      </a:r>
                      <a:endParaRPr lang="de-DE" dirty="0"/>
                    </a:p>
                  </a:txBody>
                  <a:tcPr anchor="ctr"/>
                </a:tc>
                <a:tc>
                  <a:txBody>
                    <a:bodyPr/>
                    <a:lstStyle/>
                    <a:p>
                      <a:r>
                        <a:rPr lang="de-DE" dirty="0"/>
                        <a:t>Normal </a:t>
                      </a:r>
                      <a:r>
                        <a:rPr lang="de-DE" dirty="0" err="1"/>
                        <a:t>Cell</a:t>
                      </a:r>
                      <a:endParaRPr lang="de-DE" dirty="0"/>
                    </a:p>
                  </a:txBody>
                  <a:tcPr anchor="ctr"/>
                </a:tc>
                <a:tc>
                  <a:txBody>
                    <a:bodyPr/>
                    <a:lstStyle/>
                    <a:p>
                      <a:r>
                        <a:rPr lang="de-DE" dirty="0"/>
                        <a:t>Normal </a:t>
                      </a:r>
                      <a:r>
                        <a:rPr lang="de-DE" dirty="0" err="1"/>
                        <a:t>Cell</a:t>
                      </a:r>
                      <a:endParaRPr lang="de-DE" dirty="0"/>
                    </a:p>
                  </a:txBody>
                  <a:tcPr anchor="ctr"/>
                </a:tc>
                <a:tc>
                  <a:txBody>
                    <a:bodyPr/>
                    <a:lstStyle/>
                    <a:p>
                      <a:r>
                        <a:rPr lang="de-DE" dirty="0"/>
                        <a:t>Normal </a:t>
                      </a:r>
                      <a:r>
                        <a:rPr lang="de-DE" dirty="0" err="1"/>
                        <a:t>Cell</a:t>
                      </a:r>
                      <a:endParaRPr lang="de-DE" dirty="0"/>
                    </a:p>
                  </a:txBody>
                  <a:tcPr anchor="ctr"/>
                </a:tc>
                <a:tc>
                  <a:txBody>
                    <a:bodyPr/>
                    <a:lstStyle/>
                    <a:p>
                      <a:r>
                        <a:rPr lang="de-DE" dirty="0"/>
                        <a:t>Last </a:t>
                      </a:r>
                      <a:r>
                        <a:rPr lang="de-DE" dirty="0" err="1"/>
                        <a:t>Column</a:t>
                      </a:r>
                      <a:endParaRPr lang="de-DE" dirty="0"/>
                    </a:p>
                  </a:txBody>
                  <a:tcPr anchor="ctr"/>
                </a:tc>
                <a:extLst>
                  <a:ext uri="{0D108BD9-81ED-4DB2-BD59-A6C34878D82A}">
                    <a16:rowId xmlns:a16="http://schemas.microsoft.com/office/drawing/2014/main" val="894311733"/>
                  </a:ext>
                </a:extLst>
              </a:tr>
              <a:tr h="468086">
                <a:tc>
                  <a:txBody>
                    <a:bodyPr/>
                    <a:lstStyle/>
                    <a:p>
                      <a:r>
                        <a:rPr lang="de-DE"/>
                        <a:t>First Column</a:t>
                      </a:r>
                      <a:endParaRPr lang="de-DE" dirty="0"/>
                    </a:p>
                  </a:txBody>
                  <a:tcPr anchor="ctr"/>
                </a:tc>
                <a:tc>
                  <a:txBody>
                    <a:bodyPr/>
                    <a:lstStyle/>
                    <a:p>
                      <a:r>
                        <a:rPr lang="de-DE" dirty="0"/>
                        <a:t>Normal </a:t>
                      </a:r>
                      <a:r>
                        <a:rPr lang="de-DE" dirty="0" err="1"/>
                        <a:t>Cell</a:t>
                      </a:r>
                      <a:endParaRPr lang="de-DE" dirty="0"/>
                    </a:p>
                  </a:txBody>
                  <a:tcPr anchor="ctr"/>
                </a:tc>
                <a:tc>
                  <a:txBody>
                    <a:bodyPr/>
                    <a:lstStyle/>
                    <a:p>
                      <a:r>
                        <a:rPr lang="de-DE"/>
                        <a:t>Normal Cell</a:t>
                      </a:r>
                      <a:endParaRPr lang="de-DE" dirty="0"/>
                    </a:p>
                  </a:txBody>
                  <a:tcPr anchor="ctr"/>
                </a:tc>
                <a:tc>
                  <a:txBody>
                    <a:bodyPr/>
                    <a:lstStyle/>
                    <a:p>
                      <a:r>
                        <a:rPr lang="de-DE"/>
                        <a:t>Normal Cell</a:t>
                      </a:r>
                    </a:p>
                  </a:txBody>
                  <a:tcPr anchor="ctr"/>
                </a:tc>
                <a:tc>
                  <a:txBody>
                    <a:bodyPr/>
                    <a:lstStyle/>
                    <a:p>
                      <a:r>
                        <a:rPr lang="de-DE"/>
                        <a:t>Normal Cell</a:t>
                      </a:r>
                      <a:endParaRPr lang="de-DE" dirty="0"/>
                    </a:p>
                  </a:txBody>
                  <a:tcPr anchor="ctr"/>
                </a:tc>
                <a:tc>
                  <a:txBody>
                    <a:bodyPr/>
                    <a:lstStyle/>
                    <a:p>
                      <a:r>
                        <a:rPr lang="de-DE"/>
                        <a:t>Last Column</a:t>
                      </a:r>
                      <a:endParaRPr lang="de-DE" dirty="0"/>
                    </a:p>
                  </a:txBody>
                  <a:tcPr anchor="ctr"/>
                </a:tc>
                <a:extLst>
                  <a:ext uri="{0D108BD9-81ED-4DB2-BD59-A6C34878D82A}">
                    <a16:rowId xmlns:a16="http://schemas.microsoft.com/office/drawing/2014/main" val="374957238"/>
                  </a:ext>
                </a:extLst>
              </a:tr>
              <a:tr h="468086">
                <a:tc>
                  <a:txBody>
                    <a:bodyPr/>
                    <a:lstStyle/>
                    <a:p>
                      <a:r>
                        <a:rPr lang="de-DE"/>
                        <a:t>First Column</a:t>
                      </a:r>
                      <a:endParaRPr lang="de-DE" dirty="0"/>
                    </a:p>
                  </a:txBody>
                  <a:tcPr anchor="ctr"/>
                </a:tc>
                <a:tc>
                  <a:txBody>
                    <a:bodyPr/>
                    <a:lstStyle/>
                    <a:p>
                      <a:r>
                        <a:rPr lang="de-DE"/>
                        <a:t>Normal Cell</a:t>
                      </a:r>
                      <a:endParaRPr lang="de-DE" dirty="0"/>
                    </a:p>
                  </a:txBody>
                  <a:tcPr anchor="ctr"/>
                </a:tc>
                <a:tc>
                  <a:txBody>
                    <a:bodyPr/>
                    <a:lstStyle/>
                    <a:p>
                      <a:r>
                        <a:rPr lang="de-DE"/>
                        <a:t>Normal Cell</a:t>
                      </a:r>
                      <a:endParaRPr lang="de-DE" dirty="0"/>
                    </a:p>
                  </a:txBody>
                  <a:tcPr anchor="ctr"/>
                </a:tc>
                <a:tc>
                  <a:txBody>
                    <a:bodyPr/>
                    <a:lstStyle/>
                    <a:p>
                      <a:r>
                        <a:rPr lang="de-DE"/>
                        <a:t>Normal Cell</a:t>
                      </a:r>
                      <a:endParaRPr lang="de-DE" dirty="0"/>
                    </a:p>
                  </a:txBody>
                  <a:tcPr anchor="ctr"/>
                </a:tc>
                <a:tc>
                  <a:txBody>
                    <a:bodyPr/>
                    <a:lstStyle/>
                    <a:p>
                      <a:r>
                        <a:rPr lang="de-DE"/>
                        <a:t>Normal Cell</a:t>
                      </a:r>
                      <a:endParaRPr lang="de-DE" dirty="0"/>
                    </a:p>
                  </a:txBody>
                  <a:tcPr anchor="ctr"/>
                </a:tc>
                <a:tc>
                  <a:txBody>
                    <a:bodyPr/>
                    <a:lstStyle/>
                    <a:p>
                      <a:r>
                        <a:rPr lang="de-DE"/>
                        <a:t>Last Column</a:t>
                      </a:r>
                      <a:endParaRPr lang="de-DE" dirty="0"/>
                    </a:p>
                  </a:txBody>
                  <a:tcPr anchor="ctr"/>
                </a:tc>
                <a:extLst>
                  <a:ext uri="{0D108BD9-81ED-4DB2-BD59-A6C34878D82A}">
                    <a16:rowId xmlns:a16="http://schemas.microsoft.com/office/drawing/2014/main" val="482192344"/>
                  </a:ext>
                </a:extLst>
              </a:tr>
              <a:tr h="468086">
                <a:tc>
                  <a:txBody>
                    <a:bodyPr/>
                    <a:lstStyle/>
                    <a:p>
                      <a:r>
                        <a:rPr lang="de-DE" dirty="0"/>
                        <a:t>Total </a:t>
                      </a:r>
                      <a:r>
                        <a:rPr lang="de-DE" dirty="0" err="1"/>
                        <a:t>Row</a:t>
                      </a:r>
                      <a:endParaRPr lang="de-DE" dirty="0"/>
                    </a:p>
                  </a:txBody>
                  <a:tcPr anchor="ctr"/>
                </a:tc>
                <a:tc>
                  <a:txBody>
                    <a:bodyPr/>
                    <a:lstStyle/>
                    <a:p>
                      <a:r>
                        <a:rPr lang="de-DE"/>
                        <a:t>Total Row</a:t>
                      </a:r>
                      <a:endParaRPr lang="de-DE" dirty="0"/>
                    </a:p>
                  </a:txBody>
                  <a:tcPr anchor="ctr"/>
                </a:tc>
                <a:tc>
                  <a:txBody>
                    <a:bodyPr/>
                    <a:lstStyle/>
                    <a:p>
                      <a:r>
                        <a:rPr lang="de-DE" dirty="0"/>
                        <a:t>Total </a:t>
                      </a:r>
                      <a:r>
                        <a:rPr lang="de-DE" dirty="0" err="1"/>
                        <a:t>Row</a:t>
                      </a:r>
                      <a:endParaRPr lang="de-DE" dirty="0"/>
                    </a:p>
                  </a:txBody>
                  <a:tcPr anchor="ctr"/>
                </a:tc>
                <a:tc>
                  <a:txBody>
                    <a:bodyPr/>
                    <a:lstStyle/>
                    <a:p>
                      <a:r>
                        <a:rPr lang="de-DE"/>
                        <a:t>Total Row</a:t>
                      </a:r>
                      <a:endParaRPr lang="de-DE" dirty="0"/>
                    </a:p>
                  </a:txBody>
                  <a:tcPr anchor="ctr"/>
                </a:tc>
                <a:tc>
                  <a:txBody>
                    <a:bodyPr/>
                    <a:lstStyle/>
                    <a:p>
                      <a:r>
                        <a:rPr lang="de-DE"/>
                        <a:t>Total Row</a:t>
                      </a:r>
                      <a:endParaRPr lang="de-DE" dirty="0"/>
                    </a:p>
                  </a:txBody>
                  <a:tcPr anchor="ctr"/>
                </a:tc>
                <a:tc>
                  <a:txBody>
                    <a:bodyPr/>
                    <a:lstStyle/>
                    <a:p>
                      <a:r>
                        <a:rPr lang="de-DE" dirty="0"/>
                        <a:t>Total </a:t>
                      </a:r>
                      <a:r>
                        <a:rPr lang="de-DE" dirty="0" err="1"/>
                        <a:t>Row</a:t>
                      </a:r>
                      <a:endParaRPr lang="de-DE" dirty="0"/>
                    </a:p>
                  </a:txBody>
                  <a:tcPr anchor="ctr"/>
                </a:tc>
                <a:extLst>
                  <a:ext uri="{0D108BD9-81ED-4DB2-BD59-A6C34878D82A}">
                    <a16:rowId xmlns:a16="http://schemas.microsoft.com/office/drawing/2014/main" val="3761690843"/>
                  </a:ext>
                </a:extLst>
              </a:tr>
            </a:tbl>
          </a:graphicData>
        </a:graphic>
      </p:graphicFrame>
      <p:sp>
        <p:nvSpPr>
          <p:cNvPr id="3" name="Fußzeilenplatzhalter 2">
            <a:extLst>
              <a:ext uri="{FF2B5EF4-FFF2-40B4-BE49-F238E27FC236}">
                <a16:creationId xmlns:a16="http://schemas.microsoft.com/office/drawing/2014/main" id="{A1BEDD89-03B3-5818-DC70-F590C89C8FD6}"/>
              </a:ext>
            </a:extLst>
          </p:cNvPr>
          <p:cNvSpPr>
            <a:spLocks noGrp="1"/>
          </p:cNvSpPr>
          <p:nvPr>
            <p:ph type="ftr" sz="quarter" idx="11"/>
          </p:nvPr>
        </p:nvSpPr>
        <p:spPr/>
        <p:txBody>
          <a:bodyPr/>
          <a:lstStyle/>
          <a:p>
            <a:r>
              <a:rPr lang="de-DE"/>
              <a:t>Restricted</a:t>
            </a:r>
          </a:p>
        </p:txBody>
      </p:sp>
    </p:spTree>
    <p:extLst>
      <p:ext uri="{BB962C8B-B14F-4D97-AF65-F5344CB8AC3E}">
        <p14:creationId xmlns:p14="http://schemas.microsoft.com/office/powerpoint/2010/main" val="219478775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D5A5FC0-4490-9BF1-CF76-AAF1F4E843B3}"/>
              </a:ext>
            </a:extLst>
          </p:cNvPr>
          <p:cNvSpPr>
            <a:spLocks noGrp="1"/>
          </p:cNvSpPr>
          <p:nvPr>
            <p:ph type="title"/>
          </p:nvPr>
        </p:nvSpPr>
        <p:spPr>
          <a:xfrm>
            <a:off x="587375" y="549275"/>
            <a:ext cx="10513250" cy="466725"/>
          </a:xfrm>
        </p:spPr>
        <p:txBody>
          <a:bodyPr/>
          <a:lstStyle/>
          <a:p>
            <a:r>
              <a:rPr lang="de-DE" dirty="0"/>
              <a:t>Table </a:t>
            </a:r>
            <a:r>
              <a:rPr lang="de-DE" dirty="0" err="1"/>
              <a:t>with</a:t>
            </a:r>
            <a:r>
              <a:rPr lang="de-DE" dirty="0"/>
              <a:t> style “o2 </a:t>
            </a:r>
            <a:r>
              <a:rPr lang="de-DE" dirty="0" err="1"/>
              <a:t>Beyond</a:t>
            </a:r>
            <a:r>
              <a:rPr lang="de-DE" dirty="0"/>
              <a:t> Blue” (</a:t>
            </a:r>
            <a:r>
              <a:rPr lang="de-DE" dirty="0" err="1"/>
              <a:t>default</a:t>
            </a:r>
            <a:r>
              <a:rPr lang="de-DE" dirty="0"/>
              <a:t>)</a:t>
            </a:r>
          </a:p>
        </p:txBody>
      </p:sp>
      <p:sp>
        <p:nvSpPr>
          <p:cNvPr id="4" name="Foliennummernplatzhalter 3">
            <a:extLst>
              <a:ext uri="{FF2B5EF4-FFF2-40B4-BE49-F238E27FC236}">
                <a16:creationId xmlns:a16="http://schemas.microsoft.com/office/drawing/2014/main" id="{381B92CB-2AB3-14B7-F0BC-FCEFECFD4A73}"/>
              </a:ext>
            </a:extLst>
          </p:cNvPr>
          <p:cNvSpPr>
            <a:spLocks noGrp="1"/>
          </p:cNvSpPr>
          <p:nvPr>
            <p:ph type="sldNum" sz="quarter" idx="12"/>
          </p:nvPr>
        </p:nvSpPr>
        <p:spPr>
          <a:xfrm>
            <a:off x="11100625" y="6432680"/>
            <a:ext cx="504000" cy="195263"/>
          </a:xfrm>
        </p:spPr>
        <p:txBody>
          <a:bodyPr/>
          <a:lstStyle/>
          <a:p>
            <a:fld id="{67CD7502-7F22-405E-8273-ECAD6156DDA0}" type="slidenum">
              <a:rPr lang="de-DE" smtClean="0"/>
              <a:pPr/>
              <a:t>33</a:t>
            </a:fld>
            <a:endParaRPr lang="de-DE"/>
          </a:p>
        </p:txBody>
      </p:sp>
      <p:sp>
        <p:nvSpPr>
          <p:cNvPr id="9" name="Textplatzhalter 8">
            <a:extLst>
              <a:ext uri="{FF2B5EF4-FFF2-40B4-BE49-F238E27FC236}">
                <a16:creationId xmlns:a16="http://schemas.microsoft.com/office/drawing/2014/main" id="{0A6C8E12-2518-8EE1-4D7F-F2C4909B7223}"/>
              </a:ext>
            </a:extLst>
          </p:cNvPr>
          <p:cNvSpPr>
            <a:spLocks noGrp="1"/>
          </p:cNvSpPr>
          <p:nvPr>
            <p:ph type="body" sz="quarter" idx="13"/>
          </p:nvPr>
        </p:nvSpPr>
        <p:spPr/>
        <p:txBody>
          <a:bodyPr/>
          <a:lstStyle/>
          <a:p>
            <a:endParaRPr lang="de-DE"/>
          </a:p>
        </p:txBody>
      </p:sp>
      <p:graphicFrame>
        <p:nvGraphicFramePr>
          <p:cNvPr id="5" name="Tabelle 4">
            <a:extLst>
              <a:ext uri="{FF2B5EF4-FFF2-40B4-BE49-F238E27FC236}">
                <a16:creationId xmlns:a16="http://schemas.microsoft.com/office/drawing/2014/main" id="{6EEA3FCB-B316-FA3D-34CA-42E03716C5C5}"/>
              </a:ext>
            </a:extLst>
          </p:cNvPr>
          <p:cNvGraphicFramePr>
            <a:graphicFrameLocks noGrp="1"/>
          </p:cNvGraphicFramePr>
          <p:nvPr>
            <p:extLst>
              <p:ext uri="{D42A27DB-BD31-4B8C-83A1-F6EECF244321}">
                <p14:modId xmlns:p14="http://schemas.microsoft.com/office/powerpoint/2010/main" val="2570964434"/>
              </p:ext>
            </p:extLst>
          </p:nvPr>
        </p:nvGraphicFramePr>
        <p:xfrm>
          <a:off x="587375" y="1484312"/>
          <a:ext cx="11017250" cy="4213227"/>
        </p:xfrm>
        <a:graphic>
          <a:graphicData uri="http://schemas.openxmlformats.org/drawingml/2006/table">
            <a:tbl>
              <a:tblPr firstRow="1" firstCol="1" lastRow="1" bandRow="1">
                <a:tableStyleId>{097EDB7D-9C40-4041-8A46-99F5121B947F}</a:tableStyleId>
              </a:tblPr>
              <a:tblGrid>
                <a:gridCol w="2203450">
                  <a:extLst>
                    <a:ext uri="{9D8B030D-6E8A-4147-A177-3AD203B41FA5}">
                      <a16:colId xmlns:a16="http://schemas.microsoft.com/office/drawing/2014/main" val="671269966"/>
                    </a:ext>
                  </a:extLst>
                </a:gridCol>
                <a:gridCol w="2203450">
                  <a:extLst>
                    <a:ext uri="{9D8B030D-6E8A-4147-A177-3AD203B41FA5}">
                      <a16:colId xmlns:a16="http://schemas.microsoft.com/office/drawing/2014/main" val="1123948412"/>
                    </a:ext>
                  </a:extLst>
                </a:gridCol>
                <a:gridCol w="2203450">
                  <a:extLst>
                    <a:ext uri="{9D8B030D-6E8A-4147-A177-3AD203B41FA5}">
                      <a16:colId xmlns:a16="http://schemas.microsoft.com/office/drawing/2014/main" val="1469131809"/>
                    </a:ext>
                  </a:extLst>
                </a:gridCol>
                <a:gridCol w="2203450">
                  <a:extLst>
                    <a:ext uri="{9D8B030D-6E8A-4147-A177-3AD203B41FA5}">
                      <a16:colId xmlns:a16="http://schemas.microsoft.com/office/drawing/2014/main" val="55682136"/>
                    </a:ext>
                  </a:extLst>
                </a:gridCol>
                <a:gridCol w="2203450">
                  <a:extLst>
                    <a:ext uri="{9D8B030D-6E8A-4147-A177-3AD203B41FA5}">
                      <a16:colId xmlns:a16="http://schemas.microsoft.com/office/drawing/2014/main" val="828982037"/>
                    </a:ext>
                  </a:extLst>
                </a:gridCol>
              </a:tblGrid>
              <a:tr h="452968">
                <a:tc>
                  <a:txBody>
                    <a:bodyPr/>
                    <a:lstStyle/>
                    <a:p>
                      <a:endParaRPr lang="de-DE"/>
                    </a:p>
                  </a:txBody>
                  <a:tcPr anchor="ctr"/>
                </a:tc>
                <a:tc>
                  <a:txBody>
                    <a:bodyPr/>
                    <a:lstStyle/>
                    <a:p>
                      <a:pPr algn="ctr"/>
                      <a:r>
                        <a:rPr lang="de-DE" dirty="0"/>
                        <a:t>Small</a:t>
                      </a:r>
                    </a:p>
                  </a:txBody>
                  <a:tcPr anchor="ctr"/>
                </a:tc>
                <a:tc>
                  <a:txBody>
                    <a:bodyPr/>
                    <a:lstStyle/>
                    <a:p>
                      <a:pPr algn="ctr"/>
                      <a:r>
                        <a:rPr lang="de-DE" dirty="0"/>
                        <a:t>Medium</a:t>
                      </a:r>
                    </a:p>
                  </a:txBody>
                  <a:tcPr anchor="ctr"/>
                </a:tc>
                <a:tc>
                  <a:txBody>
                    <a:bodyPr/>
                    <a:lstStyle/>
                    <a:p>
                      <a:pPr algn="ctr"/>
                      <a:r>
                        <a:rPr lang="de-DE" dirty="0"/>
                        <a:t>Large</a:t>
                      </a:r>
                    </a:p>
                  </a:txBody>
                  <a:tcPr anchor="ctr"/>
                </a:tc>
                <a:tc>
                  <a:txBody>
                    <a:bodyPr/>
                    <a:lstStyle/>
                    <a:p>
                      <a:pPr algn="ctr"/>
                      <a:r>
                        <a:rPr lang="de-DE" dirty="0"/>
                        <a:t>XL</a:t>
                      </a:r>
                    </a:p>
                  </a:txBody>
                  <a:tcPr anchor="ctr"/>
                </a:tc>
                <a:extLst>
                  <a:ext uri="{0D108BD9-81ED-4DB2-BD59-A6C34878D82A}">
                    <a16:rowId xmlns:a16="http://schemas.microsoft.com/office/drawing/2014/main" val="3658642518"/>
                  </a:ext>
                </a:extLst>
              </a:tr>
              <a:tr h="781836">
                <a:tc>
                  <a:txBody>
                    <a:bodyPr/>
                    <a:lstStyle/>
                    <a:p>
                      <a:r>
                        <a:rPr lang="de-DE" dirty="0" err="1"/>
                        <a:t>Row</a:t>
                      </a:r>
                      <a:r>
                        <a:rPr lang="de-DE" dirty="0"/>
                        <a:t> title</a:t>
                      </a:r>
                    </a:p>
                  </a:txBody>
                  <a:tcPr anchor="ctr"/>
                </a:tc>
                <a:tc>
                  <a:txBody>
                    <a:bodyPr/>
                    <a:lstStyle/>
                    <a:p>
                      <a:pPr algn="ctr"/>
                      <a:r>
                        <a:rPr lang="de-DE" sz="3600" dirty="0">
                          <a:solidFill>
                            <a:schemeClr val="tx2"/>
                          </a:solidFill>
                        </a:rPr>
                        <a:t>•</a:t>
                      </a:r>
                    </a:p>
                  </a:txBody>
                  <a:tcPr anchor="ctr"/>
                </a:tc>
                <a:tc>
                  <a:txBody>
                    <a:bodyPr/>
                    <a:lstStyle/>
                    <a:p>
                      <a:pPr marL="0" marR="0" lvl="0" indent="0" algn="ctr"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de-DE" sz="3600" b="0" u="none" strike="noStrike" kern="1200" cap="none" spc="0" normalizeH="0" baseline="0" noProof="0" dirty="0">
                          <a:ln>
                            <a:noFill/>
                          </a:ln>
                          <a:solidFill>
                            <a:schemeClr val="tx2"/>
                          </a:solidFill>
                          <a:effectLst/>
                          <a:uLnTx/>
                          <a:uFillTx/>
                        </a:rPr>
                        <a:t>•</a:t>
                      </a:r>
                      <a:endParaRPr kumimoji="0" lang="de-DE" sz="3600" b="0" i="0" u="none" strike="noStrike" kern="1200" cap="none" spc="0" normalizeH="0" baseline="0" noProof="0" dirty="0">
                        <a:ln>
                          <a:noFill/>
                        </a:ln>
                        <a:solidFill>
                          <a:schemeClr val="tx2"/>
                        </a:solidFill>
                        <a:effectLst/>
                        <a:uLnTx/>
                        <a:uFillTx/>
                        <a:latin typeface="On Air"/>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de-DE" sz="3600" b="0" u="none" strike="noStrike" kern="1200" cap="none" spc="0" normalizeH="0" baseline="0" noProof="0" dirty="0">
                          <a:ln>
                            <a:noFill/>
                          </a:ln>
                          <a:solidFill>
                            <a:schemeClr val="tx2"/>
                          </a:solidFill>
                          <a:effectLst/>
                          <a:uLnTx/>
                          <a:uFillTx/>
                        </a:rPr>
                        <a:t>•</a:t>
                      </a:r>
                      <a:endParaRPr kumimoji="0" lang="de-DE" sz="3600" b="0" i="0" u="none" strike="noStrike" kern="1200" cap="none" spc="0" normalizeH="0" baseline="0" noProof="0" dirty="0">
                        <a:ln>
                          <a:noFill/>
                        </a:ln>
                        <a:solidFill>
                          <a:schemeClr val="tx2"/>
                        </a:solidFill>
                        <a:effectLst/>
                        <a:uLnTx/>
                        <a:uFillTx/>
                        <a:latin typeface="On Air"/>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de-DE" sz="3600" b="0" u="none" strike="noStrike" kern="1200" cap="none" spc="0" normalizeH="0" baseline="0" noProof="0" dirty="0">
                          <a:ln>
                            <a:noFill/>
                          </a:ln>
                          <a:solidFill>
                            <a:schemeClr val="tx2"/>
                          </a:solidFill>
                          <a:effectLst/>
                          <a:uLnTx/>
                          <a:uFillTx/>
                        </a:rPr>
                        <a:t>•</a:t>
                      </a:r>
                      <a:endParaRPr kumimoji="0" lang="de-DE" sz="3600" b="0" i="0" u="none" strike="noStrike" kern="1200" cap="none" spc="0" normalizeH="0" baseline="0" noProof="0" dirty="0">
                        <a:ln>
                          <a:noFill/>
                        </a:ln>
                        <a:solidFill>
                          <a:schemeClr val="tx2"/>
                        </a:solidFill>
                        <a:effectLst/>
                        <a:uLnTx/>
                        <a:uFillTx/>
                        <a:latin typeface="On Air"/>
                        <a:ea typeface="+mn-ea"/>
                        <a:cs typeface="+mn-cs"/>
                      </a:endParaRPr>
                    </a:p>
                  </a:txBody>
                  <a:tcPr anchor="ctr"/>
                </a:tc>
                <a:extLst>
                  <a:ext uri="{0D108BD9-81ED-4DB2-BD59-A6C34878D82A}">
                    <a16:rowId xmlns:a16="http://schemas.microsoft.com/office/drawing/2014/main" val="2152378884"/>
                  </a:ext>
                </a:extLst>
              </a:tr>
              <a:tr h="781836">
                <a:tc>
                  <a:txBody>
                    <a:body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lang="de-DE" dirty="0" err="1"/>
                        <a:t>Row</a:t>
                      </a:r>
                      <a:r>
                        <a:rPr lang="de-DE" dirty="0"/>
                        <a:t> title</a:t>
                      </a:r>
                    </a:p>
                  </a:txBody>
                  <a:tcPr anchor="ctr"/>
                </a:tc>
                <a:tc>
                  <a:txBody>
                    <a:bodyPr/>
                    <a:lstStyle/>
                    <a:p>
                      <a:pPr marL="0" marR="0" lvl="0" indent="0" algn="ctr"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de-DE" sz="3600" b="0" u="none" strike="noStrike" kern="1200" cap="none" spc="0" normalizeH="0" baseline="0" noProof="0" dirty="0">
                          <a:ln>
                            <a:noFill/>
                          </a:ln>
                          <a:solidFill>
                            <a:srgbClr val="73737D"/>
                          </a:solidFill>
                          <a:effectLst/>
                          <a:uLnTx/>
                          <a:uFillTx/>
                        </a:rPr>
                        <a:t>•</a:t>
                      </a:r>
                      <a:endParaRPr kumimoji="0" lang="de-DE" sz="3600" b="0" i="0" u="none" strike="noStrike" kern="1200" cap="none" spc="0" normalizeH="0" baseline="0" noProof="0" dirty="0">
                        <a:ln>
                          <a:noFill/>
                        </a:ln>
                        <a:solidFill>
                          <a:srgbClr val="73737D"/>
                        </a:solidFill>
                        <a:effectLst/>
                        <a:uLnTx/>
                        <a:uFillTx/>
                        <a:latin typeface="On Air"/>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de-DE" sz="3600" b="0" u="none" strike="noStrike" kern="1200" cap="none" spc="0" normalizeH="0" baseline="0" noProof="0" dirty="0">
                          <a:ln>
                            <a:noFill/>
                          </a:ln>
                          <a:solidFill>
                            <a:schemeClr val="tx2"/>
                          </a:solidFill>
                          <a:effectLst/>
                          <a:uLnTx/>
                          <a:uFillTx/>
                        </a:rPr>
                        <a:t>•</a:t>
                      </a:r>
                      <a:endParaRPr kumimoji="0" lang="de-DE" sz="3600" b="0" i="0" u="none" strike="noStrike" kern="1200" cap="none" spc="0" normalizeH="0" baseline="0" noProof="0" dirty="0">
                        <a:ln>
                          <a:noFill/>
                        </a:ln>
                        <a:solidFill>
                          <a:schemeClr val="tx2"/>
                        </a:solidFill>
                        <a:effectLst/>
                        <a:uLnTx/>
                        <a:uFillTx/>
                        <a:latin typeface="On Air"/>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de-DE" sz="3600" b="0" u="none" strike="noStrike" kern="1200" cap="none" spc="0" normalizeH="0" baseline="0" noProof="0" dirty="0">
                          <a:ln>
                            <a:noFill/>
                          </a:ln>
                          <a:solidFill>
                            <a:schemeClr val="tx2"/>
                          </a:solidFill>
                          <a:effectLst/>
                          <a:uLnTx/>
                          <a:uFillTx/>
                        </a:rPr>
                        <a:t>•</a:t>
                      </a:r>
                      <a:endParaRPr kumimoji="0" lang="de-DE" sz="3600" b="0" i="0" u="none" strike="noStrike" kern="1200" cap="none" spc="0" normalizeH="0" baseline="0" noProof="0" dirty="0">
                        <a:ln>
                          <a:noFill/>
                        </a:ln>
                        <a:solidFill>
                          <a:schemeClr val="tx2"/>
                        </a:solidFill>
                        <a:effectLst/>
                        <a:uLnTx/>
                        <a:uFillTx/>
                        <a:latin typeface="On Air"/>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de-DE" sz="3600" b="0" u="none" strike="noStrike" kern="1200" cap="none" spc="0" normalizeH="0" baseline="0" noProof="0" dirty="0">
                          <a:ln>
                            <a:noFill/>
                          </a:ln>
                          <a:solidFill>
                            <a:schemeClr val="tx2"/>
                          </a:solidFill>
                          <a:effectLst/>
                          <a:uLnTx/>
                          <a:uFillTx/>
                        </a:rPr>
                        <a:t>•</a:t>
                      </a:r>
                      <a:endParaRPr kumimoji="0" lang="de-DE" sz="3600" b="0" i="0" u="none" strike="noStrike" kern="1200" cap="none" spc="0" normalizeH="0" baseline="0" noProof="0" dirty="0">
                        <a:ln>
                          <a:noFill/>
                        </a:ln>
                        <a:solidFill>
                          <a:schemeClr val="tx2"/>
                        </a:solidFill>
                        <a:effectLst/>
                        <a:uLnTx/>
                        <a:uFillTx/>
                        <a:latin typeface="On Air"/>
                        <a:ea typeface="+mn-ea"/>
                        <a:cs typeface="+mn-cs"/>
                      </a:endParaRPr>
                    </a:p>
                  </a:txBody>
                  <a:tcPr anchor="ctr"/>
                </a:tc>
                <a:extLst>
                  <a:ext uri="{0D108BD9-81ED-4DB2-BD59-A6C34878D82A}">
                    <a16:rowId xmlns:a16="http://schemas.microsoft.com/office/drawing/2014/main" val="1773251930"/>
                  </a:ext>
                </a:extLst>
              </a:tr>
              <a:tr h="781836">
                <a:tc>
                  <a:txBody>
                    <a:body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lang="de-DE" dirty="0" err="1"/>
                        <a:t>Row</a:t>
                      </a:r>
                      <a:r>
                        <a:rPr lang="de-DE" dirty="0"/>
                        <a:t> title</a:t>
                      </a:r>
                    </a:p>
                  </a:txBody>
                  <a:tcPr anchor="ctr"/>
                </a:tc>
                <a:tc>
                  <a:txBody>
                    <a:bodyPr/>
                    <a:lstStyle/>
                    <a:p>
                      <a:pPr marL="0" marR="0" lvl="0" indent="0" algn="ctr"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de-DE" sz="3600" b="0" u="none" strike="noStrike" kern="1200" cap="none" spc="0" normalizeH="0" baseline="0" noProof="0">
                          <a:ln>
                            <a:noFill/>
                          </a:ln>
                          <a:solidFill>
                            <a:srgbClr val="73737D"/>
                          </a:solidFill>
                          <a:effectLst/>
                          <a:uLnTx/>
                          <a:uFillTx/>
                        </a:rPr>
                        <a:t>•</a:t>
                      </a:r>
                      <a:endParaRPr kumimoji="0" lang="de-DE" sz="3600" b="0" i="0" u="none" strike="noStrike" kern="1200" cap="none" spc="0" normalizeH="0" baseline="0" noProof="0" dirty="0">
                        <a:ln>
                          <a:noFill/>
                        </a:ln>
                        <a:solidFill>
                          <a:srgbClr val="73737D"/>
                        </a:solidFill>
                        <a:effectLst/>
                        <a:uLnTx/>
                        <a:uFillTx/>
                        <a:latin typeface="On Air"/>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de-DE" sz="3600" b="0" u="none" strike="noStrike" kern="1200" cap="none" spc="0" normalizeH="0" baseline="0" noProof="0" dirty="0">
                          <a:ln>
                            <a:noFill/>
                          </a:ln>
                          <a:solidFill>
                            <a:srgbClr val="73737D"/>
                          </a:solidFill>
                          <a:effectLst/>
                          <a:uLnTx/>
                          <a:uFillTx/>
                        </a:rPr>
                        <a:t>•</a:t>
                      </a:r>
                      <a:endParaRPr kumimoji="0" lang="de-DE" sz="3600" b="0" i="0" u="none" strike="noStrike" kern="1200" cap="none" spc="0" normalizeH="0" baseline="0" noProof="0" dirty="0">
                        <a:ln>
                          <a:noFill/>
                        </a:ln>
                        <a:solidFill>
                          <a:srgbClr val="73737D"/>
                        </a:solidFill>
                        <a:effectLst/>
                        <a:uLnTx/>
                        <a:uFillTx/>
                        <a:latin typeface="On Air"/>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de-DE" sz="3600" b="0" u="none" strike="noStrike" kern="1200" cap="none" spc="0" normalizeH="0" baseline="0" noProof="0" dirty="0">
                          <a:ln>
                            <a:noFill/>
                          </a:ln>
                          <a:solidFill>
                            <a:srgbClr val="73737D"/>
                          </a:solidFill>
                          <a:effectLst/>
                          <a:uLnTx/>
                          <a:uFillTx/>
                        </a:rPr>
                        <a:t>•</a:t>
                      </a:r>
                      <a:endParaRPr kumimoji="0" lang="de-DE" sz="3600" b="0" i="0" u="none" strike="noStrike" kern="1200" cap="none" spc="0" normalizeH="0" baseline="0" noProof="0" dirty="0">
                        <a:ln>
                          <a:noFill/>
                        </a:ln>
                        <a:solidFill>
                          <a:srgbClr val="73737D"/>
                        </a:solidFill>
                        <a:effectLst/>
                        <a:uLnTx/>
                        <a:uFillTx/>
                        <a:latin typeface="On Air"/>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de-DE" sz="3600" b="0" u="none" strike="noStrike" kern="1200" cap="none" spc="0" normalizeH="0" baseline="0" noProof="0" dirty="0">
                          <a:ln>
                            <a:noFill/>
                          </a:ln>
                          <a:solidFill>
                            <a:schemeClr val="tx2"/>
                          </a:solidFill>
                          <a:effectLst/>
                          <a:uLnTx/>
                          <a:uFillTx/>
                        </a:rPr>
                        <a:t>•</a:t>
                      </a:r>
                      <a:endParaRPr kumimoji="0" lang="de-DE" sz="3600" b="0" i="0" u="none" strike="noStrike" kern="1200" cap="none" spc="0" normalizeH="0" baseline="0" noProof="0" dirty="0">
                        <a:ln>
                          <a:noFill/>
                        </a:ln>
                        <a:solidFill>
                          <a:schemeClr val="tx2"/>
                        </a:solidFill>
                        <a:effectLst/>
                        <a:uLnTx/>
                        <a:uFillTx/>
                        <a:latin typeface="On Air"/>
                        <a:ea typeface="+mn-ea"/>
                        <a:cs typeface="+mn-cs"/>
                      </a:endParaRPr>
                    </a:p>
                  </a:txBody>
                  <a:tcPr anchor="ctr"/>
                </a:tc>
                <a:extLst>
                  <a:ext uri="{0D108BD9-81ED-4DB2-BD59-A6C34878D82A}">
                    <a16:rowId xmlns:a16="http://schemas.microsoft.com/office/drawing/2014/main" val="2800343463"/>
                  </a:ext>
                </a:extLst>
              </a:tr>
              <a:tr h="781836">
                <a:tc>
                  <a:txBody>
                    <a:body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lang="de-DE" dirty="0" err="1"/>
                        <a:t>Row</a:t>
                      </a:r>
                      <a:r>
                        <a:rPr lang="de-DE" dirty="0"/>
                        <a:t> title</a:t>
                      </a:r>
                    </a:p>
                  </a:txBody>
                  <a:tcPr anchor="ctr"/>
                </a:tc>
                <a:tc>
                  <a:txBody>
                    <a:bodyPr/>
                    <a:lstStyle/>
                    <a:p>
                      <a:pPr marL="0" marR="0" lvl="0" indent="0" algn="ctr"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de-DE" sz="3600" b="0" u="none" strike="noStrike" kern="1200" cap="none" spc="0" normalizeH="0" baseline="0" noProof="0" dirty="0">
                          <a:ln>
                            <a:noFill/>
                          </a:ln>
                          <a:solidFill>
                            <a:srgbClr val="73737D"/>
                          </a:solidFill>
                          <a:effectLst/>
                          <a:uLnTx/>
                          <a:uFillTx/>
                        </a:rPr>
                        <a:t>•</a:t>
                      </a:r>
                      <a:endParaRPr kumimoji="0" lang="de-DE" sz="3600" b="0" i="0" u="none" strike="noStrike" kern="1200" cap="none" spc="0" normalizeH="0" baseline="0" noProof="0" dirty="0">
                        <a:ln>
                          <a:noFill/>
                        </a:ln>
                        <a:solidFill>
                          <a:srgbClr val="73737D"/>
                        </a:solidFill>
                        <a:effectLst/>
                        <a:uLnTx/>
                        <a:uFillTx/>
                        <a:latin typeface="On Air"/>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de-DE" sz="3600" b="0" u="none" strike="noStrike" kern="1200" cap="none" spc="0" normalizeH="0" baseline="0" noProof="0">
                          <a:ln>
                            <a:noFill/>
                          </a:ln>
                          <a:solidFill>
                            <a:srgbClr val="73737D"/>
                          </a:solidFill>
                          <a:effectLst/>
                          <a:uLnTx/>
                          <a:uFillTx/>
                        </a:rPr>
                        <a:t>•</a:t>
                      </a:r>
                      <a:endParaRPr kumimoji="0" lang="de-DE" sz="3600" b="0" i="0" u="none" strike="noStrike" kern="1200" cap="none" spc="0" normalizeH="0" baseline="0" noProof="0" dirty="0">
                        <a:ln>
                          <a:noFill/>
                        </a:ln>
                        <a:solidFill>
                          <a:srgbClr val="73737D"/>
                        </a:solidFill>
                        <a:effectLst/>
                        <a:uLnTx/>
                        <a:uFillTx/>
                        <a:latin typeface="On Air"/>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de-DE" sz="3600" b="0" u="none" strike="noStrike" kern="1200" cap="none" spc="0" normalizeH="0" baseline="0" noProof="0" dirty="0">
                          <a:ln>
                            <a:noFill/>
                          </a:ln>
                          <a:solidFill>
                            <a:schemeClr val="tx2"/>
                          </a:solidFill>
                          <a:effectLst/>
                          <a:uLnTx/>
                          <a:uFillTx/>
                        </a:rPr>
                        <a:t>•</a:t>
                      </a:r>
                      <a:endParaRPr kumimoji="0" lang="de-DE" sz="3600" b="0" i="0" u="none" strike="noStrike" kern="1200" cap="none" spc="0" normalizeH="0" baseline="0" noProof="0" dirty="0">
                        <a:ln>
                          <a:noFill/>
                        </a:ln>
                        <a:solidFill>
                          <a:schemeClr val="tx2"/>
                        </a:solidFill>
                        <a:effectLst/>
                        <a:uLnTx/>
                        <a:uFillTx/>
                        <a:latin typeface="On Air"/>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de-DE" sz="3600" b="0" u="none" strike="noStrike" kern="1200" cap="none" spc="0" normalizeH="0" baseline="0" noProof="0" dirty="0">
                          <a:ln>
                            <a:noFill/>
                          </a:ln>
                          <a:solidFill>
                            <a:schemeClr val="tx2"/>
                          </a:solidFill>
                          <a:effectLst/>
                          <a:uLnTx/>
                          <a:uFillTx/>
                        </a:rPr>
                        <a:t>•</a:t>
                      </a:r>
                      <a:endParaRPr kumimoji="0" lang="de-DE" sz="3600" b="0" i="0" u="none" strike="noStrike" kern="1200" cap="none" spc="0" normalizeH="0" baseline="0" noProof="0" dirty="0">
                        <a:ln>
                          <a:noFill/>
                        </a:ln>
                        <a:solidFill>
                          <a:schemeClr val="tx2"/>
                        </a:solidFill>
                        <a:effectLst/>
                        <a:uLnTx/>
                        <a:uFillTx/>
                        <a:latin typeface="On Air"/>
                        <a:ea typeface="+mn-ea"/>
                        <a:cs typeface="+mn-cs"/>
                      </a:endParaRPr>
                    </a:p>
                  </a:txBody>
                  <a:tcPr anchor="ctr"/>
                </a:tc>
                <a:extLst>
                  <a:ext uri="{0D108BD9-81ED-4DB2-BD59-A6C34878D82A}">
                    <a16:rowId xmlns:a16="http://schemas.microsoft.com/office/drawing/2014/main" val="3875613815"/>
                  </a:ext>
                </a:extLst>
              </a:tr>
              <a:tr h="632915">
                <a:tc>
                  <a:txBody>
                    <a:bodyPr/>
                    <a:lstStyle/>
                    <a:p>
                      <a:endParaRPr lang="de-DE" dirty="0"/>
                    </a:p>
                  </a:txBody>
                  <a:tcPr anchor="ctr"/>
                </a:tc>
                <a:tc>
                  <a:txBody>
                    <a:bodyPr/>
                    <a:lstStyle/>
                    <a:p>
                      <a:pPr algn="ctr"/>
                      <a:r>
                        <a:rPr lang="de-DE" sz="2800" b="1" dirty="0"/>
                        <a:t>30€ </a:t>
                      </a:r>
                      <a:r>
                        <a:rPr lang="de-DE" sz="1400" b="1" dirty="0"/>
                        <a:t>per </a:t>
                      </a:r>
                      <a:r>
                        <a:rPr lang="de-DE" sz="1400" b="1" dirty="0" err="1"/>
                        <a:t>month</a:t>
                      </a:r>
                      <a:endParaRPr lang="de-DE" sz="1400" b="1" dirty="0"/>
                    </a:p>
                  </a:txBody>
                  <a:tcPr anchor="ctr"/>
                </a:tc>
                <a:tc>
                  <a:txBody>
                    <a:bodyPr/>
                    <a:lstStyle/>
                    <a:p>
                      <a:pPr algn="ctr"/>
                      <a:r>
                        <a:rPr lang="de-DE" sz="2800" b="1" dirty="0"/>
                        <a:t>50€</a:t>
                      </a:r>
                      <a:r>
                        <a:rPr lang="de-DE" b="1" dirty="0"/>
                        <a:t> per </a:t>
                      </a:r>
                      <a:r>
                        <a:rPr lang="de-DE" b="1" dirty="0" err="1"/>
                        <a:t>month</a:t>
                      </a:r>
                      <a:endParaRPr lang="de-DE" b="1" dirty="0"/>
                    </a:p>
                  </a:txBody>
                  <a:tcPr anchor="ctr"/>
                </a:tc>
                <a:tc>
                  <a:txBody>
                    <a:bodyPr/>
                    <a:lstStyle/>
                    <a:p>
                      <a:pPr algn="ctr"/>
                      <a:r>
                        <a:rPr lang="de-DE" sz="2800" b="1" dirty="0"/>
                        <a:t>60€</a:t>
                      </a:r>
                      <a:r>
                        <a:rPr lang="de-DE" b="1" dirty="0"/>
                        <a:t> per </a:t>
                      </a:r>
                      <a:r>
                        <a:rPr lang="de-DE" b="1" dirty="0" err="1"/>
                        <a:t>month</a:t>
                      </a:r>
                      <a:endParaRPr lang="de-DE" b="1" dirty="0"/>
                    </a:p>
                  </a:txBody>
                  <a:tcPr anchor="ctr"/>
                </a:tc>
                <a:tc>
                  <a:txBody>
                    <a:bodyPr/>
                    <a:lstStyle/>
                    <a:p>
                      <a:pPr algn="ctr"/>
                      <a:r>
                        <a:rPr lang="de-DE" sz="2800" b="1" dirty="0"/>
                        <a:t>70€</a:t>
                      </a:r>
                      <a:r>
                        <a:rPr lang="de-DE" b="1" dirty="0"/>
                        <a:t> per </a:t>
                      </a:r>
                      <a:r>
                        <a:rPr lang="de-DE" b="1" dirty="0" err="1"/>
                        <a:t>month</a:t>
                      </a:r>
                      <a:endParaRPr lang="de-DE" b="1" dirty="0"/>
                    </a:p>
                  </a:txBody>
                  <a:tcPr anchor="ctr"/>
                </a:tc>
                <a:extLst>
                  <a:ext uri="{0D108BD9-81ED-4DB2-BD59-A6C34878D82A}">
                    <a16:rowId xmlns:a16="http://schemas.microsoft.com/office/drawing/2014/main" val="2220407746"/>
                  </a:ext>
                </a:extLst>
              </a:tr>
            </a:tbl>
          </a:graphicData>
        </a:graphic>
      </p:graphicFrame>
      <p:sp>
        <p:nvSpPr>
          <p:cNvPr id="6" name="Fußzeilenplatzhalter 5">
            <a:extLst>
              <a:ext uri="{FF2B5EF4-FFF2-40B4-BE49-F238E27FC236}">
                <a16:creationId xmlns:a16="http://schemas.microsoft.com/office/drawing/2014/main" id="{6BE720FF-E38B-9399-8DF8-1DF68A488776}"/>
              </a:ext>
            </a:extLst>
          </p:cNvPr>
          <p:cNvSpPr>
            <a:spLocks noGrp="1"/>
          </p:cNvSpPr>
          <p:nvPr>
            <p:ph type="ftr" sz="quarter" idx="11"/>
          </p:nvPr>
        </p:nvSpPr>
        <p:spPr/>
        <p:txBody>
          <a:bodyPr/>
          <a:lstStyle/>
          <a:p>
            <a:r>
              <a:rPr lang="de-DE"/>
              <a:t>Restricted</a:t>
            </a:r>
          </a:p>
        </p:txBody>
      </p:sp>
    </p:spTree>
    <p:extLst>
      <p:ext uri="{BB962C8B-B14F-4D97-AF65-F5344CB8AC3E}">
        <p14:creationId xmlns:p14="http://schemas.microsoft.com/office/powerpoint/2010/main" val="246320706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itel 24">
            <a:extLst>
              <a:ext uri="{FF2B5EF4-FFF2-40B4-BE49-F238E27FC236}">
                <a16:creationId xmlns:a16="http://schemas.microsoft.com/office/drawing/2014/main" id="{26826862-D19D-2080-FED4-1C5B0441A537}"/>
              </a:ext>
            </a:extLst>
          </p:cNvPr>
          <p:cNvSpPr>
            <a:spLocks noGrp="1"/>
          </p:cNvSpPr>
          <p:nvPr>
            <p:ph type="title"/>
          </p:nvPr>
        </p:nvSpPr>
        <p:spPr/>
        <p:txBody>
          <a:bodyPr/>
          <a:lstStyle/>
          <a:p>
            <a:endParaRPr lang="de-DE"/>
          </a:p>
        </p:txBody>
      </p:sp>
      <p:sp>
        <p:nvSpPr>
          <p:cNvPr id="4" name="Foliennummernplatzhalter 3">
            <a:extLst>
              <a:ext uri="{FF2B5EF4-FFF2-40B4-BE49-F238E27FC236}">
                <a16:creationId xmlns:a16="http://schemas.microsoft.com/office/drawing/2014/main" id="{2FCAB906-43C2-B038-E3CC-951A967D31CC}"/>
              </a:ext>
            </a:extLst>
          </p:cNvPr>
          <p:cNvSpPr>
            <a:spLocks noGrp="1"/>
          </p:cNvSpPr>
          <p:nvPr>
            <p:ph type="sldNum" sz="quarter" idx="12"/>
          </p:nvPr>
        </p:nvSpPr>
        <p:spPr>
          <a:xfrm>
            <a:off x="11100625" y="6432680"/>
            <a:ext cx="504000" cy="195263"/>
          </a:xfrm>
        </p:spPr>
        <p:txBody>
          <a:bodyPr/>
          <a:lstStyle/>
          <a:p>
            <a:fld id="{67CD7502-7F22-405E-8273-ECAD6156DDA0}" type="slidenum">
              <a:rPr lang="de-DE" smtClean="0"/>
              <a:pPr/>
              <a:t>34</a:t>
            </a:fld>
            <a:endParaRPr lang="de-DE"/>
          </a:p>
        </p:txBody>
      </p:sp>
      <p:sp>
        <p:nvSpPr>
          <p:cNvPr id="26" name="Textplatzhalter 25">
            <a:extLst>
              <a:ext uri="{FF2B5EF4-FFF2-40B4-BE49-F238E27FC236}">
                <a16:creationId xmlns:a16="http://schemas.microsoft.com/office/drawing/2014/main" id="{5DF7AE6F-F47C-E5DB-0306-E84E73733F84}"/>
              </a:ext>
            </a:extLst>
          </p:cNvPr>
          <p:cNvSpPr>
            <a:spLocks noGrp="1"/>
          </p:cNvSpPr>
          <p:nvPr>
            <p:ph type="body" sz="quarter" idx="13"/>
          </p:nvPr>
        </p:nvSpPr>
        <p:spPr/>
        <p:txBody>
          <a:bodyPr/>
          <a:lstStyle/>
          <a:p>
            <a:endParaRPr lang="de-DE"/>
          </a:p>
        </p:txBody>
      </p:sp>
      <p:graphicFrame>
        <p:nvGraphicFramePr>
          <p:cNvPr id="5" name="Table 4">
            <a:extLst>
              <a:ext uri="{FF2B5EF4-FFF2-40B4-BE49-F238E27FC236}">
                <a16:creationId xmlns:a16="http://schemas.microsoft.com/office/drawing/2014/main" id="{067FC92B-5410-061E-535E-9C4A2C42380E}"/>
              </a:ext>
            </a:extLst>
          </p:cNvPr>
          <p:cNvGraphicFramePr>
            <a:graphicFrameLocks noGrp="1"/>
          </p:cNvGraphicFramePr>
          <p:nvPr>
            <p:extLst>
              <p:ext uri="{D42A27DB-BD31-4B8C-83A1-F6EECF244321}">
                <p14:modId xmlns:p14="http://schemas.microsoft.com/office/powerpoint/2010/main" val="3987505134"/>
              </p:ext>
            </p:extLst>
          </p:nvPr>
        </p:nvGraphicFramePr>
        <p:xfrm>
          <a:off x="582613" y="1537333"/>
          <a:ext cx="11034712" cy="4025884"/>
        </p:xfrm>
        <a:graphic>
          <a:graphicData uri="http://schemas.openxmlformats.org/drawingml/2006/table">
            <a:tbl>
              <a:tblPr firstRow="1" bandRow="1">
                <a:tableStyleId>{5C22544A-7EE6-4342-B048-85BDC9FD1C3A}</a:tableStyleId>
              </a:tblPr>
              <a:tblGrid>
                <a:gridCol w="848824">
                  <a:extLst>
                    <a:ext uri="{9D8B030D-6E8A-4147-A177-3AD203B41FA5}">
                      <a16:colId xmlns:a16="http://schemas.microsoft.com/office/drawing/2014/main" val="4227818961"/>
                    </a:ext>
                  </a:extLst>
                </a:gridCol>
                <a:gridCol w="848824">
                  <a:extLst>
                    <a:ext uri="{9D8B030D-6E8A-4147-A177-3AD203B41FA5}">
                      <a16:colId xmlns:a16="http://schemas.microsoft.com/office/drawing/2014/main" val="2980366793"/>
                    </a:ext>
                  </a:extLst>
                </a:gridCol>
                <a:gridCol w="848824">
                  <a:extLst>
                    <a:ext uri="{9D8B030D-6E8A-4147-A177-3AD203B41FA5}">
                      <a16:colId xmlns:a16="http://schemas.microsoft.com/office/drawing/2014/main" val="2425443091"/>
                    </a:ext>
                  </a:extLst>
                </a:gridCol>
                <a:gridCol w="848824">
                  <a:extLst>
                    <a:ext uri="{9D8B030D-6E8A-4147-A177-3AD203B41FA5}">
                      <a16:colId xmlns:a16="http://schemas.microsoft.com/office/drawing/2014/main" val="3368103624"/>
                    </a:ext>
                  </a:extLst>
                </a:gridCol>
                <a:gridCol w="848824">
                  <a:extLst>
                    <a:ext uri="{9D8B030D-6E8A-4147-A177-3AD203B41FA5}">
                      <a16:colId xmlns:a16="http://schemas.microsoft.com/office/drawing/2014/main" val="3430553568"/>
                    </a:ext>
                  </a:extLst>
                </a:gridCol>
                <a:gridCol w="848824">
                  <a:extLst>
                    <a:ext uri="{9D8B030D-6E8A-4147-A177-3AD203B41FA5}">
                      <a16:colId xmlns:a16="http://schemas.microsoft.com/office/drawing/2014/main" val="4204515877"/>
                    </a:ext>
                  </a:extLst>
                </a:gridCol>
                <a:gridCol w="848824">
                  <a:extLst>
                    <a:ext uri="{9D8B030D-6E8A-4147-A177-3AD203B41FA5}">
                      <a16:colId xmlns:a16="http://schemas.microsoft.com/office/drawing/2014/main" val="945006088"/>
                    </a:ext>
                  </a:extLst>
                </a:gridCol>
                <a:gridCol w="848824">
                  <a:extLst>
                    <a:ext uri="{9D8B030D-6E8A-4147-A177-3AD203B41FA5}">
                      <a16:colId xmlns:a16="http://schemas.microsoft.com/office/drawing/2014/main" val="3413935947"/>
                    </a:ext>
                  </a:extLst>
                </a:gridCol>
                <a:gridCol w="848824">
                  <a:extLst>
                    <a:ext uri="{9D8B030D-6E8A-4147-A177-3AD203B41FA5}">
                      <a16:colId xmlns:a16="http://schemas.microsoft.com/office/drawing/2014/main" val="2842519310"/>
                    </a:ext>
                  </a:extLst>
                </a:gridCol>
                <a:gridCol w="848824">
                  <a:extLst>
                    <a:ext uri="{9D8B030D-6E8A-4147-A177-3AD203B41FA5}">
                      <a16:colId xmlns:a16="http://schemas.microsoft.com/office/drawing/2014/main" val="1917683611"/>
                    </a:ext>
                  </a:extLst>
                </a:gridCol>
                <a:gridCol w="848824">
                  <a:extLst>
                    <a:ext uri="{9D8B030D-6E8A-4147-A177-3AD203B41FA5}">
                      <a16:colId xmlns:a16="http://schemas.microsoft.com/office/drawing/2014/main" val="1642927813"/>
                    </a:ext>
                  </a:extLst>
                </a:gridCol>
                <a:gridCol w="848824">
                  <a:extLst>
                    <a:ext uri="{9D8B030D-6E8A-4147-A177-3AD203B41FA5}">
                      <a16:colId xmlns:a16="http://schemas.microsoft.com/office/drawing/2014/main" val="27978816"/>
                    </a:ext>
                  </a:extLst>
                </a:gridCol>
                <a:gridCol w="848824">
                  <a:extLst>
                    <a:ext uri="{9D8B030D-6E8A-4147-A177-3AD203B41FA5}">
                      <a16:colId xmlns:a16="http://schemas.microsoft.com/office/drawing/2014/main" val="4072820619"/>
                    </a:ext>
                  </a:extLst>
                </a:gridCol>
              </a:tblGrid>
              <a:tr h="461149">
                <a:tc>
                  <a:txBody>
                    <a:bodyPr/>
                    <a:lstStyle/>
                    <a:p>
                      <a:endParaRPr lang="en-US"/>
                    </a:p>
                  </a:txBody>
                  <a:tcPr>
                    <a:noFill/>
                  </a:tcPr>
                </a:tc>
                <a:tc>
                  <a:txBody>
                    <a:bodyPr/>
                    <a:lstStyle/>
                    <a:p>
                      <a:pPr algn="ctr"/>
                      <a:r>
                        <a:rPr lang="en-US" sz="1000" b="0"/>
                        <a:t>Jan</a:t>
                      </a:r>
                    </a:p>
                  </a:txBody>
                  <a:tcPr anchor="ctr">
                    <a:solidFill>
                      <a:srgbClr val="B4B4BE"/>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mn-lt"/>
                          <a:ea typeface="+mn-ea"/>
                          <a:cs typeface="+mn-cs"/>
                        </a:rPr>
                        <a:t>Feb</a:t>
                      </a:r>
                      <a:endParaRPr lang="en-US"/>
                    </a:p>
                  </a:txBody>
                  <a:tcPr anchor="ctr">
                    <a:solidFill>
                      <a:srgbClr val="B4B4BE"/>
                    </a:solidFill>
                  </a:tcPr>
                </a:tc>
                <a:tc>
                  <a:txBody>
                    <a:bodyPr/>
                    <a:lstStyle/>
                    <a:p>
                      <a:pPr algn="ctr"/>
                      <a:r>
                        <a:rPr lang="en-US" sz="1000" b="0" dirty="0"/>
                        <a:t>Mar</a:t>
                      </a:r>
                    </a:p>
                  </a:txBody>
                  <a:tcPr anchor="ctr">
                    <a:solidFill>
                      <a:srgbClr val="B4B4BE"/>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mn-lt"/>
                          <a:ea typeface="+mn-ea"/>
                          <a:cs typeface="+mn-cs"/>
                        </a:rPr>
                        <a:t>Apr</a:t>
                      </a:r>
                      <a:endParaRPr lang="en-US"/>
                    </a:p>
                  </a:txBody>
                  <a:tcPr anchor="ctr">
                    <a:solidFill>
                      <a:srgbClr val="B4B4BE"/>
                    </a:solidFill>
                  </a:tcPr>
                </a:tc>
                <a:tc>
                  <a:txBody>
                    <a:bodyPr/>
                    <a:lstStyle/>
                    <a:p>
                      <a:pPr algn="ctr"/>
                      <a:r>
                        <a:rPr lang="en-US" sz="1000" b="0" dirty="0"/>
                        <a:t>May</a:t>
                      </a:r>
                    </a:p>
                  </a:txBody>
                  <a:tcPr anchor="ctr">
                    <a:solidFill>
                      <a:srgbClr val="B4B4BE"/>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mn-lt"/>
                          <a:ea typeface="+mn-ea"/>
                          <a:cs typeface="+mn-cs"/>
                        </a:rPr>
                        <a:t>Jun</a:t>
                      </a:r>
                      <a:endParaRPr lang="en-US"/>
                    </a:p>
                  </a:txBody>
                  <a:tcPr anchor="ctr">
                    <a:solidFill>
                      <a:srgbClr val="B4B4BE"/>
                    </a:solidFill>
                  </a:tcPr>
                </a:tc>
                <a:tc>
                  <a:txBody>
                    <a:bodyPr/>
                    <a:lstStyle/>
                    <a:p>
                      <a:pPr algn="ctr"/>
                      <a:r>
                        <a:rPr lang="en-US" sz="1000" b="0"/>
                        <a:t>Jul</a:t>
                      </a:r>
                    </a:p>
                  </a:txBody>
                  <a:tcPr anchor="ctr">
                    <a:solidFill>
                      <a:srgbClr val="B4B4BE"/>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mn-lt"/>
                          <a:ea typeface="+mn-ea"/>
                          <a:cs typeface="+mn-cs"/>
                        </a:rPr>
                        <a:t>Aug</a:t>
                      </a:r>
                      <a:endParaRPr lang="en-US"/>
                    </a:p>
                  </a:txBody>
                  <a:tcPr anchor="ctr">
                    <a:solidFill>
                      <a:srgbClr val="B4B4BE"/>
                    </a:solidFill>
                  </a:tcPr>
                </a:tc>
                <a:tc>
                  <a:txBody>
                    <a:bodyPr/>
                    <a:lstStyle/>
                    <a:p>
                      <a:pPr algn="ctr"/>
                      <a:r>
                        <a:rPr lang="en-US" sz="1000" b="0"/>
                        <a:t>Sep</a:t>
                      </a:r>
                    </a:p>
                  </a:txBody>
                  <a:tcPr anchor="ctr">
                    <a:solidFill>
                      <a:srgbClr val="B4B4BE"/>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mn-lt"/>
                          <a:ea typeface="+mn-ea"/>
                          <a:cs typeface="+mn-cs"/>
                        </a:rPr>
                        <a:t>Oct</a:t>
                      </a:r>
                      <a:endParaRPr lang="en-US" dirty="0"/>
                    </a:p>
                  </a:txBody>
                  <a:tcPr anchor="ctr">
                    <a:solidFill>
                      <a:srgbClr val="B4B4BE"/>
                    </a:solidFill>
                  </a:tcPr>
                </a:tc>
                <a:tc>
                  <a:txBody>
                    <a:bodyPr/>
                    <a:lstStyle/>
                    <a:p>
                      <a:pPr algn="ctr"/>
                      <a:r>
                        <a:rPr lang="en-US" sz="1000" b="0"/>
                        <a:t>Nov</a:t>
                      </a:r>
                    </a:p>
                  </a:txBody>
                  <a:tcPr anchor="ctr">
                    <a:solidFill>
                      <a:srgbClr val="B4B4BE"/>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mn-lt"/>
                          <a:ea typeface="+mn-ea"/>
                          <a:cs typeface="+mn-cs"/>
                        </a:rPr>
                        <a:t>Dec</a:t>
                      </a:r>
                      <a:endParaRPr lang="en-US"/>
                    </a:p>
                  </a:txBody>
                  <a:tcPr anchor="ctr">
                    <a:solidFill>
                      <a:srgbClr val="B4B4BE"/>
                    </a:solidFill>
                  </a:tcPr>
                </a:tc>
                <a:extLst>
                  <a:ext uri="{0D108BD9-81ED-4DB2-BD59-A6C34878D82A}">
                    <a16:rowId xmlns:a16="http://schemas.microsoft.com/office/drawing/2014/main" val="2986840014"/>
                  </a:ext>
                </a:extLst>
              </a:tr>
              <a:tr h="712947">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mn-lt"/>
                          <a:ea typeface="+mn-ea"/>
                          <a:cs typeface="+mn-cs"/>
                        </a:rPr>
                        <a:t>Phase 1</a:t>
                      </a:r>
                      <a:endParaRPr lang="en-US"/>
                    </a:p>
                  </a:txBody>
                  <a:tcPr anchor="ctr">
                    <a:solidFill>
                      <a:srgbClr val="B4B4BE"/>
                    </a:solidFill>
                  </a:tcPr>
                </a:tc>
                <a:tc>
                  <a:txBody>
                    <a:bodyPr/>
                    <a:lstStyle/>
                    <a:p>
                      <a:endParaRPr lang="en-US"/>
                    </a:p>
                  </a:txBody>
                  <a:tcPr>
                    <a:solidFill>
                      <a:schemeClr val="bg2"/>
                    </a:solidFill>
                  </a:tcPr>
                </a:tc>
                <a:tc>
                  <a:txBody>
                    <a:bodyPr/>
                    <a:lstStyle/>
                    <a:p>
                      <a:endParaRPr lang="en-US"/>
                    </a:p>
                  </a:txBody>
                  <a:tcPr>
                    <a:solidFill>
                      <a:schemeClr val="bg2"/>
                    </a:solidFill>
                  </a:tcPr>
                </a:tc>
                <a:tc>
                  <a:txBody>
                    <a:bodyPr/>
                    <a:lstStyle/>
                    <a:p>
                      <a:endParaRPr lang="en-US"/>
                    </a:p>
                  </a:txBody>
                  <a:tcPr>
                    <a:solidFill>
                      <a:schemeClr val="bg2"/>
                    </a:solidFill>
                  </a:tcPr>
                </a:tc>
                <a:tc>
                  <a:txBody>
                    <a:bodyPr/>
                    <a:lstStyle/>
                    <a:p>
                      <a:endParaRPr lang="en-US"/>
                    </a:p>
                  </a:txBody>
                  <a:tcPr>
                    <a:solidFill>
                      <a:schemeClr val="bg2"/>
                    </a:solidFill>
                  </a:tcPr>
                </a:tc>
                <a:tc>
                  <a:txBody>
                    <a:bodyPr/>
                    <a:lstStyle/>
                    <a:p>
                      <a:endParaRPr lang="en-US"/>
                    </a:p>
                  </a:txBody>
                  <a:tcPr>
                    <a:solidFill>
                      <a:schemeClr val="bg2"/>
                    </a:solidFill>
                  </a:tcPr>
                </a:tc>
                <a:tc>
                  <a:txBody>
                    <a:bodyPr/>
                    <a:lstStyle/>
                    <a:p>
                      <a:endParaRPr lang="en-US"/>
                    </a:p>
                  </a:txBody>
                  <a:tcPr>
                    <a:solidFill>
                      <a:schemeClr val="bg2"/>
                    </a:solidFill>
                  </a:tcPr>
                </a:tc>
                <a:tc>
                  <a:txBody>
                    <a:bodyPr/>
                    <a:lstStyle/>
                    <a:p>
                      <a:endParaRPr lang="en-US"/>
                    </a:p>
                  </a:txBody>
                  <a:tcPr>
                    <a:solidFill>
                      <a:schemeClr val="bg2"/>
                    </a:solidFill>
                  </a:tcPr>
                </a:tc>
                <a:tc>
                  <a:txBody>
                    <a:bodyPr/>
                    <a:lstStyle/>
                    <a:p>
                      <a:endParaRPr lang="en-US"/>
                    </a:p>
                  </a:txBody>
                  <a:tcPr>
                    <a:solidFill>
                      <a:schemeClr val="bg2"/>
                    </a:solidFill>
                  </a:tcPr>
                </a:tc>
                <a:tc>
                  <a:txBody>
                    <a:bodyPr/>
                    <a:lstStyle/>
                    <a:p>
                      <a:endParaRPr lang="en-US"/>
                    </a:p>
                  </a:txBody>
                  <a:tcPr>
                    <a:solidFill>
                      <a:schemeClr val="bg2"/>
                    </a:solidFill>
                  </a:tcPr>
                </a:tc>
                <a:tc>
                  <a:txBody>
                    <a:bodyPr/>
                    <a:lstStyle/>
                    <a:p>
                      <a:endParaRPr lang="en-US"/>
                    </a:p>
                  </a:txBody>
                  <a:tcPr>
                    <a:solidFill>
                      <a:schemeClr val="bg2"/>
                    </a:solidFill>
                  </a:tcPr>
                </a:tc>
                <a:tc>
                  <a:txBody>
                    <a:bodyPr/>
                    <a:lstStyle/>
                    <a:p>
                      <a:endParaRPr lang="en-US"/>
                    </a:p>
                  </a:txBody>
                  <a:tcPr>
                    <a:solidFill>
                      <a:schemeClr val="bg2"/>
                    </a:solidFill>
                  </a:tcPr>
                </a:tc>
                <a:tc>
                  <a:txBody>
                    <a:bodyPr/>
                    <a:lstStyle/>
                    <a:p>
                      <a:endParaRPr lang="en-US"/>
                    </a:p>
                  </a:txBody>
                  <a:tcPr>
                    <a:solidFill>
                      <a:schemeClr val="bg2"/>
                    </a:solidFill>
                  </a:tcPr>
                </a:tc>
                <a:extLst>
                  <a:ext uri="{0D108BD9-81ED-4DB2-BD59-A6C34878D82A}">
                    <a16:rowId xmlns:a16="http://schemas.microsoft.com/office/drawing/2014/main" val="91808235"/>
                  </a:ext>
                </a:extLst>
              </a:tr>
              <a:tr h="71294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mn-lt"/>
                          <a:ea typeface="+mn-ea"/>
                          <a:cs typeface="+mn-cs"/>
                        </a:rPr>
                        <a:t>Phase 2</a:t>
                      </a:r>
                      <a:endParaRPr kumimoji="0" lang="en-US" sz="1800" b="0" i="0" u="none" strike="noStrike" kern="1200" cap="none" spc="0" normalizeH="0" baseline="0" noProof="0">
                        <a:ln>
                          <a:noFill/>
                        </a:ln>
                        <a:solidFill>
                          <a:srgbClr val="00001E"/>
                        </a:solidFill>
                        <a:effectLst/>
                        <a:uLnTx/>
                        <a:uFillTx/>
                        <a:latin typeface="+mn-lt"/>
                        <a:ea typeface="+mn-ea"/>
                        <a:cs typeface="+mn-cs"/>
                      </a:endParaRPr>
                    </a:p>
                  </a:txBody>
                  <a:tcPr anchor="ctr">
                    <a:solidFill>
                      <a:srgbClr val="B4B4BE"/>
                    </a:solidFill>
                  </a:tcPr>
                </a:tc>
                <a:tc>
                  <a:txBody>
                    <a:bodyPr/>
                    <a:lstStyle/>
                    <a:p>
                      <a:endParaRPr lang="en-US"/>
                    </a:p>
                  </a:txBody>
                  <a:tcPr>
                    <a:solidFill>
                      <a:schemeClr val="bg2"/>
                    </a:solidFill>
                  </a:tcPr>
                </a:tc>
                <a:tc>
                  <a:txBody>
                    <a:bodyPr/>
                    <a:lstStyle/>
                    <a:p>
                      <a:endParaRPr lang="en-US"/>
                    </a:p>
                  </a:txBody>
                  <a:tcPr>
                    <a:solidFill>
                      <a:schemeClr val="bg2"/>
                    </a:solidFill>
                  </a:tcPr>
                </a:tc>
                <a:tc>
                  <a:txBody>
                    <a:bodyPr/>
                    <a:lstStyle/>
                    <a:p>
                      <a:endParaRPr lang="en-US"/>
                    </a:p>
                  </a:txBody>
                  <a:tcPr>
                    <a:solidFill>
                      <a:schemeClr val="bg2"/>
                    </a:solidFill>
                  </a:tcPr>
                </a:tc>
                <a:tc>
                  <a:txBody>
                    <a:bodyPr/>
                    <a:lstStyle/>
                    <a:p>
                      <a:endParaRPr lang="en-US"/>
                    </a:p>
                  </a:txBody>
                  <a:tcPr>
                    <a:solidFill>
                      <a:schemeClr val="bg2"/>
                    </a:solidFill>
                  </a:tcPr>
                </a:tc>
                <a:tc>
                  <a:txBody>
                    <a:bodyPr/>
                    <a:lstStyle/>
                    <a:p>
                      <a:endParaRPr lang="en-US"/>
                    </a:p>
                  </a:txBody>
                  <a:tcPr>
                    <a:solidFill>
                      <a:schemeClr val="bg2"/>
                    </a:solidFill>
                  </a:tcPr>
                </a:tc>
                <a:tc>
                  <a:txBody>
                    <a:bodyPr/>
                    <a:lstStyle/>
                    <a:p>
                      <a:endParaRPr lang="en-US"/>
                    </a:p>
                  </a:txBody>
                  <a:tcPr>
                    <a:solidFill>
                      <a:schemeClr val="bg2"/>
                    </a:solidFill>
                  </a:tcPr>
                </a:tc>
                <a:tc>
                  <a:txBody>
                    <a:bodyPr/>
                    <a:lstStyle/>
                    <a:p>
                      <a:endParaRPr lang="en-US"/>
                    </a:p>
                  </a:txBody>
                  <a:tcPr>
                    <a:solidFill>
                      <a:schemeClr val="bg2"/>
                    </a:solidFill>
                  </a:tcPr>
                </a:tc>
                <a:tc>
                  <a:txBody>
                    <a:bodyPr/>
                    <a:lstStyle/>
                    <a:p>
                      <a:endParaRPr lang="en-US"/>
                    </a:p>
                  </a:txBody>
                  <a:tcPr>
                    <a:solidFill>
                      <a:schemeClr val="bg2"/>
                    </a:solidFill>
                  </a:tcPr>
                </a:tc>
                <a:tc>
                  <a:txBody>
                    <a:bodyPr/>
                    <a:lstStyle/>
                    <a:p>
                      <a:endParaRPr lang="en-US"/>
                    </a:p>
                  </a:txBody>
                  <a:tcPr>
                    <a:solidFill>
                      <a:schemeClr val="bg2"/>
                    </a:solidFill>
                  </a:tcPr>
                </a:tc>
                <a:tc>
                  <a:txBody>
                    <a:bodyPr/>
                    <a:lstStyle/>
                    <a:p>
                      <a:endParaRPr lang="en-US"/>
                    </a:p>
                  </a:txBody>
                  <a:tcPr>
                    <a:solidFill>
                      <a:schemeClr val="bg2"/>
                    </a:solidFill>
                  </a:tcPr>
                </a:tc>
                <a:tc>
                  <a:txBody>
                    <a:bodyPr/>
                    <a:lstStyle/>
                    <a:p>
                      <a:endParaRPr lang="en-US"/>
                    </a:p>
                  </a:txBody>
                  <a:tcPr>
                    <a:solidFill>
                      <a:schemeClr val="bg2"/>
                    </a:solidFill>
                  </a:tcPr>
                </a:tc>
                <a:tc>
                  <a:txBody>
                    <a:bodyPr/>
                    <a:lstStyle/>
                    <a:p>
                      <a:endParaRPr lang="en-US"/>
                    </a:p>
                  </a:txBody>
                  <a:tcPr>
                    <a:solidFill>
                      <a:schemeClr val="bg2"/>
                    </a:solidFill>
                  </a:tcPr>
                </a:tc>
                <a:extLst>
                  <a:ext uri="{0D108BD9-81ED-4DB2-BD59-A6C34878D82A}">
                    <a16:rowId xmlns:a16="http://schemas.microsoft.com/office/drawing/2014/main" val="3919846436"/>
                  </a:ext>
                </a:extLst>
              </a:tr>
              <a:tr h="712947">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mn-lt"/>
                          <a:ea typeface="+mn-ea"/>
                          <a:cs typeface="+mn-cs"/>
                        </a:rPr>
                        <a:t>Phase 3</a:t>
                      </a:r>
                      <a:endParaRPr lang="en-US"/>
                    </a:p>
                  </a:txBody>
                  <a:tcPr anchor="ctr">
                    <a:solidFill>
                      <a:srgbClr val="B4B4BE"/>
                    </a:solidFill>
                  </a:tcPr>
                </a:tc>
                <a:tc>
                  <a:txBody>
                    <a:bodyPr/>
                    <a:lstStyle/>
                    <a:p>
                      <a:endParaRPr lang="en-US"/>
                    </a:p>
                  </a:txBody>
                  <a:tcPr>
                    <a:solidFill>
                      <a:schemeClr val="bg2"/>
                    </a:solidFill>
                  </a:tcPr>
                </a:tc>
                <a:tc>
                  <a:txBody>
                    <a:bodyPr/>
                    <a:lstStyle/>
                    <a:p>
                      <a:endParaRPr lang="en-US"/>
                    </a:p>
                  </a:txBody>
                  <a:tcPr>
                    <a:solidFill>
                      <a:schemeClr val="bg2"/>
                    </a:solidFill>
                  </a:tcPr>
                </a:tc>
                <a:tc>
                  <a:txBody>
                    <a:bodyPr/>
                    <a:lstStyle/>
                    <a:p>
                      <a:endParaRPr lang="en-US"/>
                    </a:p>
                  </a:txBody>
                  <a:tcPr>
                    <a:solidFill>
                      <a:schemeClr val="bg2"/>
                    </a:solidFill>
                  </a:tcPr>
                </a:tc>
                <a:tc>
                  <a:txBody>
                    <a:bodyPr/>
                    <a:lstStyle/>
                    <a:p>
                      <a:endParaRPr lang="en-US"/>
                    </a:p>
                  </a:txBody>
                  <a:tcPr>
                    <a:solidFill>
                      <a:schemeClr val="bg2"/>
                    </a:solidFill>
                  </a:tcPr>
                </a:tc>
                <a:tc>
                  <a:txBody>
                    <a:bodyPr/>
                    <a:lstStyle/>
                    <a:p>
                      <a:endParaRPr lang="en-US"/>
                    </a:p>
                  </a:txBody>
                  <a:tcPr>
                    <a:solidFill>
                      <a:schemeClr val="bg2"/>
                    </a:solidFill>
                  </a:tcPr>
                </a:tc>
                <a:tc>
                  <a:txBody>
                    <a:bodyPr/>
                    <a:lstStyle/>
                    <a:p>
                      <a:endParaRPr lang="en-US"/>
                    </a:p>
                  </a:txBody>
                  <a:tcPr>
                    <a:solidFill>
                      <a:schemeClr val="bg2"/>
                    </a:solidFill>
                  </a:tcPr>
                </a:tc>
                <a:tc>
                  <a:txBody>
                    <a:bodyPr/>
                    <a:lstStyle/>
                    <a:p>
                      <a:endParaRPr lang="en-US"/>
                    </a:p>
                  </a:txBody>
                  <a:tcPr>
                    <a:solidFill>
                      <a:schemeClr val="bg2"/>
                    </a:solidFill>
                  </a:tcPr>
                </a:tc>
                <a:tc>
                  <a:txBody>
                    <a:bodyPr/>
                    <a:lstStyle/>
                    <a:p>
                      <a:endParaRPr lang="en-US"/>
                    </a:p>
                  </a:txBody>
                  <a:tcPr>
                    <a:solidFill>
                      <a:schemeClr val="bg2"/>
                    </a:solidFill>
                  </a:tcPr>
                </a:tc>
                <a:tc>
                  <a:txBody>
                    <a:bodyPr/>
                    <a:lstStyle/>
                    <a:p>
                      <a:endParaRPr lang="en-US"/>
                    </a:p>
                  </a:txBody>
                  <a:tcPr>
                    <a:solidFill>
                      <a:schemeClr val="bg2"/>
                    </a:solidFill>
                  </a:tcPr>
                </a:tc>
                <a:tc>
                  <a:txBody>
                    <a:bodyPr/>
                    <a:lstStyle/>
                    <a:p>
                      <a:endParaRPr lang="en-US"/>
                    </a:p>
                  </a:txBody>
                  <a:tcPr>
                    <a:solidFill>
                      <a:schemeClr val="bg2"/>
                    </a:solidFill>
                  </a:tcPr>
                </a:tc>
                <a:tc>
                  <a:txBody>
                    <a:bodyPr/>
                    <a:lstStyle/>
                    <a:p>
                      <a:endParaRPr lang="en-US"/>
                    </a:p>
                  </a:txBody>
                  <a:tcPr>
                    <a:solidFill>
                      <a:schemeClr val="bg2"/>
                    </a:solidFill>
                  </a:tcPr>
                </a:tc>
                <a:tc>
                  <a:txBody>
                    <a:bodyPr/>
                    <a:lstStyle/>
                    <a:p>
                      <a:endParaRPr lang="en-US"/>
                    </a:p>
                  </a:txBody>
                  <a:tcPr>
                    <a:solidFill>
                      <a:schemeClr val="bg2"/>
                    </a:solidFill>
                  </a:tcPr>
                </a:tc>
                <a:extLst>
                  <a:ext uri="{0D108BD9-81ED-4DB2-BD59-A6C34878D82A}">
                    <a16:rowId xmlns:a16="http://schemas.microsoft.com/office/drawing/2014/main" val="2023982188"/>
                  </a:ext>
                </a:extLst>
              </a:tr>
              <a:tr h="712947">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mn-lt"/>
                          <a:ea typeface="+mn-ea"/>
                          <a:cs typeface="+mn-cs"/>
                        </a:rPr>
                        <a:t>Phase 4</a:t>
                      </a:r>
                      <a:endParaRPr lang="en-US"/>
                    </a:p>
                  </a:txBody>
                  <a:tcPr anchor="ctr">
                    <a:solidFill>
                      <a:srgbClr val="B4B4BE"/>
                    </a:solidFill>
                  </a:tcPr>
                </a:tc>
                <a:tc>
                  <a:txBody>
                    <a:bodyPr/>
                    <a:lstStyle/>
                    <a:p>
                      <a:endParaRPr lang="en-US"/>
                    </a:p>
                  </a:txBody>
                  <a:tcPr>
                    <a:solidFill>
                      <a:schemeClr val="bg2"/>
                    </a:solidFill>
                  </a:tcPr>
                </a:tc>
                <a:tc>
                  <a:txBody>
                    <a:bodyPr/>
                    <a:lstStyle/>
                    <a:p>
                      <a:endParaRPr lang="en-US"/>
                    </a:p>
                  </a:txBody>
                  <a:tcPr>
                    <a:solidFill>
                      <a:schemeClr val="bg2"/>
                    </a:solidFill>
                  </a:tcPr>
                </a:tc>
                <a:tc>
                  <a:txBody>
                    <a:bodyPr/>
                    <a:lstStyle/>
                    <a:p>
                      <a:endParaRPr lang="en-US"/>
                    </a:p>
                  </a:txBody>
                  <a:tcPr>
                    <a:solidFill>
                      <a:schemeClr val="bg2"/>
                    </a:solidFill>
                  </a:tcPr>
                </a:tc>
                <a:tc>
                  <a:txBody>
                    <a:bodyPr/>
                    <a:lstStyle/>
                    <a:p>
                      <a:endParaRPr lang="en-US"/>
                    </a:p>
                  </a:txBody>
                  <a:tcPr>
                    <a:solidFill>
                      <a:schemeClr val="bg2"/>
                    </a:solidFill>
                  </a:tcPr>
                </a:tc>
                <a:tc>
                  <a:txBody>
                    <a:bodyPr/>
                    <a:lstStyle/>
                    <a:p>
                      <a:endParaRPr lang="en-US"/>
                    </a:p>
                  </a:txBody>
                  <a:tcPr>
                    <a:solidFill>
                      <a:schemeClr val="bg2"/>
                    </a:solidFill>
                  </a:tcPr>
                </a:tc>
                <a:tc>
                  <a:txBody>
                    <a:bodyPr/>
                    <a:lstStyle/>
                    <a:p>
                      <a:endParaRPr lang="en-US"/>
                    </a:p>
                  </a:txBody>
                  <a:tcPr>
                    <a:solidFill>
                      <a:schemeClr val="bg2"/>
                    </a:solidFill>
                  </a:tcPr>
                </a:tc>
                <a:tc>
                  <a:txBody>
                    <a:bodyPr/>
                    <a:lstStyle/>
                    <a:p>
                      <a:endParaRPr lang="en-US"/>
                    </a:p>
                  </a:txBody>
                  <a:tcPr>
                    <a:solidFill>
                      <a:schemeClr val="bg2"/>
                    </a:solidFill>
                  </a:tcPr>
                </a:tc>
                <a:tc>
                  <a:txBody>
                    <a:bodyPr/>
                    <a:lstStyle/>
                    <a:p>
                      <a:endParaRPr lang="en-US"/>
                    </a:p>
                  </a:txBody>
                  <a:tcPr>
                    <a:solidFill>
                      <a:schemeClr val="bg2"/>
                    </a:solidFill>
                  </a:tcPr>
                </a:tc>
                <a:tc>
                  <a:txBody>
                    <a:bodyPr/>
                    <a:lstStyle/>
                    <a:p>
                      <a:endParaRPr lang="en-US"/>
                    </a:p>
                  </a:txBody>
                  <a:tcPr>
                    <a:solidFill>
                      <a:schemeClr val="bg2"/>
                    </a:solidFill>
                  </a:tcPr>
                </a:tc>
                <a:tc>
                  <a:txBody>
                    <a:bodyPr/>
                    <a:lstStyle/>
                    <a:p>
                      <a:endParaRPr lang="en-US"/>
                    </a:p>
                  </a:txBody>
                  <a:tcPr>
                    <a:solidFill>
                      <a:schemeClr val="bg2"/>
                    </a:solidFill>
                  </a:tcPr>
                </a:tc>
                <a:tc>
                  <a:txBody>
                    <a:bodyPr/>
                    <a:lstStyle/>
                    <a:p>
                      <a:endParaRPr lang="en-US"/>
                    </a:p>
                  </a:txBody>
                  <a:tcPr>
                    <a:solidFill>
                      <a:schemeClr val="bg2"/>
                    </a:solidFill>
                  </a:tcPr>
                </a:tc>
                <a:tc>
                  <a:txBody>
                    <a:bodyPr/>
                    <a:lstStyle/>
                    <a:p>
                      <a:endParaRPr lang="en-US"/>
                    </a:p>
                  </a:txBody>
                  <a:tcPr>
                    <a:solidFill>
                      <a:schemeClr val="bg2"/>
                    </a:solidFill>
                  </a:tcPr>
                </a:tc>
                <a:extLst>
                  <a:ext uri="{0D108BD9-81ED-4DB2-BD59-A6C34878D82A}">
                    <a16:rowId xmlns:a16="http://schemas.microsoft.com/office/drawing/2014/main" val="1882713396"/>
                  </a:ext>
                </a:extLst>
              </a:tr>
              <a:tr h="71294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mn-lt"/>
                          <a:ea typeface="+mn-ea"/>
                          <a:cs typeface="+mn-cs"/>
                        </a:rPr>
                        <a:t>Phase 5</a:t>
                      </a:r>
                      <a:endParaRPr kumimoji="0" lang="en-US" sz="1800" b="0" i="0" u="none" strike="noStrike" kern="1200" cap="none" spc="0" normalizeH="0" baseline="0" noProof="0">
                        <a:ln>
                          <a:noFill/>
                        </a:ln>
                        <a:solidFill>
                          <a:srgbClr val="00001E"/>
                        </a:solidFill>
                        <a:effectLst/>
                        <a:uLnTx/>
                        <a:uFillTx/>
                        <a:latin typeface="+mn-lt"/>
                        <a:ea typeface="+mn-ea"/>
                        <a:cs typeface="+mn-cs"/>
                      </a:endParaRPr>
                    </a:p>
                  </a:txBody>
                  <a:tcPr anchor="ctr">
                    <a:solidFill>
                      <a:srgbClr val="B4B4BE"/>
                    </a:solidFill>
                  </a:tcPr>
                </a:tc>
                <a:tc>
                  <a:txBody>
                    <a:bodyPr/>
                    <a:lstStyle/>
                    <a:p>
                      <a:endParaRPr lang="en-US"/>
                    </a:p>
                  </a:txBody>
                  <a:tcPr>
                    <a:solidFill>
                      <a:schemeClr val="bg2"/>
                    </a:solidFill>
                  </a:tcPr>
                </a:tc>
                <a:tc>
                  <a:txBody>
                    <a:bodyPr/>
                    <a:lstStyle/>
                    <a:p>
                      <a:endParaRPr lang="en-US"/>
                    </a:p>
                  </a:txBody>
                  <a:tcPr>
                    <a:solidFill>
                      <a:schemeClr val="bg2"/>
                    </a:solidFill>
                  </a:tcPr>
                </a:tc>
                <a:tc>
                  <a:txBody>
                    <a:bodyPr/>
                    <a:lstStyle/>
                    <a:p>
                      <a:endParaRPr lang="en-US"/>
                    </a:p>
                  </a:txBody>
                  <a:tcPr>
                    <a:solidFill>
                      <a:schemeClr val="bg2"/>
                    </a:solidFill>
                  </a:tcPr>
                </a:tc>
                <a:tc>
                  <a:txBody>
                    <a:bodyPr/>
                    <a:lstStyle/>
                    <a:p>
                      <a:endParaRPr lang="en-US"/>
                    </a:p>
                  </a:txBody>
                  <a:tcPr>
                    <a:solidFill>
                      <a:schemeClr val="bg2"/>
                    </a:solidFill>
                  </a:tcPr>
                </a:tc>
                <a:tc>
                  <a:txBody>
                    <a:bodyPr/>
                    <a:lstStyle/>
                    <a:p>
                      <a:endParaRPr lang="en-US"/>
                    </a:p>
                  </a:txBody>
                  <a:tcPr>
                    <a:solidFill>
                      <a:schemeClr val="bg2"/>
                    </a:solidFill>
                  </a:tcPr>
                </a:tc>
                <a:tc>
                  <a:txBody>
                    <a:bodyPr/>
                    <a:lstStyle/>
                    <a:p>
                      <a:endParaRPr lang="en-US"/>
                    </a:p>
                  </a:txBody>
                  <a:tcPr>
                    <a:solidFill>
                      <a:schemeClr val="bg2"/>
                    </a:solidFill>
                  </a:tcPr>
                </a:tc>
                <a:tc>
                  <a:txBody>
                    <a:bodyPr/>
                    <a:lstStyle/>
                    <a:p>
                      <a:endParaRPr lang="en-US"/>
                    </a:p>
                  </a:txBody>
                  <a:tcPr>
                    <a:solidFill>
                      <a:schemeClr val="bg2"/>
                    </a:solidFill>
                  </a:tcPr>
                </a:tc>
                <a:tc>
                  <a:txBody>
                    <a:bodyPr/>
                    <a:lstStyle/>
                    <a:p>
                      <a:endParaRPr lang="en-US"/>
                    </a:p>
                  </a:txBody>
                  <a:tcPr>
                    <a:solidFill>
                      <a:schemeClr val="bg2"/>
                    </a:solidFill>
                  </a:tcPr>
                </a:tc>
                <a:tc>
                  <a:txBody>
                    <a:bodyPr/>
                    <a:lstStyle/>
                    <a:p>
                      <a:endParaRPr lang="en-US"/>
                    </a:p>
                  </a:txBody>
                  <a:tcPr>
                    <a:solidFill>
                      <a:schemeClr val="bg2"/>
                    </a:solidFill>
                  </a:tcPr>
                </a:tc>
                <a:tc>
                  <a:txBody>
                    <a:bodyPr/>
                    <a:lstStyle/>
                    <a:p>
                      <a:endParaRPr lang="en-US"/>
                    </a:p>
                  </a:txBody>
                  <a:tcPr>
                    <a:solidFill>
                      <a:schemeClr val="bg2"/>
                    </a:solidFill>
                  </a:tcPr>
                </a:tc>
                <a:tc>
                  <a:txBody>
                    <a:bodyPr/>
                    <a:lstStyle/>
                    <a:p>
                      <a:endParaRPr lang="en-US"/>
                    </a:p>
                  </a:txBody>
                  <a:tcPr>
                    <a:solidFill>
                      <a:schemeClr val="bg2"/>
                    </a:solidFill>
                  </a:tcPr>
                </a:tc>
                <a:tc>
                  <a:txBody>
                    <a:bodyPr/>
                    <a:lstStyle/>
                    <a:p>
                      <a:endParaRPr lang="en-US" dirty="0"/>
                    </a:p>
                  </a:txBody>
                  <a:tcPr>
                    <a:solidFill>
                      <a:schemeClr val="bg2"/>
                    </a:solidFill>
                  </a:tcPr>
                </a:tc>
                <a:extLst>
                  <a:ext uri="{0D108BD9-81ED-4DB2-BD59-A6C34878D82A}">
                    <a16:rowId xmlns:a16="http://schemas.microsoft.com/office/drawing/2014/main" val="973562370"/>
                  </a:ext>
                </a:extLst>
              </a:tr>
            </a:tbl>
          </a:graphicData>
        </a:graphic>
      </p:graphicFrame>
      <p:sp>
        <p:nvSpPr>
          <p:cNvPr id="6" name="TextBox 5">
            <a:extLst>
              <a:ext uri="{FF2B5EF4-FFF2-40B4-BE49-F238E27FC236}">
                <a16:creationId xmlns:a16="http://schemas.microsoft.com/office/drawing/2014/main" id="{B985DCE7-97A3-D5CB-4368-35640EC839FA}"/>
              </a:ext>
            </a:extLst>
          </p:cNvPr>
          <p:cNvSpPr txBox="1"/>
          <p:nvPr/>
        </p:nvSpPr>
        <p:spPr>
          <a:xfrm>
            <a:off x="1508288" y="2054732"/>
            <a:ext cx="904973" cy="276999"/>
          </a:xfrm>
          <a:prstGeom prst="rect">
            <a:avLst/>
          </a:prstGeom>
          <a:noFill/>
        </p:spPr>
        <p:txBody>
          <a:bodyPr wrap="square" lIns="0" tIns="0" rIns="0" bIns="0" rtlCol="0">
            <a:spAutoFit/>
          </a:bodyPr>
          <a:lstStyle/>
          <a:p>
            <a:r>
              <a:rPr lang="de-DE" sz="1000" b="1" dirty="0">
                <a:solidFill>
                  <a:schemeClr val="tx2"/>
                </a:solidFill>
              </a:rPr>
              <a:t>Milestone</a:t>
            </a:r>
            <a:r>
              <a:rPr lang="en-GB" sz="1000" b="1" dirty="0">
                <a:solidFill>
                  <a:srgbClr val="0050FF"/>
                </a:solidFill>
                <a:effectLst/>
                <a:latin typeface="+mj-lt"/>
              </a:rPr>
              <a:t> 1</a:t>
            </a:r>
            <a:br>
              <a:rPr lang="en-GB" b="1" dirty="0">
                <a:solidFill>
                  <a:srgbClr val="0050FF"/>
                </a:solidFill>
                <a:effectLst/>
                <a:latin typeface="On Air" panose="020F0503030404020204" pitchFamily="34" charset="77"/>
              </a:rPr>
            </a:br>
            <a:r>
              <a:rPr lang="en-GB" sz="800" dirty="0">
                <a:solidFill>
                  <a:srgbClr val="73737D"/>
                </a:solidFill>
                <a:effectLst/>
              </a:rPr>
              <a:t>5 Jan</a:t>
            </a:r>
          </a:p>
        </p:txBody>
      </p:sp>
      <p:sp>
        <p:nvSpPr>
          <p:cNvPr id="7" name="TextBox 6">
            <a:extLst>
              <a:ext uri="{FF2B5EF4-FFF2-40B4-BE49-F238E27FC236}">
                <a16:creationId xmlns:a16="http://schemas.microsoft.com/office/drawing/2014/main" id="{0A47A5AB-3F14-0DFF-FA57-5033BEA9156A}"/>
              </a:ext>
            </a:extLst>
          </p:cNvPr>
          <p:cNvSpPr txBox="1"/>
          <p:nvPr/>
        </p:nvSpPr>
        <p:spPr>
          <a:xfrm>
            <a:off x="4166647" y="2054732"/>
            <a:ext cx="782424" cy="276999"/>
          </a:xfrm>
          <a:prstGeom prst="rect">
            <a:avLst/>
          </a:prstGeom>
          <a:noFill/>
        </p:spPr>
        <p:txBody>
          <a:bodyPr wrap="square" lIns="0" tIns="0" rIns="0" bIns="0" rtlCol="0">
            <a:spAutoFit/>
          </a:bodyPr>
          <a:lstStyle/>
          <a:p>
            <a:r>
              <a:rPr lang="de-DE" sz="1000" b="1" dirty="0">
                <a:solidFill>
                  <a:schemeClr val="tx2"/>
                </a:solidFill>
              </a:rPr>
              <a:t>Milestone</a:t>
            </a:r>
            <a:r>
              <a:rPr lang="en-GB" sz="1000" b="1" dirty="0">
                <a:solidFill>
                  <a:srgbClr val="0050FF"/>
                </a:solidFill>
                <a:effectLst/>
                <a:latin typeface="+mj-lt"/>
              </a:rPr>
              <a:t> 2</a:t>
            </a:r>
            <a:br>
              <a:rPr lang="en-GB" b="1" dirty="0">
                <a:solidFill>
                  <a:srgbClr val="0050FF"/>
                </a:solidFill>
                <a:effectLst/>
                <a:latin typeface="On Air" panose="020F0503030404020204" pitchFamily="34" charset="77"/>
              </a:rPr>
            </a:br>
            <a:r>
              <a:rPr lang="en-GB" sz="800" dirty="0">
                <a:solidFill>
                  <a:srgbClr val="73737D"/>
                </a:solidFill>
                <a:effectLst/>
              </a:rPr>
              <a:t>10 Apr</a:t>
            </a:r>
          </a:p>
        </p:txBody>
      </p:sp>
      <p:sp>
        <p:nvSpPr>
          <p:cNvPr id="8" name="TextBox 7">
            <a:extLst>
              <a:ext uri="{FF2B5EF4-FFF2-40B4-BE49-F238E27FC236}">
                <a16:creationId xmlns:a16="http://schemas.microsoft.com/office/drawing/2014/main" id="{7D28F743-5CBF-2C0D-2389-FC2FD360C884}"/>
              </a:ext>
            </a:extLst>
          </p:cNvPr>
          <p:cNvSpPr txBox="1"/>
          <p:nvPr/>
        </p:nvSpPr>
        <p:spPr>
          <a:xfrm>
            <a:off x="4873657" y="2747202"/>
            <a:ext cx="988128" cy="276999"/>
          </a:xfrm>
          <a:prstGeom prst="rect">
            <a:avLst/>
          </a:prstGeom>
          <a:noFill/>
        </p:spPr>
        <p:txBody>
          <a:bodyPr wrap="square" lIns="0" tIns="0" rIns="0" bIns="0" rtlCol="0">
            <a:spAutoFit/>
          </a:bodyPr>
          <a:lstStyle/>
          <a:p>
            <a:r>
              <a:rPr lang="de-DE" sz="1000" b="1" dirty="0">
                <a:solidFill>
                  <a:schemeClr val="tx2"/>
                </a:solidFill>
              </a:rPr>
              <a:t>Milestone</a:t>
            </a:r>
            <a:r>
              <a:rPr lang="en-GB" sz="1000" b="1" dirty="0">
                <a:solidFill>
                  <a:srgbClr val="0050FF"/>
                </a:solidFill>
                <a:effectLst/>
                <a:latin typeface="+mj-lt"/>
              </a:rPr>
              <a:t> 3</a:t>
            </a:r>
            <a:br>
              <a:rPr lang="en-GB" b="1" dirty="0">
                <a:solidFill>
                  <a:srgbClr val="0050FF"/>
                </a:solidFill>
                <a:effectLst/>
                <a:latin typeface="On Air" panose="020F0503030404020204" pitchFamily="34" charset="77"/>
              </a:rPr>
            </a:br>
            <a:r>
              <a:rPr lang="en-GB" sz="800" dirty="0">
                <a:solidFill>
                  <a:srgbClr val="73737D"/>
                </a:solidFill>
                <a:effectLst/>
              </a:rPr>
              <a:t>1 May</a:t>
            </a:r>
          </a:p>
        </p:txBody>
      </p:sp>
      <p:sp>
        <p:nvSpPr>
          <p:cNvPr id="9" name="TextBox 8">
            <a:extLst>
              <a:ext uri="{FF2B5EF4-FFF2-40B4-BE49-F238E27FC236}">
                <a16:creationId xmlns:a16="http://schemas.microsoft.com/office/drawing/2014/main" id="{0178C7D1-1586-B1F5-EE53-EB479C552A99}"/>
              </a:ext>
            </a:extLst>
          </p:cNvPr>
          <p:cNvSpPr txBox="1"/>
          <p:nvPr/>
        </p:nvSpPr>
        <p:spPr>
          <a:xfrm>
            <a:off x="5731495" y="3484405"/>
            <a:ext cx="988127" cy="276999"/>
          </a:xfrm>
          <a:prstGeom prst="rect">
            <a:avLst/>
          </a:prstGeom>
          <a:noFill/>
        </p:spPr>
        <p:txBody>
          <a:bodyPr wrap="square" lIns="0" tIns="0" rIns="0" bIns="0" rtlCol="0">
            <a:spAutoFit/>
          </a:bodyPr>
          <a:lstStyle/>
          <a:p>
            <a:r>
              <a:rPr lang="de-DE" sz="1000" b="1" dirty="0">
                <a:solidFill>
                  <a:schemeClr val="tx2"/>
                </a:solidFill>
              </a:rPr>
              <a:t>Milestone</a:t>
            </a:r>
            <a:r>
              <a:rPr lang="en-GB" sz="1000" b="1" dirty="0">
                <a:solidFill>
                  <a:srgbClr val="0050FF"/>
                </a:solidFill>
                <a:effectLst/>
                <a:latin typeface="+mj-lt"/>
              </a:rPr>
              <a:t> 4</a:t>
            </a:r>
            <a:br>
              <a:rPr lang="en-GB" b="1" dirty="0">
                <a:solidFill>
                  <a:srgbClr val="0050FF"/>
                </a:solidFill>
                <a:effectLst/>
                <a:latin typeface="On Air" panose="020F0503030404020204" pitchFamily="34" charset="77"/>
              </a:rPr>
            </a:br>
            <a:r>
              <a:rPr lang="en-GB" sz="800" dirty="0">
                <a:solidFill>
                  <a:srgbClr val="73737D"/>
                </a:solidFill>
                <a:effectLst/>
              </a:rPr>
              <a:t>1 Jun</a:t>
            </a:r>
          </a:p>
        </p:txBody>
      </p:sp>
      <p:sp>
        <p:nvSpPr>
          <p:cNvPr id="10" name="TextBox 9">
            <a:extLst>
              <a:ext uri="{FF2B5EF4-FFF2-40B4-BE49-F238E27FC236}">
                <a16:creationId xmlns:a16="http://schemas.microsoft.com/office/drawing/2014/main" id="{EBA4BBE7-69DA-5017-7BC8-BBF89144AABE}"/>
              </a:ext>
            </a:extLst>
          </p:cNvPr>
          <p:cNvSpPr txBox="1"/>
          <p:nvPr/>
        </p:nvSpPr>
        <p:spPr>
          <a:xfrm>
            <a:off x="7550869" y="3484405"/>
            <a:ext cx="1073178" cy="276999"/>
          </a:xfrm>
          <a:prstGeom prst="rect">
            <a:avLst/>
          </a:prstGeom>
          <a:noFill/>
        </p:spPr>
        <p:txBody>
          <a:bodyPr wrap="square" lIns="0" tIns="0" rIns="0" bIns="0" rtlCol="0">
            <a:spAutoFit/>
          </a:bodyPr>
          <a:lstStyle/>
          <a:p>
            <a:r>
              <a:rPr lang="de-DE" sz="1000" b="1" dirty="0">
                <a:solidFill>
                  <a:schemeClr val="tx2"/>
                </a:solidFill>
              </a:rPr>
              <a:t>Milestone</a:t>
            </a:r>
            <a:r>
              <a:rPr lang="en-GB" sz="1000" b="1" dirty="0">
                <a:solidFill>
                  <a:srgbClr val="0050FF"/>
                </a:solidFill>
                <a:effectLst/>
                <a:latin typeface="+mj-lt"/>
              </a:rPr>
              <a:t> 5</a:t>
            </a:r>
            <a:br>
              <a:rPr lang="en-GB" b="1" dirty="0">
                <a:solidFill>
                  <a:srgbClr val="0050FF"/>
                </a:solidFill>
                <a:effectLst/>
                <a:latin typeface="On Air" panose="020F0503030404020204" pitchFamily="34" charset="77"/>
              </a:rPr>
            </a:br>
            <a:r>
              <a:rPr lang="en-GB" sz="800" dirty="0">
                <a:solidFill>
                  <a:srgbClr val="73737D"/>
                </a:solidFill>
                <a:effectLst/>
              </a:rPr>
              <a:t>10 Aug</a:t>
            </a:r>
          </a:p>
        </p:txBody>
      </p:sp>
      <p:sp>
        <p:nvSpPr>
          <p:cNvPr id="11" name="TextBox 10">
            <a:extLst>
              <a:ext uri="{FF2B5EF4-FFF2-40B4-BE49-F238E27FC236}">
                <a16:creationId xmlns:a16="http://schemas.microsoft.com/office/drawing/2014/main" id="{202316E8-1C40-9880-0FA6-8C2AB2AF8378}"/>
              </a:ext>
            </a:extLst>
          </p:cNvPr>
          <p:cNvSpPr txBox="1"/>
          <p:nvPr/>
        </p:nvSpPr>
        <p:spPr>
          <a:xfrm>
            <a:off x="9285400" y="4202892"/>
            <a:ext cx="999193" cy="276999"/>
          </a:xfrm>
          <a:prstGeom prst="rect">
            <a:avLst/>
          </a:prstGeom>
          <a:noFill/>
        </p:spPr>
        <p:txBody>
          <a:bodyPr wrap="square" lIns="0" tIns="0" rIns="0" bIns="0" rtlCol="0">
            <a:spAutoFit/>
          </a:bodyPr>
          <a:lstStyle/>
          <a:p>
            <a:r>
              <a:rPr lang="de-DE" sz="1000" b="1" dirty="0">
                <a:solidFill>
                  <a:schemeClr val="tx2"/>
                </a:solidFill>
              </a:rPr>
              <a:t>Milestone</a:t>
            </a:r>
            <a:r>
              <a:rPr lang="en-GB" sz="1000" b="1" dirty="0">
                <a:solidFill>
                  <a:srgbClr val="0050FF"/>
                </a:solidFill>
                <a:effectLst/>
                <a:latin typeface="+mj-lt"/>
              </a:rPr>
              <a:t> 6</a:t>
            </a:r>
            <a:br>
              <a:rPr lang="en-GB" b="1" dirty="0">
                <a:solidFill>
                  <a:srgbClr val="0050FF"/>
                </a:solidFill>
                <a:effectLst/>
                <a:latin typeface="On Air" panose="020F0503030404020204" pitchFamily="34" charset="77"/>
              </a:rPr>
            </a:br>
            <a:r>
              <a:rPr lang="en-GB" sz="800" dirty="0">
                <a:solidFill>
                  <a:srgbClr val="73737D"/>
                </a:solidFill>
                <a:effectLst/>
              </a:rPr>
              <a:t>15 Oct</a:t>
            </a:r>
          </a:p>
        </p:txBody>
      </p:sp>
      <p:sp>
        <p:nvSpPr>
          <p:cNvPr id="12" name="TextBox 11">
            <a:extLst>
              <a:ext uri="{FF2B5EF4-FFF2-40B4-BE49-F238E27FC236}">
                <a16:creationId xmlns:a16="http://schemas.microsoft.com/office/drawing/2014/main" id="{AB735AE6-B9FB-053E-2487-5C18154F4E92}"/>
              </a:ext>
            </a:extLst>
          </p:cNvPr>
          <p:cNvSpPr txBox="1"/>
          <p:nvPr/>
        </p:nvSpPr>
        <p:spPr>
          <a:xfrm>
            <a:off x="9982984" y="4908933"/>
            <a:ext cx="999193" cy="276999"/>
          </a:xfrm>
          <a:prstGeom prst="rect">
            <a:avLst/>
          </a:prstGeom>
          <a:noFill/>
        </p:spPr>
        <p:txBody>
          <a:bodyPr wrap="square" lIns="0" tIns="0" rIns="0" bIns="0" rtlCol="0">
            <a:spAutoFit/>
          </a:bodyPr>
          <a:lstStyle/>
          <a:p>
            <a:r>
              <a:rPr lang="de-DE" sz="1000" b="1" dirty="0">
                <a:solidFill>
                  <a:schemeClr val="tx2"/>
                </a:solidFill>
              </a:rPr>
              <a:t>Milestone</a:t>
            </a:r>
            <a:r>
              <a:rPr lang="en-GB" sz="1000" b="1" dirty="0">
                <a:solidFill>
                  <a:srgbClr val="0050FF"/>
                </a:solidFill>
                <a:effectLst/>
                <a:latin typeface="+mj-lt"/>
              </a:rPr>
              <a:t> 7</a:t>
            </a:r>
            <a:br>
              <a:rPr lang="en-GB" b="1" dirty="0">
                <a:solidFill>
                  <a:srgbClr val="0050FF"/>
                </a:solidFill>
                <a:effectLst/>
                <a:latin typeface="On Air" panose="020F0503030404020204" pitchFamily="34" charset="77"/>
              </a:rPr>
            </a:br>
            <a:r>
              <a:rPr lang="en-GB" sz="800" dirty="0">
                <a:solidFill>
                  <a:srgbClr val="73737D"/>
                </a:solidFill>
                <a:effectLst/>
              </a:rPr>
              <a:t>1 Nov</a:t>
            </a:r>
          </a:p>
        </p:txBody>
      </p:sp>
      <p:sp>
        <p:nvSpPr>
          <p:cNvPr id="13" name="Rectangle 12">
            <a:extLst>
              <a:ext uri="{FF2B5EF4-FFF2-40B4-BE49-F238E27FC236}">
                <a16:creationId xmlns:a16="http://schemas.microsoft.com/office/drawing/2014/main" id="{ECC5BBFC-C0AC-EA47-83A7-0EFFA474AAC1}"/>
              </a:ext>
            </a:extLst>
          </p:cNvPr>
          <p:cNvSpPr/>
          <p:nvPr/>
        </p:nvSpPr>
        <p:spPr>
          <a:xfrm>
            <a:off x="1448602" y="2450892"/>
            <a:ext cx="1669352" cy="187377"/>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800" b="1" dirty="0">
                <a:effectLst/>
              </a:rPr>
              <a:t>A – </a:t>
            </a:r>
            <a:r>
              <a:rPr lang="en-GB" sz="800" dirty="0">
                <a:effectLst/>
              </a:rPr>
              <a:t>1 Jan – 10 Mar</a:t>
            </a:r>
          </a:p>
        </p:txBody>
      </p:sp>
      <p:sp>
        <p:nvSpPr>
          <p:cNvPr id="14" name="Rectangle 13">
            <a:extLst>
              <a:ext uri="{FF2B5EF4-FFF2-40B4-BE49-F238E27FC236}">
                <a16:creationId xmlns:a16="http://schemas.microsoft.com/office/drawing/2014/main" id="{A5234E5C-7376-C059-00EB-B3584CC133D5}"/>
              </a:ext>
            </a:extLst>
          </p:cNvPr>
          <p:cNvSpPr/>
          <p:nvPr/>
        </p:nvSpPr>
        <p:spPr>
          <a:xfrm>
            <a:off x="3355034" y="2450892"/>
            <a:ext cx="1669352" cy="187377"/>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800" b="1" dirty="0">
                <a:effectLst/>
              </a:rPr>
              <a:t>B – </a:t>
            </a:r>
            <a:r>
              <a:rPr lang="en-GB" sz="800" dirty="0">
                <a:effectLst/>
              </a:rPr>
              <a:t>10 Mar – 10 May</a:t>
            </a:r>
          </a:p>
        </p:txBody>
      </p:sp>
      <p:sp>
        <p:nvSpPr>
          <p:cNvPr id="15" name="Rectangle 14">
            <a:extLst>
              <a:ext uri="{FF2B5EF4-FFF2-40B4-BE49-F238E27FC236}">
                <a16:creationId xmlns:a16="http://schemas.microsoft.com/office/drawing/2014/main" id="{BB86D728-A7B2-E88D-5C38-62546440BD87}"/>
              </a:ext>
            </a:extLst>
          </p:cNvPr>
          <p:cNvSpPr/>
          <p:nvPr/>
        </p:nvSpPr>
        <p:spPr>
          <a:xfrm>
            <a:off x="2565134" y="3129474"/>
            <a:ext cx="2383938" cy="1873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800" b="1" dirty="0">
                <a:effectLst/>
              </a:rPr>
              <a:t>C – </a:t>
            </a:r>
            <a:r>
              <a:rPr lang="en-GB" sz="800" dirty="0">
                <a:effectLst/>
              </a:rPr>
              <a:t>10 Feb – 5 May</a:t>
            </a:r>
          </a:p>
        </p:txBody>
      </p:sp>
      <p:sp>
        <p:nvSpPr>
          <p:cNvPr id="16" name="Rectangle 15">
            <a:extLst>
              <a:ext uri="{FF2B5EF4-FFF2-40B4-BE49-F238E27FC236}">
                <a16:creationId xmlns:a16="http://schemas.microsoft.com/office/drawing/2014/main" id="{9207F5C2-6789-26A5-A273-751086DE9C17}"/>
              </a:ext>
            </a:extLst>
          </p:cNvPr>
          <p:cNvSpPr/>
          <p:nvPr/>
        </p:nvSpPr>
        <p:spPr>
          <a:xfrm>
            <a:off x="4644190" y="3836931"/>
            <a:ext cx="1217595" cy="187377"/>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800" b="1">
                <a:solidFill>
                  <a:schemeClr val="tx2"/>
                </a:solidFill>
                <a:effectLst/>
              </a:rPr>
              <a:t>D – </a:t>
            </a:r>
            <a:r>
              <a:rPr lang="en-GB" sz="800">
                <a:solidFill>
                  <a:schemeClr val="tx2"/>
                </a:solidFill>
                <a:effectLst/>
              </a:rPr>
              <a:t>15 Apr – 8 Jun</a:t>
            </a:r>
          </a:p>
        </p:txBody>
      </p:sp>
      <p:sp>
        <p:nvSpPr>
          <p:cNvPr id="17" name="Rectangle 16">
            <a:extLst>
              <a:ext uri="{FF2B5EF4-FFF2-40B4-BE49-F238E27FC236}">
                <a16:creationId xmlns:a16="http://schemas.microsoft.com/office/drawing/2014/main" id="{093DA15B-C7BB-704D-8DA3-CAB909DC23DC}"/>
              </a:ext>
            </a:extLst>
          </p:cNvPr>
          <p:cNvSpPr/>
          <p:nvPr/>
        </p:nvSpPr>
        <p:spPr>
          <a:xfrm>
            <a:off x="6535555" y="3836931"/>
            <a:ext cx="1679607" cy="187377"/>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800" b="1">
                <a:solidFill>
                  <a:schemeClr val="tx2"/>
                </a:solidFill>
                <a:effectLst/>
              </a:rPr>
              <a:t>E – </a:t>
            </a:r>
            <a:r>
              <a:rPr lang="en-GB" sz="800">
                <a:solidFill>
                  <a:schemeClr val="tx2"/>
                </a:solidFill>
                <a:effectLst/>
              </a:rPr>
              <a:t>1 Jul – 30 Aug</a:t>
            </a:r>
          </a:p>
        </p:txBody>
      </p:sp>
      <p:sp>
        <p:nvSpPr>
          <p:cNvPr id="18" name="Rectangle 17">
            <a:extLst>
              <a:ext uri="{FF2B5EF4-FFF2-40B4-BE49-F238E27FC236}">
                <a16:creationId xmlns:a16="http://schemas.microsoft.com/office/drawing/2014/main" id="{B542901C-4AF5-BF35-2752-240FAA022E8F}"/>
              </a:ext>
            </a:extLst>
          </p:cNvPr>
          <p:cNvSpPr/>
          <p:nvPr/>
        </p:nvSpPr>
        <p:spPr>
          <a:xfrm>
            <a:off x="8229602" y="3836931"/>
            <a:ext cx="827772" cy="187377"/>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800" b="1">
                <a:solidFill>
                  <a:schemeClr val="tx2"/>
                </a:solidFill>
                <a:effectLst/>
              </a:rPr>
              <a:t>F – </a:t>
            </a:r>
            <a:r>
              <a:rPr lang="en-GB" sz="800">
                <a:solidFill>
                  <a:schemeClr val="tx2"/>
                </a:solidFill>
                <a:effectLst/>
              </a:rPr>
              <a:t>1 – 30 Sep</a:t>
            </a:r>
          </a:p>
        </p:txBody>
      </p:sp>
      <p:sp>
        <p:nvSpPr>
          <p:cNvPr id="19" name="Rectangle 18">
            <a:extLst>
              <a:ext uri="{FF2B5EF4-FFF2-40B4-BE49-F238E27FC236}">
                <a16:creationId xmlns:a16="http://schemas.microsoft.com/office/drawing/2014/main" id="{6F355181-6FCE-BAC0-87C0-9DA712A473AC}"/>
              </a:ext>
            </a:extLst>
          </p:cNvPr>
          <p:cNvSpPr/>
          <p:nvPr/>
        </p:nvSpPr>
        <p:spPr>
          <a:xfrm>
            <a:off x="8229602" y="4568451"/>
            <a:ext cx="2054992" cy="187377"/>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800" b="1">
                <a:solidFill>
                  <a:schemeClr val="bg1"/>
                </a:solidFill>
                <a:effectLst/>
              </a:rPr>
              <a:t>G – </a:t>
            </a:r>
            <a:r>
              <a:rPr lang="en-GB" sz="800">
                <a:solidFill>
                  <a:schemeClr val="bg1"/>
                </a:solidFill>
                <a:effectLst/>
              </a:rPr>
              <a:t>1 Sep – 15 Nov</a:t>
            </a:r>
          </a:p>
        </p:txBody>
      </p:sp>
      <p:sp>
        <p:nvSpPr>
          <p:cNvPr id="20" name="Rectangle 19">
            <a:extLst>
              <a:ext uri="{FF2B5EF4-FFF2-40B4-BE49-F238E27FC236}">
                <a16:creationId xmlns:a16="http://schemas.microsoft.com/office/drawing/2014/main" id="{AE7C3F4F-21D7-007F-4B59-96D0B795F54B}"/>
              </a:ext>
            </a:extLst>
          </p:cNvPr>
          <p:cNvSpPr/>
          <p:nvPr/>
        </p:nvSpPr>
        <p:spPr>
          <a:xfrm>
            <a:off x="9081439" y="5280720"/>
            <a:ext cx="827772" cy="187377"/>
          </a:xfrm>
          <a:prstGeom prst="rect">
            <a:avLst/>
          </a:prstGeom>
          <a:solidFill>
            <a:schemeClr val="accent5"/>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GB" sz="800" b="1" dirty="0">
                <a:solidFill>
                  <a:schemeClr val="bg1"/>
                </a:solidFill>
                <a:effectLst/>
              </a:rPr>
              <a:t>H – </a:t>
            </a:r>
            <a:r>
              <a:rPr lang="en-GB" sz="800" dirty="0">
                <a:solidFill>
                  <a:schemeClr val="bg1"/>
                </a:solidFill>
                <a:effectLst/>
              </a:rPr>
              <a:t>1 – 30 Oct</a:t>
            </a:r>
          </a:p>
        </p:txBody>
      </p:sp>
      <p:sp>
        <p:nvSpPr>
          <p:cNvPr id="21" name="Rectangle 20">
            <a:extLst>
              <a:ext uri="{FF2B5EF4-FFF2-40B4-BE49-F238E27FC236}">
                <a16:creationId xmlns:a16="http://schemas.microsoft.com/office/drawing/2014/main" id="{FBC63F13-0C49-3E5A-175B-6F5D7BBD18FB}"/>
              </a:ext>
            </a:extLst>
          </p:cNvPr>
          <p:cNvSpPr/>
          <p:nvPr/>
        </p:nvSpPr>
        <p:spPr>
          <a:xfrm>
            <a:off x="9928462" y="5280720"/>
            <a:ext cx="827772" cy="187377"/>
          </a:xfrm>
          <a:prstGeom prst="rect">
            <a:avLst/>
          </a:prstGeom>
          <a:solidFill>
            <a:schemeClr val="accent5"/>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GB" sz="800" b="1">
                <a:solidFill>
                  <a:schemeClr val="bg1"/>
                </a:solidFill>
                <a:effectLst/>
              </a:rPr>
              <a:t>I – </a:t>
            </a:r>
            <a:r>
              <a:rPr lang="en-GB" sz="800">
                <a:solidFill>
                  <a:schemeClr val="bg1"/>
                </a:solidFill>
                <a:effectLst/>
              </a:rPr>
              <a:t>1 – 30 Nov</a:t>
            </a:r>
          </a:p>
        </p:txBody>
      </p:sp>
      <p:sp>
        <p:nvSpPr>
          <p:cNvPr id="22" name="Rectangle 21">
            <a:extLst>
              <a:ext uri="{FF2B5EF4-FFF2-40B4-BE49-F238E27FC236}">
                <a16:creationId xmlns:a16="http://schemas.microsoft.com/office/drawing/2014/main" id="{D6CDE76B-CC84-14AD-FA5D-4D57A8EF60EE}"/>
              </a:ext>
            </a:extLst>
          </p:cNvPr>
          <p:cNvSpPr/>
          <p:nvPr/>
        </p:nvSpPr>
        <p:spPr>
          <a:xfrm>
            <a:off x="10775484" y="5280720"/>
            <a:ext cx="827772" cy="187377"/>
          </a:xfrm>
          <a:prstGeom prst="rect">
            <a:avLst/>
          </a:prstGeom>
          <a:solidFill>
            <a:schemeClr val="accent5"/>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GB" sz="800" b="1" dirty="0">
                <a:solidFill>
                  <a:schemeClr val="bg1"/>
                </a:solidFill>
                <a:effectLst/>
              </a:rPr>
              <a:t>J – </a:t>
            </a:r>
            <a:r>
              <a:rPr lang="en-GB" sz="800" dirty="0">
                <a:solidFill>
                  <a:schemeClr val="bg1"/>
                </a:solidFill>
                <a:effectLst/>
              </a:rPr>
              <a:t>1 – 31 Dec</a:t>
            </a:r>
          </a:p>
        </p:txBody>
      </p:sp>
      <p:sp>
        <p:nvSpPr>
          <p:cNvPr id="2" name="Fußzeilenplatzhalter 1">
            <a:extLst>
              <a:ext uri="{FF2B5EF4-FFF2-40B4-BE49-F238E27FC236}">
                <a16:creationId xmlns:a16="http://schemas.microsoft.com/office/drawing/2014/main" id="{615C2B56-8886-8F17-012B-7D81E69B11B2}"/>
              </a:ext>
            </a:extLst>
          </p:cNvPr>
          <p:cNvSpPr>
            <a:spLocks noGrp="1"/>
          </p:cNvSpPr>
          <p:nvPr>
            <p:ph type="ftr" sz="quarter" idx="11"/>
          </p:nvPr>
        </p:nvSpPr>
        <p:spPr/>
        <p:txBody>
          <a:bodyPr/>
          <a:lstStyle/>
          <a:p>
            <a:r>
              <a:rPr lang="de-DE"/>
              <a:t>Restricted</a:t>
            </a:r>
          </a:p>
        </p:txBody>
      </p:sp>
    </p:spTree>
    <p:extLst>
      <p:ext uri="{BB962C8B-B14F-4D97-AF65-F5344CB8AC3E}">
        <p14:creationId xmlns:p14="http://schemas.microsoft.com/office/powerpoint/2010/main" val="383512529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Titel 47">
            <a:extLst>
              <a:ext uri="{FF2B5EF4-FFF2-40B4-BE49-F238E27FC236}">
                <a16:creationId xmlns:a16="http://schemas.microsoft.com/office/drawing/2014/main" id="{96C6F7BC-09E3-6FE9-F6D4-DF2BE015EA3C}"/>
              </a:ext>
            </a:extLst>
          </p:cNvPr>
          <p:cNvSpPr>
            <a:spLocks noGrp="1"/>
          </p:cNvSpPr>
          <p:nvPr>
            <p:ph type="title"/>
          </p:nvPr>
        </p:nvSpPr>
        <p:spPr/>
        <p:txBody>
          <a:bodyPr/>
          <a:lstStyle/>
          <a:p>
            <a:endParaRPr lang="de-DE"/>
          </a:p>
        </p:txBody>
      </p:sp>
      <p:sp>
        <p:nvSpPr>
          <p:cNvPr id="4" name="Foliennummernplatzhalter 3">
            <a:extLst>
              <a:ext uri="{FF2B5EF4-FFF2-40B4-BE49-F238E27FC236}">
                <a16:creationId xmlns:a16="http://schemas.microsoft.com/office/drawing/2014/main" id="{D275E058-27C0-1EF0-79B2-6336E128A1FE}"/>
              </a:ext>
            </a:extLst>
          </p:cNvPr>
          <p:cNvSpPr>
            <a:spLocks noGrp="1"/>
          </p:cNvSpPr>
          <p:nvPr>
            <p:ph type="sldNum" sz="quarter" idx="12"/>
          </p:nvPr>
        </p:nvSpPr>
        <p:spPr>
          <a:xfrm>
            <a:off x="11100625" y="6432680"/>
            <a:ext cx="504000" cy="195263"/>
          </a:xfrm>
        </p:spPr>
        <p:txBody>
          <a:bodyPr/>
          <a:lstStyle/>
          <a:p>
            <a:fld id="{67CD7502-7F22-405E-8273-ECAD6156DDA0}" type="slidenum">
              <a:rPr lang="de-DE" smtClean="0"/>
              <a:pPr/>
              <a:t>35</a:t>
            </a:fld>
            <a:endParaRPr lang="de-DE"/>
          </a:p>
        </p:txBody>
      </p:sp>
      <p:sp>
        <p:nvSpPr>
          <p:cNvPr id="49" name="Textplatzhalter 48">
            <a:extLst>
              <a:ext uri="{FF2B5EF4-FFF2-40B4-BE49-F238E27FC236}">
                <a16:creationId xmlns:a16="http://schemas.microsoft.com/office/drawing/2014/main" id="{B3536DED-299F-B1E0-78E7-2CC7AD97FE20}"/>
              </a:ext>
            </a:extLst>
          </p:cNvPr>
          <p:cNvSpPr>
            <a:spLocks noGrp="1"/>
          </p:cNvSpPr>
          <p:nvPr>
            <p:ph type="body" sz="quarter" idx="13"/>
          </p:nvPr>
        </p:nvSpPr>
        <p:spPr/>
        <p:txBody>
          <a:bodyPr/>
          <a:lstStyle/>
          <a:p>
            <a:endParaRPr lang="de-DE"/>
          </a:p>
        </p:txBody>
      </p:sp>
      <p:grpSp>
        <p:nvGrpSpPr>
          <p:cNvPr id="5" name="Group 4">
            <a:extLst>
              <a:ext uri="{FF2B5EF4-FFF2-40B4-BE49-F238E27FC236}">
                <a16:creationId xmlns:a16="http://schemas.microsoft.com/office/drawing/2014/main" id="{803B1CB1-DB91-0F7F-B6DD-121BE04EC1D3}"/>
              </a:ext>
            </a:extLst>
          </p:cNvPr>
          <p:cNvGrpSpPr/>
          <p:nvPr/>
        </p:nvGrpSpPr>
        <p:grpSpPr>
          <a:xfrm>
            <a:off x="0" y="3436983"/>
            <a:ext cx="11617324" cy="474666"/>
            <a:chOff x="0" y="3429000"/>
            <a:chExt cx="11617324" cy="474666"/>
          </a:xfrm>
        </p:grpSpPr>
        <p:sp>
          <p:nvSpPr>
            <p:cNvPr id="6" name="Rectangle 5">
              <a:extLst>
                <a:ext uri="{FF2B5EF4-FFF2-40B4-BE49-F238E27FC236}">
                  <a16:creationId xmlns:a16="http://schemas.microsoft.com/office/drawing/2014/main" id="{184F8BEF-0A09-0704-458E-4AE8E06CC20E}"/>
                </a:ext>
              </a:extLst>
            </p:cNvPr>
            <p:cNvSpPr/>
            <p:nvPr/>
          </p:nvSpPr>
          <p:spPr>
            <a:xfrm>
              <a:off x="0" y="3429000"/>
              <a:ext cx="11263097" cy="474663"/>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riangle 6">
              <a:extLst>
                <a:ext uri="{FF2B5EF4-FFF2-40B4-BE49-F238E27FC236}">
                  <a16:creationId xmlns:a16="http://schemas.microsoft.com/office/drawing/2014/main" id="{CD105057-6EF8-F743-429E-DEC63D0FC229}"/>
                </a:ext>
              </a:extLst>
            </p:cNvPr>
            <p:cNvSpPr/>
            <p:nvPr/>
          </p:nvSpPr>
          <p:spPr>
            <a:xfrm rot="5400000">
              <a:off x="11202879" y="3489220"/>
              <a:ext cx="474664" cy="354227"/>
            </a:xfrm>
            <a:prstGeom prst="triangle">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B4B4BE"/>
                </a:solidFill>
              </a:endParaRPr>
            </a:p>
          </p:txBody>
        </p:sp>
      </p:grpSp>
      <p:sp>
        <p:nvSpPr>
          <p:cNvPr id="8" name="TextBox 7">
            <a:extLst>
              <a:ext uri="{FF2B5EF4-FFF2-40B4-BE49-F238E27FC236}">
                <a16:creationId xmlns:a16="http://schemas.microsoft.com/office/drawing/2014/main" id="{A26ECAB3-D73C-C1FC-9F53-BB2FE74E7306}"/>
              </a:ext>
            </a:extLst>
          </p:cNvPr>
          <p:cNvSpPr txBox="1"/>
          <p:nvPr/>
        </p:nvSpPr>
        <p:spPr>
          <a:xfrm>
            <a:off x="311849" y="3581148"/>
            <a:ext cx="949625" cy="215444"/>
          </a:xfrm>
          <a:prstGeom prst="rect">
            <a:avLst/>
          </a:prstGeom>
          <a:noFill/>
        </p:spPr>
        <p:txBody>
          <a:bodyPr wrap="square" lIns="0" tIns="0" rIns="0" bIns="0" rtlCol="0" anchor="ctr" anchorCtr="0">
            <a:spAutoFit/>
          </a:bodyPr>
          <a:lstStyle/>
          <a:p>
            <a:pPr algn="ctr"/>
            <a:r>
              <a:rPr lang="en-GB" sz="1400" b="1">
                <a:solidFill>
                  <a:srgbClr val="73737D"/>
                </a:solidFill>
                <a:effectLst/>
                <a:latin typeface="+mj-lt"/>
              </a:rPr>
              <a:t>2002</a:t>
            </a:r>
          </a:p>
        </p:txBody>
      </p:sp>
      <p:sp>
        <p:nvSpPr>
          <p:cNvPr id="9" name="TextBox 8">
            <a:extLst>
              <a:ext uri="{FF2B5EF4-FFF2-40B4-BE49-F238E27FC236}">
                <a16:creationId xmlns:a16="http://schemas.microsoft.com/office/drawing/2014/main" id="{1F844DDA-F10B-D4E2-C172-A15FCCB9B555}"/>
              </a:ext>
            </a:extLst>
          </p:cNvPr>
          <p:cNvSpPr txBox="1"/>
          <p:nvPr/>
        </p:nvSpPr>
        <p:spPr>
          <a:xfrm>
            <a:off x="2297540" y="3581148"/>
            <a:ext cx="949625" cy="215444"/>
          </a:xfrm>
          <a:prstGeom prst="rect">
            <a:avLst/>
          </a:prstGeom>
          <a:noFill/>
        </p:spPr>
        <p:txBody>
          <a:bodyPr wrap="square" lIns="0" tIns="0" rIns="0" bIns="0" rtlCol="0" anchor="ctr" anchorCtr="0">
            <a:spAutoFit/>
          </a:bodyPr>
          <a:lstStyle/>
          <a:p>
            <a:pPr algn="ctr"/>
            <a:r>
              <a:rPr lang="en-GB" sz="1400" b="1">
                <a:solidFill>
                  <a:srgbClr val="73737D"/>
                </a:solidFill>
                <a:effectLst/>
                <a:latin typeface="+mj-lt"/>
              </a:rPr>
              <a:t>2005</a:t>
            </a:r>
          </a:p>
        </p:txBody>
      </p:sp>
      <p:sp>
        <p:nvSpPr>
          <p:cNvPr id="10" name="TextBox 9">
            <a:extLst>
              <a:ext uri="{FF2B5EF4-FFF2-40B4-BE49-F238E27FC236}">
                <a16:creationId xmlns:a16="http://schemas.microsoft.com/office/drawing/2014/main" id="{E4917B11-F9CF-46DD-5521-3A1ECD29664A}"/>
              </a:ext>
            </a:extLst>
          </p:cNvPr>
          <p:cNvSpPr txBox="1"/>
          <p:nvPr/>
        </p:nvSpPr>
        <p:spPr>
          <a:xfrm>
            <a:off x="4349364" y="3581148"/>
            <a:ext cx="949625" cy="215444"/>
          </a:xfrm>
          <a:prstGeom prst="rect">
            <a:avLst/>
          </a:prstGeom>
          <a:noFill/>
        </p:spPr>
        <p:txBody>
          <a:bodyPr wrap="square" lIns="0" tIns="0" rIns="0" bIns="0" rtlCol="0" anchor="ctr" anchorCtr="0">
            <a:spAutoFit/>
          </a:bodyPr>
          <a:lstStyle/>
          <a:p>
            <a:pPr algn="ctr"/>
            <a:r>
              <a:rPr lang="en-GB" sz="1400" b="1">
                <a:solidFill>
                  <a:srgbClr val="73737D"/>
                </a:solidFill>
                <a:effectLst/>
                <a:latin typeface="+mj-lt"/>
              </a:rPr>
              <a:t>2010</a:t>
            </a:r>
          </a:p>
        </p:txBody>
      </p:sp>
      <p:sp>
        <p:nvSpPr>
          <p:cNvPr id="11" name="TextBox 10">
            <a:extLst>
              <a:ext uri="{FF2B5EF4-FFF2-40B4-BE49-F238E27FC236}">
                <a16:creationId xmlns:a16="http://schemas.microsoft.com/office/drawing/2014/main" id="{EEA2F748-02A4-BDDE-84D5-EDEDFC2442A6}"/>
              </a:ext>
            </a:extLst>
          </p:cNvPr>
          <p:cNvSpPr txBox="1"/>
          <p:nvPr/>
        </p:nvSpPr>
        <p:spPr>
          <a:xfrm>
            <a:off x="6384461" y="3581148"/>
            <a:ext cx="949625" cy="215444"/>
          </a:xfrm>
          <a:prstGeom prst="rect">
            <a:avLst/>
          </a:prstGeom>
          <a:noFill/>
        </p:spPr>
        <p:txBody>
          <a:bodyPr wrap="square" lIns="0" tIns="0" rIns="0" bIns="0" rtlCol="0" anchor="ctr" anchorCtr="0">
            <a:spAutoFit/>
          </a:bodyPr>
          <a:lstStyle/>
          <a:p>
            <a:pPr algn="ctr"/>
            <a:r>
              <a:rPr lang="en-GB" sz="1400" b="1">
                <a:solidFill>
                  <a:srgbClr val="73737D"/>
                </a:solidFill>
                <a:effectLst/>
                <a:latin typeface="+mj-lt"/>
              </a:rPr>
              <a:t>2015</a:t>
            </a:r>
          </a:p>
        </p:txBody>
      </p:sp>
      <p:sp>
        <p:nvSpPr>
          <p:cNvPr id="12" name="TextBox 11">
            <a:extLst>
              <a:ext uri="{FF2B5EF4-FFF2-40B4-BE49-F238E27FC236}">
                <a16:creationId xmlns:a16="http://schemas.microsoft.com/office/drawing/2014/main" id="{DF66F2DA-EC76-C687-CF91-E589F8E94A1A}"/>
              </a:ext>
            </a:extLst>
          </p:cNvPr>
          <p:cNvSpPr txBox="1"/>
          <p:nvPr/>
        </p:nvSpPr>
        <p:spPr>
          <a:xfrm>
            <a:off x="8397256" y="3581148"/>
            <a:ext cx="949625" cy="215444"/>
          </a:xfrm>
          <a:prstGeom prst="rect">
            <a:avLst/>
          </a:prstGeom>
          <a:noFill/>
        </p:spPr>
        <p:txBody>
          <a:bodyPr wrap="square" lIns="0" tIns="0" rIns="0" bIns="0" rtlCol="0" anchor="ctr" anchorCtr="0">
            <a:spAutoFit/>
          </a:bodyPr>
          <a:lstStyle/>
          <a:p>
            <a:pPr algn="ctr"/>
            <a:r>
              <a:rPr lang="en-GB" sz="1400" b="1">
                <a:solidFill>
                  <a:srgbClr val="73737D"/>
                </a:solidFill>
                <a:effectLst/>
                <a:latin typeface="+mj-lt"/>
              </a:rPr>
              <a:t>2020</a:t>
            </a:r>
          </a:p>
        </p:txBody>
      </p:sp>
      <p:sp>
        <p:nvSpPr>
          <p:cNvPr id="13" name="TextBox 12">
            <a:extLst>
              <a:ext uri="{FF2B5EF4-FFF2-40B4-BE49-F238E27FC236}">
                <a16:creationId xmlns:a16="http://schemas.microsoft.com/office/drawing/2014/main" id="{9B356F20-3A90-B795-5F72-0F69438F6A5F}"/>
              </a:ext>
            </a:extLst>
          </p:cNvPr>
          <p:cNvSpPr txBox="1"/>
          <p:nvPr/>
        </p:nvSpPr>
        <p:spPr>
          <a:xfrm>
            <a:off x="10449081" y="3581148"/>
            <a:ext cx="949625" cy="215444"/>
          </a:xfrm>
          <a:prstGeom prst="rect">
            <a:avLst/>
          </a:prstGeom>
          <a:noFill/>
        </p:spPr>
        <p:txBody>
          <a:bodyPr wrap="square" lIns="0" tIns="0" rIns="0" bIns="0" rtlCol="0" anchor="ctr" anchorCtr="0">
            <a:spAutoFit/>
          </a:bodyPr>
          <a:lstStyle/>
          <a:p>
            <a:pPr algn="ctr"/>
            <a:r>
              <a:rPr lang="en-GB" sz="1400" b="1">
                <a:solidFill>
                  <a:srgbClr val="73737D"/>
                </a:solidFill>
                <a:effectLst/>
                <a:latin typeface="+mj-lt"/>
              </a:rPr>
              <a:t>2025</a:t>
            </a:r>
          </a:p>
        </p:txBody>
      </p:sp>
      <p:cxnSp>
        <p:nvCxnSpPr>
          <p:cNvPr id="14" name="Straight Connector 13">
            <a:extLst>
              <a:ext uri="{FF2B5EF4-FFF2-40B4-BE49-F238E27FC236}">
                <a16:creationId xmlns:a16="http://schemas.microsoft.com/office/drawing/2014/main" id="{2AAB9FB0-05CC-7550-C79B-75E3E4B7FDDB}"/>
              </a:ext>
            </a:extLst>
          </p:cNvPr>
          <p:cNvCxnSpPr/>
          <p:nvPr/>
        </p:nvCxnSpPr>
        <p:spPr>
          <a:xfrm>
            <a:off x="1338294" y="3164420"/>
            <a:ext cx="0" cy="429950"/>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7E83B361-44B2-CC26-595B-A1821710CA90}"/>
              </a:ext>
            </a:extLst>
          </p:cNvPr>
          <p:cNvCxnSpPr/>
          <p:nvPr/>
        </p:nvCxnSpPr>
        <p:spPr>
          <a:xfrm>
            <a:off x="3990660" y="3164420"/>
            <a:ext cx="0" cy="429950"/>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1984D2B0-FC40-9FA9-365A-3C1D23B7741C}"/>
              </a:ext>
            </a:extLst>
          </p:cNvPr>
          <p:cNvCxnSpPr/>
          <p:nvPr/>
        </p:nvCxnSpPr>
        <p:spPr>
          <a:xfrm>
            <a:off x="6521913" y="3164420"/>
            <a:ext cx="0" cy="429950"/>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9480DA4B-9A5D-ED3F-2147-6404B2A756D0}"/>
              </a:ext>
            </a:extLst>
          </p:cNvPr>
          <p:cNvCxnSpPr/>
          <p:nvPr/>
        </p:nvCxnSpPr>
        <p:spPr>
          <a:xfrm>
            <a:off x="9543672" y="3164420"/>
            <a:ext cx="0" cy="429950"/>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9216305B-CA88-CE89-B1E0-F88BC11B7BDE}"/>
              </a:ext>
            </a:extLst>
          </p:cNvPr>
          <p:cNvCxnSpPr>
            <a:cxnSpLocks/>
          </p:cNvCxnSpPr>
          <p:nvPr/>
        </p:nvCxnSpPr>
        <p:spPr>
          <a:xfrm>
            <a:off x="10406930" y="3667037"/>
            <a:ext cx="0" cy="429950"/>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75B43692-2B31-1ECF-0178-D3CAB6994336}"/>
              </a:ext>
            </a:extLst>
          </p:cNvPr>
          <p:cNvCxnSpPr>
            <a:cxnSpLocks/>
          </p:cNvCxnSpPr>
          <p:nvPr/>
        </p:nvCxnSpPr>
        <p:spPr>
          <a:xfrm>
            <a:off x="7452714" y="3667037"/>
            <a:ext cx="0" cy="429950"/>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63D22E44-B07C-1130-09C8-EB7109761CC1}"/>
              </a:ext>
            </a:extLst>
          </p:cNvPr>
          <p:cNvCxnSpPr>
            <a:cxnSpLocks/>
          </p:cNvCxnSpPr>
          <p:nvPr/>
        </p:nvCxnSpPr>
        <p:spPr>
          <a:xfrm>
            <a:off x="5211931" y="3667037"/>
            <a:ext cx="0" cy="429950"/>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A1D10E37-F753-0874-C2C7-9A5E275B1643}"/>
              </a:ext>
            </a:extLst>
          </p:cNvPr>
          <p:cNvCxnSpPr/>
          <p:nvPr/>
        </p:nvCxnSpPr>
        <p:spPr>
          <a:xfrm>
            <a:off x="2398031" y="3667037"/>
            <a:ext cx="0" cy="429950"/>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51C4D5B8-C0F4-2358-86C4-32CC2CAF58BC}"/>
              </a:ext>
            </a:extLst>
          </p:cNvPr>
          <p:cNvSpPr txBox="1"/>
          <p:nvPr/>
        </p:nvSpPr>
        <p:spPr>
          <a:xfrm>
            <a:off x="737488" y="2354263"/>
            <a:ext cx="1201612" cy="369332"/>
          </a:xfrm>
          <a:prstGeom prst="rect">
            <a:avLst/>
          </a:prstGeom>
          <a:noFill/>
        </p:spPr>
        <p:txBody>
          <a:bodyPr wrap="square" lIns="0" tIns="0" rIns="0" bIns="0" rtlCol="0">
            <a:spAutoFit/>
          </a:bodyPr>
          <a:lstStyle/>
          <a:p>
            <a:pPr algn="ctr"/>
            <a:r>
              <a:rPr lang="en-GB" sz="2400" b="1">
                <a:solidFill>
                  <a:srgbClr val="0050FF"/>
                </a:solidFill>
                <a:effectLst/>
                <a:latin typeface="+mj-lt"/>
              </a:rPr>
              <a:t>2002</a:t>
            </a:r>
          </a:p>
        </p:txBody>
      </p:sp>
      <p:sp>
        <p:nvSpPr>
          <p:cNvPr id="23" name="TextBox 22">
            <a:extLst>
              <a:ext uri="{FF2B5EF4-FFF2-40B4-BE49-F238E27FC236}">
                <a16:creationId xmlns:a16="http://schemas.microsoft.com/office/drawing/2014/main" id="{3BA413C2-54B5-FEF5-E7FF-3B7FA4565393}"/>
              </a:ext>
            </a:extLst>
          </p:cNvPr>
          <p:cNvSpPr txBox="1"/>
          <p:nvPr/>
        </p:nvSpPr>
        <p:spPr>
          <a:xfrm>
            <a:off x="405563" y="2725320"/>
            <a:ext cx="1865461" cy="400110"/>
          </a:xfrm>
          <a:prstGeom prst="rect">
            <a:avLst/>
          </a:prstGeom>
          <a:noFill/>
        </p:spPr>
        <p:txBody>
          <a:bodyPr wrap="square" rtlCol="0">
            <a:spAutoFit/>
          </a:bodyPr>
          <a:lstStyle/>
          <a:p>
            <a:pPr algn="ctr"/>
            <a:r>
              <a:rPr lang="en-US" sz="1000" dirty="0">
                <a:solidFill>
                  <a:srgbClr val="73737D"/>
                </a:solidFill>
                <a:effectLst/>
              </a:rPr>
              <a:t>Sample text first line. </a:t>
            </a:r>
            <a:br>
              <a:rPr lang="en-US" sz="1000" dirty="0">
                <a:solidFill>
                  <a:srgbClr val="73737D"/>
                </a:solidFill>
                <a:effectLst/>
              </a:rPr>
            </a:br>
            <a:r>
              <a:rPr lang="en-US" sz="1000" dirty="0">
                <a:solidFill>
                  <a:srgbClr val="73737D"/>
                </a:solidFill>
                <a:effectLst/>
              </a:rPr>
              <a:t>Sample text second line.</a:t>
            </a:r>
            <a:endParaRPr lang="en-GB" sz="1000" dirty="0">
              <a:solidFill>
                <a:srgbClr val="73737D"/>
              </a:solidFill>
              <a:effectLst/>
            </a:endParaRPr>
          </a:p>
        </p:txBody>
      </p:sp>
      <p:sp>
        <p:nvSpPr>
          <p:cNvPr id="24" name="TextBox 23">
            <a:extLst>
              <a:ext uri="{FF2B5EF4-FFF2-40B4-BE49-F238E27FC236}">
                <a16:creationId xmlns:a16="http://schemas.microsoft.com/office/drawing/2014/main" id="{6CE00454-E078-4D43-E75E-498E235B1CFB}"/>
              </a:ext>
            </a:extLst>
          </p:cNvPr>
          <p:cNvSpPr txBox="1"/>
          <p:nvPr/>
        </p:nvSpPr>
        <p:spPr>
          <a:xfrm>
            <a:off x="3380204" y="2354263"/>
            <a:ext cx="1201612" cy="369332"/>
          </a:xfrm>
          <a:prstGeom prst="rect">
            <a:avLst/>
          </a:prstGeom>
          <a:noFill/>
        </p:spPr>
        <p:txBody>
          <a:bodyPr wrap="square" lIns="0" tIns="0" rIns="0" bIns="0" rtlCol="0">
            <a:spAutoFit/>
          </a:bodyPr>
          <a:lstStyle/>
          <a:p>
            <a:pPr algn="ctr"/>
            <a:r>
              <a:rPr lang="en-GB" sz="2400" b="1">
                <a:solidFill>
                  <a:srgbClr val="0050FF"/>
                </a:solidFill>
                <a:effectLst/>
                <a:latin typeface="+mj-lt"/>
              </a:rPr>
              <a:t>23.000</a:t>
            </a:r>
          </a:p>
        </p:txBody>
      </p:sp>
      <p:sp>
        <p:nvSpPr>
          <p:cNvPr id="25" name="TextBox 24">
            <a:extLst>
              <a:ext uri="{FF2B5EF4-FFF2-40B4-BE49-F238E27FC236}">
                <a16:creationId xmlns:a16="http://schemas.microsoft.com/office/drawing/2014/main" id="{C6389CDA-EB71-3705-8BC8-AA4A5A46DFDB}"/>
              </a:ext>
            </a:extLst>
          </p:cNvPr>
          <p:cNvSpPr txBox="1"/>
          <p:nvPr/>
        </p:nvSpPr>
        <p:spPr>
          <a:xfrm>
            <a:off x="3048279" y="2725320"/>
            <a:ext cx="1865461" cy="400110"/>
          </a:xfrm>
          <a:prstGeom prst="rect">
            <a:avLst/>
          </a:prstGeom>
          <a:noFill/>
        </p:spPr>
        <p:txBody>
          <a:bodyPr wrap="square" rtlCol="0">
            <a:spAutoFit/>
          </a:bodyPr>
          <a:lstStyle/>
          <a:p>
            <a:pPr algn="ctr"/>
            <a:r>
              <a:rPr lang="en-US" sz="1000" dirty="0">
                <a:solidFill>
                  <a:srgbClr val="73737D"/>
                </a:solidFill>
                <a:effectLst/>
              </a:rPr>
              <a:t>Sample text first line. </a:t>
            </a:r>
            <a:br>
              <a:rPr lang="en-US" sz="1000" dirty="0">
                <a:solidFill>
                  <a:srgbClr val="73737D"/>
                </a:solidFill>
                <a:effectLst/>
              </a:rPr>
            </a:br>
            <a:r>
              <a:rPr lang="en-US" sz="1000" dirty="0">
                <a:solidFill>
                  <a:srgbClr val="73737D"/>
                </a:solidFill>
                <a:effectLst/>
              </a:rPr>
              <a:t>Sample text second line.</a:t>
            </a:r>
            <a:endParaRPr lang="en-GB" sz="1000" dirty="0">
              <a:solidFill>
                <a:srgbClr val="73737D"/>
              </a:solidFill>
              <a:effectLst/>
            </a:endParaRPr>
          </a:p>
        </p:txBody>
      </p:sp>
      <p:sp>
        <p:nvSpPr>
          <p:cNvPr id="26" name="TextBox 25">
            <a:extLst>
              <a:ext uri="{FF2B5EF4-FFF2-40B4-BE49-F238E27FC236}">
                <a16:creationId xmlns:a16="http://schemas.microsoft.com/office/drawing/2014/main" id="{9A156023-C14B-317F-A291-C55CE50ABBF1}"/>
              </a:ext>
            </a:extLst>
          </p:cNvPr>
          <p:cNvSpPr txBox="1"/>
          <p:nvPr/>
        </p:nvSpPr>
        <p:spPr>
          <a:xfrm>
            <a:off x="5912389" y="2354263"/>
            <a:ext cx="1201612" cy="369332"/>
          </a:xfrm>
          <a:prstGeom prst="rect">
            <a:avLst/>
          </a:prstGeom>
          <a:noFill/>
        </p:spPr>
        <p:txBody>
          <a:bodyPr wrap="square" lIns="0" tIns="0" rIns="0" bIns="0" rtlCol="0">
            <a:spAutoFit/>
          </a:bodyPr>
          <a:lstStyle/>
          <a:p>
            <a:pPr algn="ctr"/>
            <a:r>
              <a:rPr lang="en-GB" sz="2400" b="1">
                <a:solidFill>
                  <a:srgbClr val="0050FF"/>
                </a:solidFill>
                <a:effectLst/>
                <a:latin typeface="+mj-lt"/>
              </a:rPr>
              <a:t>1,5m</a:t>
            </a:r>
          </a:p>
        </p:txBody>
      </p:sp>
      <p:sp>
        <p:nvSpPr>
          <p:cNvPr id="27" name="TextBox 26">
            <a:extLst>
              <a:ext uri="{FF2B5EF4-FFF2-40B4-BE49-F238E27FC236}">
                <a16:creationId xmlns:a16="http://schemas.microsoft.com/office/drawing/2014/main" id="{63ED887D-44CE-2031-4F26-D674F1094E92}"/>
              </a:ext>
            </a:extLst>
          </p:cNvPr>
          <p:cNvSpPr txBox="1"/>
          <p:nvPr/>
        </p:nvSpPr>
        <p:spPr>
          <a:xfrm>
            <a:off x="5580464" y="2725320"/>
            <a:ext cx="1865461" cy="400110"/>
          </a:xfrm>
          <a:prstGeom prst="rect">
            <a:avLst/>
          </a:prstGeom>
          <a:noFill/>
        </p:spPr>
        <p:txBody>
          <a:bodyPr wrap="square" rtlCol="0">
            <a:spAutoFit/>
          </a:bodyPr>
          <a:lstStyle/>
          <a:p>
            <a:pPr algn="ctr"/>
            <a:r>
              <a:rPr lang="en-US" sz="1000" dirty="0">
                <a:solidFill>
                  <a:srgbClr val="73737D"/>
                </a:solidFill>
                <a:effectLst/>
              </a:rPr>
              <a:t>Sample text first line. </a:t>
            </a:r>
            <a:br>
              <a:rPr lang="en-US" sz="1000" dirty="0">
                <a:solidFill>
                  <a:srgbClr val="73737D"/>
                </a:solidFill>
                <a:effectLst/>
              </a:rPr>
            </a:br>
            <a:r>
              <a:rPr lang="en-US" sz="1000" dirty="0">
                <a:solidFill>
                  <a:srgbClr val="73737D"/>
                </a:solidFill>
                <a:effectLst/>
              </a:rPr>
              <a:t>Sample text second line.</a:t>
            </a:r>
            <a:endParaRPr lang="en-GB" sz="1000" dirty="0">
              <a:solidFill>
                <a:srgbClr val="73737D"/>
              </a:solidFill>
              <a:effectLst/>
            </a:endParaRPr>
          </a:p>
        </p:txBody>
      </p:sp>
      <p:sp>
        <p:nvSpPr>
          <p:cNvPr id="28" name="TextBox 27">
            <a:extLst>
              <a:ext uri="{FF2B5EF4-FFF2-40B4-BE49-F238E27FC236}">
                <a16:creationId xmlns:a16="http://schemas.microsoft.com/office/drawing/2014/main" id="{B90240FF-CB71-388B-344D-CD2F8F882D46}"/>
              </a:ext>
            </a:extLst>
          </p:cNvPr>
          <p:cNvSpPr txBox="1"/>
          <p:nvPr/>
        </p:nvSpPr>
        <p:spPr>
          <a:xfrm>
            <a:off x="8946991" y="2354263"/>
            <a:ext cx="1201612" cy="369332"/>
          </a:xfrm>
          <a:prstGeom prst="rect">
            <a:avLst/>
          </a:prstGeom>
          <a:noFill/>
        </p:spPr>
        <p:txBody>
          <a:bodyPr wrap="square" lIns="0" tIns="0" rIns="0" bIns="0" rtlCol="0">
            <a:spAutoFit/>
          </a:bodyPr>
          <a:lstStyle/>
          <a:p>
            <a:pPr algn="ctr"/>
            <a:r>
              <a:rPr lang="en-GB" sz="2400" b="1">
                <a:solidFill>
                  <a:srgbClr val="0050FF"/>
                </a:solidFill>
                <a:effectLst/>
                <a:latin typeface="+mj-lt"/>
              </a:rPr>
              <a:t>8</a:t>
            </a:r>
          </a:p>
        </p:txBody>
      </p:sp>
      <p:sp>
        <p:nvSpPr>
          <p:cNvPr id="29" name="TextBox 28">
            <a:extLst>
              <a:ext uri="{FF2B5EF4-FFF2-40B4-BE49-F238E27FC236}">
                <a16:creationId xmlns:a16="http://schemas.microsoft.com/office/drawing/2014/main" id="{C6F78AD1-0729-566E-AD5E-45EF6F5A2E35}"/>
              </a:ext>
            </a:extLst>
          </p:cNvPr>
          <p:cNvSpPr txBox="1"/>
          <p:nvPr/>
        </p:nvSpPr>
        <p:spPr>
          <a:xfrm>
            <a:off x="8615066" y="2725320"/>
            <a:ext cx="1865461" cy="400110"/>
          </a:xfrm>
          <a:prstGeom prst="rect">
            <a:avLst/>
          </a:prstGeom>
          <a:noFill/>
        </p:spPr>
        <p:txBody>
          <a:bodyPr wrap="square" rtlCol="0">
            <a:spAutoFit/>
          </a:bodyPr>
          <a:lstStyle/>
          <a:p>
            <a:pPr algn="ctr"/>
            <a:r>
              <a:rPr lang="en-US" sz="1000" dirty="0">
                <a:solidFill>
                  <a:srgbClr val="73737D"/>
                </a:solidFill>
                <a:effectLst/>
              </a:rPr>
              <a:t>Sample text first line. </a:t>
            </a:r>
            <a:br>
              <a:rPr lang="en-US" sz="1000" dirty="0">
                <a:solidFill>
                  <a:srgbClr val="73737D"/>
                </a:solidFill>
                <a:effectLst/>
              </a:rPr>
            </a:br>
            <a:r>
              <a:rPr lang="en-US" sz="1000" dirty="0">
                <a:solidFill>
                  <a:srgbClr val="73737D"/>
                </a:solidFill>
                <a:effectLst/>
              </a:rPr>
              <a:t>Sample text second line.</a:t>
            </a:r>
            <a:endParaRPr lang="en-GB" sz="1000" dirty="0">
              <a:solidFill>
                <a:srgbClr val="73737D"/>
              </a:solidFill>
              <a:effectLst/>
            </a:endParaRPr>
          </a:p>
        </p:txBody>
      </p:sp>
      <p:sp>
        <p:nvSpPr>
          <p:cNvPr id="30" name="TextBox 29">
            <a:extLst>
              <a:ext uri="{FF2B5EF4-FFF2-40B4-BE49-F238E27FC236}">
                <a16:creationId xmlns:a16="http://schemas.microsoft.com/office/drawing/2014/main" id="{E924700A-1A54-1E78-359F-C833A9E9C0A5}"/>
              </a:ext>
            </a:extLst>
          </p:cNvPr>
          <p:cNvSpPr txBox="1"/>
          <p:nvPr/>
        </p:nvSpPr>
        <p:spPr>
          <a:xfrm>
            <a:off x="9806124" y="4885716"/>
            <a:ext cx="1201612" cy="369332"/>
          </a:xfrm>
          <a:prstGeom prst="rect">
            <a:avLst/>
          </a:prstGeom>
          <a:noFill/>
        </p:spPr>
        <p:txBody>
          <a:bodyPr wrap="square" lIns="0" tIns="0" rIns="0" bIns="0" rtlCol="0">
            <a:spAutoFit/>
          </a:bodyPr>
          <a:lstStyle/>
          <a:p>
            <a:pPr algn="ctr"/>
            <a:r>
              <a:rPr lang="en-GB" sz="2400" b="1">
                <a:solidFill>
                  <a:srgbClr val="0050FF"/>
                </a:solidFill>
                <a:effectLst/>
                <a:latin typeface="+mj-lt"/>
              </a:rPr>
              <a:t>16</a:t>
            </a:r>
          </a:p>
        </p:txBody>
      </p:sp>
      <p:sp>
        <p:nvSpPr>
          <p:cNvPr id="31" name="TextBox 30">
            <a:extLst>
              <a:ext uri="{FF2B5EF4-FFF2-40B4-BE49-F238E27FC236}">
                <a16:creationId xmlns:a16="http://schemas.microsoft.com/office/drawing/2014/main" id="{A424BC5F-3DD8-1DB2-D1A8-C8F24E26C2E1}"/>
              </a:ext>
            </a:extLst>
          </p:cNvPr>
          <p:cNvSpPr txBox="1"/>
          <p:nvPr/>
        </p:nvSpPr>
        <p:spPr>
          <a:xfrm>
            <a:off x="9474200" y="5256773"/>
            <a:ext cx="1865461" cy="400110"/>
          </a:xfrm>
          <a:prstGeom prst="rect">
            <a:avLst/>
          </a:prstGeom>
          <a:noFill/>
        </p:spPr>
        <p:txBody>
          <a:bodyPr wrap="square" rtlCol="0">
            <a:spAutoFit/>
          </a:bodyPr>
          <a:lstStyle/>
          <a:p>
            <a:pPr algn="ctr"/>
            <a:r>
              <a:rPr lang="en-US" sz="1000" dirty="0">
                <a:solidFill>
                  <a:srgbClr val="73737D"/>
                </a:solidFill>
                <a:effectLst/>
              </a:rPr>
              <a:t>Sample text first line. </a:t>
            </a:r>
            <a:br>
              <a:rPr lang="en-US" sz="1000" dirty="0">
                <a:solidFill>
                  <a:srgbClr val="73737D"/>
                </a:solidFill>
                <a:effectLst/>
              </a:rPr>
            </a:br>
            <a:r>
              <a:rPr lang="en-US" sz="1000" dirty="0">
                <a:solidFill>
                  <a:srgbClr val="73737D"/>
                </a:solidFill>
                <a:effectLst/>
              </a:rPr>
              <a:t>Sample text second line.</a:t>
            </a:r>
            <a:endParaRPr lang="en-GB" sz="1000" dirty="0">
              <a:solidFill>
                <a:srgbClr val="73737D"/>
              </a:solidFill>
              <a:effectLst/>
            </a:endParaRPr>
          </a:p>
        </p:txBody>
      </p:sp>
      <p:sp>
        <p:nvSpPr>
          <p:cNvPr id="32" name="TextBox 31">
            <a:extLst>
              <a:ext uri="{FF2B5EF4-FFF2-40B4-BE49-F238E27FC236}">
                <a16:creationId xmlns:a16="http://schemas.microsoft.com/office/drawing/2014/main" id="{AF0E8E40-619E-D99A-11E8-018A845E7F4F}"/>
              </a:ext>
            </a:extLst>
          </p:cNvPr>
          <p:cNvSpPr txBox="1"/>
          <p:nvPr/>
        </p:nvSpPr>
        <p:spPr>
          <a:xfrm>
            <a:off x="6851908" y="4885716"/>
            <a:ext cx="1201612" cy="369332"/>
          </a:xfrm>
          <a:prstGeom prst="rect">
            <a:avLst/>
          </a:prstGeom>
          <a:noFill/>
        </p:spPr>
        <p:txBody>
          <a:bodyPr wrap="square" lIns="0" tIns="0" rIns="0" bIns="0" rtlCol="0">
            <a:spAutoFit/>
          </a:bodyPr>
          <a:lstStyle/>
          <a:p>
            <a:pPr algn="ctr"/>
            <a:r>
              <a:rPr lang="en-GB" sz="2400" b="1">
                <a:solidFill>
                  <a:srgbClr val="0050FF"/>
                </a:solidFill>
                <a:effectLst/>
                <a:latin typeface="+mj-lt"/>
              </a:rPr>
              <a:t>607</a:t>
            </a:r>
          </a:p>
        </p:txBody>
      </p:sp>
      <p:sp>
        <p:nvSpPr>
          <p:cNvPr id="33" name="TextBox 32">
            <a:extLst>
              <a:ext uri="{FF2B5EF4-FFF2-40B4-BE49-F238E27FC236}">
                <a16:creationId xmlns:a16="http://schemas.microsoft.com/office/drawing/2014/main" id="{296562B5-1C19-72C6-ACB9-8451DEB30688}"/>
              </a:ext>
            </a:extLst>
          </p:cNvPr>
          <p:cNvSpPr txBox="1"/>
          <p:nvPr/>
        </p:nvSpPr>
        <p:spPr>
          <a:xfrm>
            <a:off x="6519984" y="5256773"/>
            <a:ext cx="1865461" cy="400110"/>
          </a:xfrm>
          <a:prstGeom prst="rect">
            <a:avLst/>
          </a:prstGeom>
          <a:noFill/>
        </p:spPr>
        <p:txBody>
          <a:bodyPr wrap="square" rtlCol="0">
            <a:spAutoFit/>
          </a:bodyPr>
          <a:lstStyle/>
          <a:p>
            <a:pPr algn="ctr"/>
            <a:r>
              <a:rPr lang="en-US" sz="1000" dirty="0">
                <a:solidFill>
                  <a:srgbClr val="73737D"/>
                </a:solidFill>
                <a:effectLst/>
              </a:rPr>
              <a:t>Sample text first line. </a:t>
            </a:r>
            <a:br>
              <a:rPr lang="en-US" sz="1000" dirty="0">
                <a:solidFill>
                  <a:srgbClr val="73737D"/>
                </a:solidFill>
                <a:effectLst/>
              </a:rPr>
            </a:br>
            <a:r>
              <a:rPr lang="en-US" sz="1000" dirty="0">
                <a:solidFill>
                  <a:srgbClr val="73737D"/>
                </a:solidFill>
                <a:effectLst/>
              </a:rPr>
              <a:t>Sample text second line.</a:t>
            </a:r>
            <a:endParaRPr lang="en-GB" sz="1000" dirty="0">
              <a:solidFill>
                <a:srgbClr val="73737D"/>
              </a:solidFill>
              <a:effectLst/>
            </a:endParaRPr>
          </a:p>
        </p:txBody>
      </p:sp>
      <p:sp>
        <p:nvSpPr>
          <p:cNvPr id="34" name="TextBox 33">
            <a:extLst>
              <a:ext uri="{FF2B5EF4-FFF2-40B4-BE49-F238E27FC236}">
                <a16:creationId xmlns:a16="http://schemas.microsoft.com/office/drawing/2014/main" id="{5AEBFBD8-3540-74C3-F3DF-B46F24F5AD03}"/>
              </a:ext>
            </a:extLst>
          </p:cNvPr>
          <p:cNvSpPr txBox="1"/>
          <p:nvPr/>
        </p:nvSpPr>
        <p:spPr>
          <a:xfrm>
            <a:off x="4611125" y="4885716"/>
            <a:ext cx="1201612" cy="369332"/>
          </a:xfrm>
          <a:prstGeom prst="rect">
            <a:avLst/>
          </a:prstGeom>
          <a:noFill/>
        </p:spPr>
        <p:txBody>
          <a:bodyPr wrap="square" lIns="0" tIns="0" rIns="0" bIns="0" rtlCol="0">
            <a:spAutoFit/>
          </a:bodyPr>
          <a:lstStyle/>
          <a:p>
            <a:pPr algn="ctr"/>
            <a:r>
              <a:rPr lang="en-GB" sz="2400" b="1">
                <a:solidFill>
                  <a:srgbClr val="0050FF"/>
                </a:solidFill>
                <a:effectLst/>
                <a:latin typeface="+mj-lt"/>
              </a:rPr>
              <a:t>€6,3m</a:t>
            </a:r>
          </a:p>
        </p:txBody>
      </p:sp>
      <p:sp>
        <p:nvSpPr>
          <p:cNvPr id="35" name="TextBox 34">
            <a:extLst>
              <a:ext uri="{FF2B5EF4-FFF2-40B4-BE49-F238E27FC236}">
                <a16:creationId xmlns:a16="http://schemas.microsoft.com/office/drawing/2014/main" id="{EB3488EB-3EE6-0C6A-4769-B63E0AD13BFB}"/>
              </a:ext>
            </a:extLst>
          </p:cNvPr>
          <p:cNvSpPr txBox="1"/>
          <p:nvPr/>
        </p:nvSpPr>
        <p:spPr>
          <a:xfrm>
            <a:off x="4279201" y="5256773"/>
            <a:ext cx="1865461" cy="400110"/>
          </a:xfrm>
          <a:prstGeom prst="rect">
            <a:avLst/>
          </a:prstGeom>
          <a:noFill/>
        </p:spPr>
        <p:txBody>
          <a:bodyPr wrap="square" rtlCol="0">
            <a:spAutoFit/>
          </a:bodyPr>
          <a:lstStyle/>
          <a:p>
            <a:pPr algn="ctr"/>
            <a:r>
              <a:rPr lang="en-US" sz="1000" dirty="0">
                <a:solidFill>
                  <a:srgbClr val="73737D"/>
                </a:solidFill>
                <a:effectLst/>
              </a:rPr>
              <a:t>Sample text first line. </a:t>
            </a:r>
            <a:br>
              <a:rPr lang="en-US" sz="1000" dirty="0">
                <a:solidFill>
                  <a:srgbClr val="73737D"/>
                </a:solidFill>
                <a:effectLst/>
              </a:rPr>
            </a:br>
            <a:r>
              <a:rPr lang="en-US" sz="1000" dirty="0">
                <a:solidFill>
                  <a:srgbClr val="73737D"/>
                </a:solidFill>
                <a:effectLst/>
              </a:rPr>
              <a:t>Sample text second line.</a:t>
            </a:r>
            <a:endParaRPr lang="en-GB" sz="1000" dirty="0">
              <a:solidFill>
                <a:srgbClr val="73737D"/>
              </a:solidFill>
              <a:effectLst/>
            </a:endParaRPr>
          </a:p>
        </p:txBody>
      </p:sp>
      <p:sp>
        <p:nvSpPr>
          <p:cNvPr id="36" name="TextBox 35">
            <a:extLst>
              <a:ext uri="{FF2B5EF4-FFF2-40B4-BE49-F238E27FC236}">
                <a16:creationId xmlns:a16="http://schemas.microsoft.com/office/drawing/2014/main" id="{A28598CA-96BB-A872-D973-7490B3657787}"/>
              </a:ext>
            </a:extLst>
          </p:cNvPr>
          <p:cNvSpPr txBox="1"/>
          <p:nvPr/>
        </p:nvSpPr>
        <p:spPr>
          <a:xfrm>
            <a:off x="1802611" y="4885716"/>
            <a:ext cx="1201612" cy="369332"/>
          </a:xfrm>
          <a:prstGeom prst="rect">
            <a:avLst/>
          </a:prstGeom>
          <a:noFill/>
        </p:spPr>
        <p:txBody>
          <a:bodyPr wrap="square" lIns="0" tIns="0" rIns="0" bIns="0" rtlCol="0">
            <a:spAutoFit/>
          </a:bodyPr>
          <a:lstStyle/>
          <a:p>
            <a:pPr algn="ctr"/>
            <a:r>
              <a:rPr lang="en-GB" sz="2400" b="1">
                <a:solidFill>
                  <a:srgbClr val="0050FF"/>
                </a:solidFill>
                <a:effectLst/>
                <a:latin typeface="+mj-lt"/>
              </a:rPr>
              <a:t>42</a:t>
            </a:r>
          </a:p>
        </p:txBody>
      </p:sp>
      <p:sp>
        <p:nvSpPr>
          <p:cNvPr id="37" name="TextBox 36">
            <a:extLst>
              <a:ext uri="{FF2B5EF4-FFF2-40B4-BE49-F238E27FC236}">
                <a16:creationId xmlns:a16="http://schemas.microsoft.com/office/drawing/2014/main" id="{3896E0EF-00CB-4445-E771-FB4048DCEEB0}"/>
              </a:ext>
            </a:extLst>
          </p:cNvPr>
          <p:cNvSpPr txBox="1"/>
          <p:nvPr/>
        </p:nvSpPr>
        <p:spPr>
          <a:xfrm>
            <a:off x="1470686" y="5256773"/>
            <a:ext cx="1865461" cy="400110"/>
          </a:xfrm>
          <a:prstGeom prst="rect">
            <a:avLst/>
          </a:prstGeom>
          <a:noFill/>
        </p:spPr>
        <p:txBody>
          <a:bodyPr wrap="square" rtlCol="0">
            <a:spAutoFit/>
          </a:bodyPr>
          <a:lstStyle/>
          <a:p>
            <a:pPr algn="ctr"/>
            <a:r>
              <a:rPr lang="en-US" sz="1000" dirty="0">
                <a:solidFill>
                  <a:srgbClr val="73737D"/>
                </a:solidFill>
                <a:effectLst/>
              </a:rPr>
              <a:t>Sample text first line. </a:t>
            </a:r>
            <a:br>
              <a:rPr lang="en-US" sz="1000" dirty="0">
                <a:solidFill>
                  <a:srgbClr val="73737D"/>
                </a:solidFill>
                <a:effectLst/>
              </a:rPr>
            </a:br>
            <a:r>
              <a:rPr lang="en-US" sz="1000" dirty="0">
                <a:solidFill>
                  <a:srgbClr val="73737D"/>
                </a:solidFill>
                <a:effectLst/>
              </a:rPr>
              <a:t>Sample text second line.</a:t>
            </a:r>
            <a:endParaRPr lang="en-GB" sz="1000" dirty="0">
              <a:solidFill>
                <a:srgbClr val="73737D"/>
              </a:solidFill>
              <a:effectLst/>
            </a:endParaRPr>
          </a:p>
        </p:txBody>
      </p:sp>
      <p:pic>
        <p:nvPicPr>
          <p:cNvPr id="38" name="Picture 40" descr="A blue rocket with a black background&#10;&#10;Description automatically generated">
            <a:extLst>
              <a:ext uri="{FF2B5EF4-FFF2-40B4-BE49-F238E27FC236}">
                <a16:creationId xmlns:a16="http://schemas.microsoft.com/office/drawing/2014/main" id="{9518A730-AB12-2586-F48D-4E38D0D17F94}"/>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061093" y="1627697"/>
            <a:ext cx="554399" cy="554399"/>
          </a:xfrm>
          <a:prstGeom prst="rect">
            <a:avLst/>
          </a:prstGeom>
        </p:spPr>
      </p:pic>
      <p:pic>
        <p:nvPicPr>
          <p:cNvPr id="39" name="Picture 46" descr="A blue and black hexagon with a plus symbol&#10;&#10;Description automatically generated">
            <a:extLst>
              <a:ext uri="{FF2B5EF4-FFF2-40B4-BE49-F238E27FC236}">
                <a16:creationId xmlns:a16="http://schemas.microsoft.com/office/drawing/2014/main" id="{422A6F2A-6334-FBB4-A1A1-5325F511A877}"/>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2120832" y="4230535"/>
            <a:ext cx="554399" cy="554399"/>
          </a:xfrm>
          <a:prstGeom prst="rect">
            <a:avLst/>
          </a:prstGeom>
        </p:spPr>
      </p:pic>
      <p:pic>
        <p:nvPicPr>
          <p:cNvPr id="40" name="Picture 52" descr="A blue cube with an arrow&#10;&#10;Description automatically generated">
            <a:extLst>
              <a:ext uri="{FF2B5EF4-FFF2-40B4-BE49-F238E27FC236}">
                <a16:creationId xmlns:a16="http://schemas.microsoft.com/office/drawing/2014/main" id="{87000677-2E42-4829-8FDC-98CF0047D359}"/>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3713460" y="1607719"/>
            <a:ext cx="554399" cy="554399"/>
          </a:xfrm>
          <a:prstGeom prst="rect">
            <a:avLst/>
          </a:prstGeom>
        </p:spPr>
      </p:pic>
      <p:pic>
        <p:nvPicPr>
          <p:cNvPr id="41" name="Picture 55" descr="A blue phone and plus sign&#10;&#10;Description automatically generated">
            <a:extLst>
              <a:ext uri="{FF2B5EF4-FFF2-40B4-BE49-F238E27FC236}">
                <a16:creationId xmlns:a16="http://schemas.microsoft.com/office/drawing/2014/main" id="{49AF318D-1D1D-55CD-2135-A104B5DFE701}"/>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6270664" y="1641175"/>
            <a:ext cx="554399" cy="554399"/>
          </a:xfrm>
          <a:prstGeom prst="rect">
            <a:avLst/>
          </a:prstGeom>
        </p:spPr>
      </p:pic>
      <p:pic>
        <p:nvPicPr>
          <p:cNvPr id="42" name="Picture 58" descr="A blue trophy with a graph on it&#10;&#10;Description automatically generated">
            <a:extLst>
              <a:ext uri="{FF2B5EF4-FFF2-40B4-BE49-F238E27FC236}">
                <a16:creationId xmlns:a16="http://schemas.microsoft.com/office/drawing/2014/main" id="{71823BBC-6003-52F8-073E-A7C4665C43D1}"/>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9265980" y="1647401"/>
            <a:ext cx="554399" cy="554399"/>
          </a:xfrm>
          <a:prstGeom prst="rect">
            <a:avLst/>
          </a:prstGeom>
        </p:spPr>
      </p:pic>
      <p:pic>
        <p:nvPicPr>
          <p:cNvPr id="43" name="Picture 65" descr="A blue star with a plus sign&#10;&#10;Description automatically generated">
            <a:extLst>
              <a:ext uri="{FF2B5EF4-FFF2-40B4-BE49-F238E27FC236}">
                <a16:creationId xmlns:a16="http://schemas.microsoft.com/office/drawing/2014/main" id="{30B48038-3238-8AFC-F27E-B9E22D92B9C9}"/>
              </a:ext>
            </a:extLst>
          </p:cNvPr>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4934731" y="4230534"/>
            <a:ext cx="554399" cy="554399"/>
          </a:xfrm>
          <a:prstGeom prst="rect">
            <a:avLst/>
          </a:prstGeom>
        </p:spPr>
      </p:pic>
      <p:pic>
        <p:nvPicPr>
          <p:cNvPr id="44" name="Picture 66" descr="A blue cross on a black background&#10;&#10;Description automatically generated">
            <a:extLst>
              <a:ext uri="{FF2B5EF4-FFF2-40B4-BE49-F238E27FC236}">
                <a16:creationId xmlns:a16="http://schemas.microsoft.com/office/drawing/2014/main" id="{578049DB-550A-1435-FBE5-B551C32A1047}"/>
              </a:ext>
            </a:extLst>
          </p:cNvPr>
          <p:cNvPicPr>
            <a:picLocks noChangeAspect="1"/>
          </p:cNvPicPr>
          <p:nvPr/>
        </p:nvPicPr>
        <p:blipFill>
          <a:blip r:embed="rId8" cstate="email">
            <a:extLst>
              <a:ext uri="{28A0092B-C50C-407E-A947-70E740481C1C}">
                <a14:useLocalDpi xmlns:a14="http://schemas.microsoft.com/office/drawing/2010/main"/>
              </a:ext>
            </a:extLst>
          </a:blip>
          <a:stretch>
            <a:fillRect/>
          </a:stretch>
        </p:blipFill>
        <p:spPr>
          <a:xfrm>
            <a:off x="7175514" y="4227223"/>
            <a:ext cx="554399" cy="554399"/>
          </a:xfrm>
          <a:prstGeom prst="rect">
            <a:avLst/>
          </a:prstGeom>
        </p:spPr>
      </p:pic>
      <p:pic>
        <p:nvPicPr>
          <p:cNvPr id="45" name="Picture 67" descr="A blue bell with a black background&#10;&#10;Description automatically generated">
            <a:extLst>
              <a:ext uri="{FF2B5EF4-FFF2-40B4-BE49-F238E27FC236}">
                <a16:creationId xmlns:a16="http://schemas.microsoft.com/office/drawing/2014/main" id="{072835D8-98C5-4E10-B2EC-9445A8E89884}"/>
              </a:ext>
            </a:extLst>
          </p:cNvPr>
          <p:cNvPicPr>
            <a:picLocks noChangeAspect="1"/>
          </p:cNvPicPr>
          <p:nvPr/>
        </p:nvPicPr>
        <p:blipFill>
          <a:blip r:embed="rId9" cstate="email">
            <a:extLst>
              <a:ext uri="{28A0092B-C50C-407E-A947-70E740481C1C}">
                <a14:useLocalDpi xmlns:a14="http://schemas.microsoft.com/office/drawing/2010/main"/>
              </a:ext>
            </a:extLst>
          </a:blip>
          <a:stretch>
            <a:fillRect/>
          </a:stretch>
        </p:blipFill>
        <p:spPr>
          <a:xfrm>
            <a:off x="10129730" y="4227220"/>
            <a:ext cx="554399" cy="554399"/>
          </a:xfrm>
          <a:prstGeom prst="rect">
            <a:avLst/>
          </a:prstGeom>
        </p:spPr>
      </p:pic>
      <p:sp>
        <p:nvSpPr>
          <p:cNvPr id="2" name="Fußzeilenplatzhalter 1">
            <a:extLst>
              <a:ext uri="{FF2B5EF4-FFF2-40B4-BE49-F238E27FC236}">
                <a16:creationId xmlns:a16="http://schemas.microsoft.com/office/drawing/2014/main" id="{50D45FBE-EB20-2B69-5B4D-4DDAB668D80B}"/>
              </a:ext>
            </a:extLst>
          </p:cNvPr>
          <p:cNvSpPr>
            <a:spLocks noGrp="1"/>
          </p:cNvSpPr>
          <p:nvPr>
            <p:ph type="ftr" sz="quarter" idx="11"/>
          </p:nvPr>
        </p:nvSpPr>
        <p:spPr/>
        <p:txBody>
          <a:bodyPr/>
          <a:lstStyle/>
          <a:p>
            <a:r>
              <a:rPr lang="de-DE"/>
              <a:t>Restricted</a:t>
            </a:r>
          </a:p>
        </p:txBody>
      </p:sp>
    </p:spTree>
    <p:extLst>
      <p:ext uri="{BB962C8B-B14F-4D97-AF65-F5344CB8AC3E}">
        <p14:creationId xmlns:p14="http://schemas.microsoft.com/office/powerpoint/2010/main" val="259677074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1ADE20D-4BB7-1855-82DE-329EAA94D9D9}"/>
              </a:ext>
            </a:extLst>
          </p:cNvPr>
          <p:cNvSpPr>
            <a:spLocks noGrp="1"/>
          </p:cNvSpPr>
          <p:nvPr>
            <p:ph type="title"/>
          </p:nvPr>
        </p:nvSpPr>
        <p:spPr/>
        <p:txBody>
          <a:bodyPr/>
          <a:lstStyle/>
          <a:p>
            <a:r>
              <a:rPr lang="de-DE" dirty="0" err="1"/>
              <a:t>Thank</a:t>
            </a:r>
            <a:r>
              <a:rPr lang="de-DE" dirty="0"/>
              <a:t> </a:t>
            </a:r>
            <a:r>
              <a:rPr lang="de-DE" dirty="0" err="1"/>
              <a:t>you</a:t>
            </a:r>
            <a:endParaRPr lang="de-DE" dirty="0"/>
          </a:p>
        </p:txBody>
      </p:sp>
    </p:spTree>
    <p:extLst>
      <p:ext uri="{BB962C8B-B14F-4D97-AF65-F5344CB8AC3E}">
        <p14:creationId xmlns:p14="http://schemas.microsoft.com/office/powerpoint/2010/main" val="173955494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1ADE20D-4BB7-1855-82DE-329EAA94D9D9}"/>
              </a:ext>
            </a:extLst>
          </p:cNvPr>
          <p:cNvSpPr>
            <a:spLocks noGrp="1"/>
          </p:cNvSpPr>
          <p:nvPr>
            <p:ph type="title"/>
          </p:nvPr>
        </p:nvSpPr>
        <p:spPr/>
        <p:txBody>
          <a:bodyPr/>
          <a:lstStyle/>
          <a:p>
            <a:endParaRPr lang="de-DE"/>
          </a:p>
        </p:txBody>
      </p:sp>
    </p:spTree>
    <p:extLst>
      <p:ext uri="{BB962C8B-B14F-4D97-AF65-F5344CB8AC3E}">
        <p14:creationId xmlns:p14="http://schemas.microsoft.com/office/powerpoint/2010/main" val="36493707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81605059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72011325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32836856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9935769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97B9593-B82C-8D4F-3743-40D3DA1AB229}"/>
              </a:ext>
            </a:extLst>
          </p:cNvPr>
          <p:cNvSpPr>
            <a:spLocks noGrp="1"/>
          </p:cNvSpPr>
          <p:nvPr>
            <p:ph type="title"/>
          </p:nvPr>
        </p:nvSpPr>
        <p:spPr/>
        <p:txBody>
          <a:bodyPr/>
          <a:lstStyle/>
          <a:p>
            <a:r>
              <a:rPr lang="en-GB" dirty="0"/>
              <a:t>Setting security level in footer</a:t>
            </a:r>
          </a:p>
        </p:txBody>
      </p:sp>
      <p:sp>
        <p:nvSpPr>
          <p:cNvPr id="4" name="Foliennummernplatzhalter 3">
            <a:extLst>
              <a:ext uri="{FF2B5EF4-FFF2-40B4-BE49-F238E27FC236}">
                <a16:creationId xmlns:a16="http://schemas.microsoft.com/office/drawing/2014/main" id="{7627D993-D7BC-D1FE-355D-CC866EFB95E6}"/>
              </a:ext>
            </a:extLst>
          </p:cNvPr>
          <p:cNvSpPr>
            <a:spLocks noGrp="1"/>
          </p:cNvSpPr>
          <p:nvPr>
            <p:ph type="sldNum" sz="quarter" idx="12"/>
          </p:nvPr>
        </p:nvSpPr>
        <p:spPr/>
        <p:txBody>
          <a:bodyPr/>
          <a:lstStyle/>
          <a:p>
            <a:fld id="{67CD7502-7F22-405E-8273-ECAD6156DDA0}" type="slidenum">
              <a:rPr lang="de-DE" smtClean="0"/>
              <a:t>42</a:t>
            </a:fld>
            <a:endParaRPr lang="de-DE"/>
          </a:p>
        </p:txBody>
      </p:sp>
      <p:sp>
        <p:nvSpPr>
          <p:cNvPr id="5" name="Textplatzhalter 4">
            <a:extLst>
              <a:ext uri="{FF2B5EF4-FFF2-40B4-BE49-F238E27FC236}">
                <a16:creationId xmlns:a16="http://schemas.microsoft.com/office/drawing/2014/main" id="{80640644-3D7D-9CE4-5BF5-F55A874DCDFE}"/>
              </a:ext>
            </a:extLst>
          </p:cNvPr>
          <p:cNvSpPr>
            <a:spLocks noGrp="1"/>
          </p:cNvSpPr>
          <p:nvPr>
            <p:ph type="body" sz="quarter" idx="13"/>
          </p:nvPr>
        </p:nvSpPr>
        <p:spPr/>
        <p:txBody>
          <a:bodyPr/>
          <a:lstStyle/>
          <a:p>
            <a:r>
              <a:rPr lang="en-GB" dirty="0"/>
              <a:t>How to use this template</a:t>
            </a:r>
          </a:p>
        </p:txBody>
      </p:sp>
      <p:grpSp>
        <p:nvGrpSpPr>
          <p:cNvPr id="21" name="Group 20">
            <a:extLst>
              <a:ext uri="{FF2B5EF4-FFF2-40B4-BE49-F238E27FC236}">
                <a16:creationId xmlns:a16="http://schemas.microsoft.com/office/drawing/2014/main" id="{24A0C378-0E18-0488-32FD-205858AC0CA7}"/>
              </a:ext>
            </a:extLst>
          </p:cNvPr>
          <p:cNvGrpSpPr/>
          <p:nvPr/>
        </p:nvGrpSpPr>
        <p:grpSpPr>
          <a:xfrm>
            <a:off x="587374" y="2420938"/>
            <a:ext cx="3048021" cy="2052132"/>
            <a:chOff x="587374" y="2420938"/>
            <a:chExt cx="3048021" cy="2052132"/>
          </a:xfrm>
        </p:grpSpPr>
        <p:pic>
          <p:nvPicPr>
            <p:cNvPr id="20" name="Picture 19">
              <a:extLst>
                <a:ext uri="{FF2B5EF4-FFF2-40B4-BE49-F238E27FC236}">
                  <a16:creationId xmlns:a16="http://schemas.microsoft.com/office/drawing/2014/main" id="{C34EC895-0637-9679-CBE7-5226190D3F61}"/>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587374" y="2420938"/>
              <a:ext cx="3048021" cy="2052132"/>
            </a:xfrm>
            <a:prstGeom prst="rect">
              <a:avLst/>
            </a:prstGeom>
          </p:spPr>
        </p:pic>
        <p:sp>
          <p:nvSpPr>
            <p:cNvPr id="8" name="Rectangle 17">
              <a:extLst>
                <a:ext uri="{FF2B5EF4-FFF2-40B4-BE49-F238E27FC236}">
                  <a16:creationId xmlns:a16="http://schemas.microsoft.com/office/drawing/2014/main" id="{EA272794-37A4-ED06-DEB1-B040E2FB7ED3}"/>
                </a:ext>
              </a:extLst>
            </p:cNvPr>
            <p:cNvSpPr/>
            <p:nvPr/>
          </p:nvSpPr>
          <p:spPr>
            <a:xfrm>
              <a:off x="605250" y="2603717"/>
              <a:ext cx="223736" cy="162064"/>
            </a:xfrm>
            <a:prstGeom prst="rect">
              <a:avLst/>
            </a:prstGeom>
            <a:noFill/>
            <a:ln w="28575">
              <a:solidFill>
                <a:srgbClr val="F4364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err="1"/>
            </a:p>
          </p:txBody>
        </p:sp>
        <p:sp>
          <p:nvSpPr>
            <p:cNvPr id="9" name="Rectangle 18">
              <a:extLst>
                <a:ext uri="{FF2B5EF4-FFF2-40B4-BE49-F238E27FC236}">
                  <a16:creationId xmlns:a16="http://schemas.microsoft.com/office/drawing/2014/main" id="{B08980C3-DB85-C49E-8E57-BACFBDC24DD7}"/>
                </a:ext>
              </a:extLst>
            </p:cNvPr>
            <p:cNvSpPr/>
            <p:nvPr/>
          </p:nvSpPr>
          <p:spPr>
            <a:xfrm>
              <a:off x="690991" y="3741835"/>
              <a:ext cx="2292566" cy="241969"/>
            </a:xfrm>
            <a:prstGeom prst="rect">
              <a:avLst/>
            </a:prstGeom>
            <a:noFill/>
            <a:ln w="28575">
              <a:solidFill>
                <a:srgbClr val="F4364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err="1"/>
            </a:p>
          </p:txBody>
        </p:sp>
        <p:sp>
          <p:nvSpPr>
            <p:cNvPr id="10" name="Rectangle 19">
              <a:extLst>
                <a:ext uri="{FF2B5EF4-FFF2-40B4-BE49-F238E27FC236}">
                  <a16:creationId xmlns:a16="http://schemas.microsoft.com/office/drawing/2014/main" id="{2696585D-FC87-3A70-A390-57AA642EC03B}"/>
                </a:ext>
              </a:extLst>
            </p:cNvPr>
            <p:cNvSpPr/>
            <p:nvPr/>
          </p:nvSpPr>
          <p:spPr>
            <a:xfrm>
              <a:off x="2719065" y="4284122"/>
              <a:ext cx="490083" cy="175098"/>
            </a:xfrm>
            <a:prstGeom prst="rect">
              <a:avLst/>
            </a:prstGeom>
            <a:noFill/>
            <a:ln w="28575">
              <a:solidFill>
                <a:srgbClr val="F4364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err="1"/>
            </a:p>
          </p:txBody>
        </p:sp>
      </p:grpSp>
      <p:grpSp>
        <p:nvGrpSpPr>
          <p:cNvPr id="18" name="Group 17">
            <a:extLst>
              <a:ext uri="{FF2B5EF4-FFF2-40B4-BE49-F238E27FC236}">
                <a16:creationId xmlns:a16="http://schemas.microsoft.com/office/drawing/2014/main" id="{2EA58870-D354-F2FB-8085-A030D62FF31E}"/>
              </a:ext>
            </a:extLst>
          </p:cNvPr>
          <p:cNvGrpSpPr/>
          <p:nvPr/>
        </p:nvGrpSpPr>
        <p:grpSpPr>
          <a:xfrm>
            <a:off x="587375" y="1484313"/>
            <a:ext cx="5400675" cy="696667"/>
            <a:chOff x="587375" y="1484313"/>
            <a:chExt cx="5400675" cy="696667"/>
          </a:xfrm>
        </p:grpSpPr>
        <p:pic>
          <p:nvPicPr>
            <p:cNvPr id="17" name="Picture 16">
              <a:extLst>
                <a:ext uri="{FF2B5EF4-FFF2-40B4-BE49-F238E27FC236}">
                  <a16:creationId xmlns:a16="http://schemas.microsoft.com/office/drawing/2014/main" id="{7504285C-3024-5FFA-DE7B-4C9D49E18A53}"/>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587375" y="1484313"/>
              <a:ext cx="5400675" cy="696667"/>
            </a:xfrm>
            <a:prstGeom prst="rect">
              <a:avLst/>
            </a:prstGeom>
          </p:spPr>
        </p:pic>
        <p:sp>
          <p:nvSpPr>
            <p:cNvPr id="13" name="Rectangle 7">
              <a:extLst>
                <a:ext uri="{FF2B5EF4-FFF2-40B4-BE49-F238E27FC236}">
                  <a16:creationId xmlns:a16="http://schemas.microsoft.com/office/drawing/2014/main" id="{E41567CF-34F8-2035-7EF4-69B059D2DB83}"/>
                </a:ext>
              </a:extLst>
            </p:cNvPr>
            <p:cNvSpPr/>
            <p:nvPr/>
          </p:nvSpPr>
          <p:spPr>
            <a:xfrm>
              <a:off x="1166062" y="1492939"/>
              <a:ext cx="321012" cy="190297"/>
            </a:xfrm>
            <a:prstGeom prst="rect">
              <a:avLst/>
            </a:prstGeom>
            <a:noFill/>
            <a:ln w="28575">
              <a:solidFill>
                <a:srgbClr val="F4364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err="1"/>
            </a:p>
          </p:txBody>
        </p:sp>
        <p:sp>
          <p:nvSpPr>
            <p:cNvPr id="14" name="Rectangle 8">
              <a:extLst>
                <a:ext uri="{FF2B5EF4-FFF2-40B4-BE49-F238E27FC236}">
                  <a16:creationId xmlns:a16="http://schemas.microsoft.com/office/drawing/2014/main" id="{84208D13-809A-B506-FF08-9665EAD480C0}"/>
                </a:ext>
              </a:extLst>
            </p:cNvPr>
            <p:cNvSpPr/>
            <p:nvPr/>
          </p:nvSpPr>
          <p:spPr>
            <a:xfrm>
              <a:off x="4964388" y="1647695"/>
              <a:ext cx="321012" cy="399456"/>
            </a:xfrm>
            <a:prstGeom prst="rect">
              <a:avLst/>
            </a:prstGeom>
            <a:noFill/>
            <a:ln w="28575">
              <a:solidFill>
                <a:srgbClr val="F4364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err="1"/>
            </a:p>
          </p:txBody>
        </p:sp>
      </p:grpSp>
      <p:sp>
        <p:nvSpPr>
          <p:cNvPr id="15" name="Textfeld 14">
            <a:extLst>
              <a:ext uri="{FF2B5EF4-FFF2-40B4-BE49-F238E27FC236}">
                <a16:creationId xmlns:a16="http://schemas.microsoft.com/office/drawing/2014/main" id="{0265772F-5839-C3A1-75FE-8FEB08765F96}"/>
              </a:ext>
            </a:extLst>
          </p:cNvPr>
          <p:cNvSpPr txBox="1"/>
          <p:nvPr/>
        </p:nvSpPr>
        <p:spPr>
          <a:xfrm>
            <a:off x="6203950" y="1484313"/>
            <a:ext cx="5400675" cy="1523494"/>
          </a:xfrm>
          <a:prstGeom prst="rect">
            <a:avLst/>
          </a:prstGeom>
          <a:noFill/>
        </p:spPr>
        <p:txBody>
          <a:bodyPr wrap="square" lIns="0" tIns="0" rIns="0" bIns="0" rtlCol="0">
            <a:spAutoFit/>
          </a:bodyPr>
          <a:lstStyle/>
          <a:p>
            <a:pPr marL="342900" indent="-342900" algn="l">
              <a:buFont typeface="+mj-lt"/>
              <a:buAutoNum type="arabicPeriod"/>
            </a:pPr>
            <a:r>
              <a:rPr lang="en-GB" dirty="0"/>
              <a:t>In tab “Insert” click on “Header &amp; Footer”.</a:t>
            </a:r>
          </a:p>
          <a:p>
            <a:pPr marL="342900" indent="-342900" algn="l">
              <a:buFont typeface="+mj-lt"/>
              <a:buAutoNum type="arabicPeriod"/>
            </a:pPr>
            <a:r>
              <a:rPr lang="en-GB" dirty="0"/>
              <a:t>In the “Header and Footer” dialog box edit field “Footer” to represent the security level requited (use the security levels from the next slide’s table).</a:t>
            </a:r>
          </a:p>
          <a:p>
            <a:pPr marL="342900" indent="-342900" algn="l">
              <a:buFont typeface="+mj-lt"/>
              <a:buAutoNum type="arabicPeriod"/>
            </a:pPr>
            <a:r>
              <a:rPr lang="en-GB" dirty="0"/>
              <a:t>Click on “Apply to All” to change all footers. </a:t>
            </a:r>
          </a:p>
          <a:p>
            <a:pPr algn="l"/>
            <a:endParaRPr lang="en-GB" dirty="0"/>
          </a:p>
        </p:txBody>
      </p:sp>
      <p:sp>
        <p:nvSpPr>
          <p:cNvPr id="6" name="Fußzeilenplatzhalter 5">
            <a:extLst>
              <a:ext uri="{FF2B5EF4-FFF2-40B4-BE49-F238E27FC236}">
                <a16:creationId xmlns:a16="http://schemas.microsoft.com/office/drawing/2014/main" id="{AF5EB036-9BCA-D040-882B-5A2832699DC3}"/>
              </a:ext>
            </a:extLst>
          </p:cNvPr>
          <p:cNvSpPr>
            <a:spLocks noGrp="1"/>
          </p:cNvSpPr>
          <p:nvPr>
            <p:ph type="ftr" sz="quarter" idx="11"/>
          </p:nvPr>
        </p:nvSpPr>
        <p:spPr/>
        <p:txBody>
          <a:bodyPr/>
          <a:lstStyle/>
          <a:p>
            <a:r>
              <a:rPr lang="de-DE"/>
              <a:t>Restricted</a:t>
            </a:r>
          </a:p>
        </p:txBody>
      </p:sp>
    </p:spTree>
    <p:extLst>
      <p:ext uri="{BB962C8B-B14F-4D97-AF65-F5344CB8AC3E}">
        <p14:creationId xmlns:p14="http://schemas.microsoft.com/office/powerpoint/2010/main" val="262527761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97B9593-B82C-8D4F-3743-40D3DA1AB229}"/>
              </a:ext>
            </a:extLst>
          </p:cNvPr>
          <p:cNvSpPr>
            <a:spLocks noGrp="1"/>
          </p:cNvSpPr>
          <p:nvPr>
            <p:ph type="title"/>
          </p:nvPr>
        </p:nvSpPr>
        <p:spPr/>
        <p:txBody>
          <a:bodyPr/>
          <a:lstStyle/>
          <a:p>
            <a:r>
              <a:rPr lang="en-US" dirty="0"/>
              <a:t>Security Levels</a:t>
            </a:r>
            <a:endParaRPr lang="de-DE" dirty="0"/>
          </a:p>
        </p:txBody>
      </p:sp>
      <p:sp>
        <p:nvSpPr>
          <p:cNvPr id="4" name="Foliennummernplatzhalter 3">
            <a:extLst>
              <a:ext uri="{FF2B5EF4-FFF2-40B4-BE49-F238E27FC236}">
                <a16:creationId xmlns:a16="http://schemas.microsoft.com/office/drawing/2014/main" id="{7627D993-D7BC-D1FE-355D-CC866EFB95E6}"/>
              </a:ext>
            </a:extLst>
          </p:cNvPr>
          <p:cNvSpPr>
            <a:spLocks noGrp="1"/>
          </p:cNvSpPr>
          <p:nvPr>
            <p:ph type="sldNum" sz="quarter" idx="12"/>
          </p:nvPr>
        </p:nvSpPr>
        <p:spPr/>
        <p:txBody>
          <a:bodyPr/>
          <a:lstStyle/>
          <a:p>
            <a:fld id="{67CD7502-7F22-405E-8273-ECAD6156DDA0}" type="slidenum">
              <a:rPr lang="de-DE" smtClean="0"/>
              <a:pPr/>
              <a:t>43</a:t>
            </a:fld>
            <a:endParaRPr lang="de-DE"/>
          </a:p>
        </p:txBody>
      </p:sp>
      <p:sp>
        <p:nvSpPr>
          <p:cNvPr id="5" name="Textplatzhalter 4">
            <a:extLst>
              <a:ext uri="{FF2B5EF4-FFF2-40B4-BE49-F238E27FC236}">
                <a16:creationId xmlns:a16="http://schemas.microsoft.com/office/drawing/2014/main" id="{80640644-3D7D-9CE4-5BF5-F55A874DCDFE}"/>
              </a:ext>
            </a:extLst>
          </p:cNvPr>
          <p:cNvSpPr>
            <a:spLocks noGrp="1"/>
          </p:cNvSpPr>
          <p:nvPr>
            <p:ph type="body" sz="quarter" idx="13"/>
          </p:nvPr>
        </p:nvSpPr>
        <p:spPr/>
        <p:txBody>
          <a:bodyPr/>
          <a:lstStyle/>
          <a:p>
            <a:r>
              <a:rPr lang="en-GB" dirty="0"/>
              <a:t>How to use this template</a:t>
            </a:r>
          </a:p>
        </p:txBody>
      </p:sp>
      <p:graphicFrame>
        <p:nvGraphicFramePr>
          <p:cNvPr id="16" name="Tabelle 6">
            <a:extLst>
              <a:ext uri="{FF2B5EF4-FFF2-40B4-BE49-F238E27FC236}">
                <a16:creationId xmlns:a16="http://schemas.microsoft.com/office/drawing/2014/main" id="{96B75FB7-5097-02EB-C939-40C2721C1E2B}"/>
              </a:ext>
            </a:extLst>
          </p:cNvPr>
          <p:cNvGraphicFramePr>
            <a:graphicFrameLocks noGrp="1"/>
          </p:cNvGraphicFramePr>
          <p:nvPr>
            <p:extLst>
              <p:ext uri="{D42A27DB-BD31-4B8C-83A1-F6EECF244321}">
                <p14:modId xmlns:p14="http://schemas.microsoft.com/office/powerpoint/2010/main" val="3671366456"/>
              </p:ext>
            </p:extLst>
          </p:nvPr>
        </p:nvGraphicFramePr>
        <p:xfrm>
          <a:off x="587376" y="1484313"/>
          <a:ext cx="11017249" cy="4429760"/>
        </p:xfrm>
        <a:graphic>
          <a:graphicData uri="http://schemas.openxmlformats.org/drawingml/2006/table">
            <a:tbl>
              <a:tblPr firstRow="1" bandRow="1">
                <a:tableStyleId>{097EDB7D-9C40-4041-8A46-99F5121B947F}</a:tableStyleId>
              </a:tblPr>
              <a:tblGrid>
                <a:gridCol w="278444">
                  <a:extLst>
                    <a:ext uri="{9D8B030D-6E8A-4147-A177-3AD203B41FA5}">
                      <a16:colId xmlns:a16="http://schemas.microsoft.com/office/drawing/2014/main" val="3184407226"/>
                    </a:ext>
                  </a:extLst>
                </a:gridCol>
                <a:gridCol w="2481455">
                  <a:extLst>
                    <a:ext uri="{9D8B030D-6E8A-4147-A177-3AD203B41FA5}">
                      <a16:colId xmlns:a16="http://schemas.microsoft.com/office/drawing/2014/main" val="2423016536"/>
                    </a:ext>
                  </a:extLst>
                </a:gridCol>
                <a:gridCol w="8257350">
                  <a:extLst>
                    <a:ext uri="{9D8B030D-6E8A-4147-A177-3AD203B41FA5}">
                      <a16:colId xmlns:a16="http://schemas.microsoft.com/office/drawing/2014/main" val="2592241799"/>
                    </a:ext>
                  </a:extLst>
                </a:gridCol>
              </a:tblGrid>
              <a:tr h="199253">
                <a:tc gridSpan="2">
                  <a:txBody>
                    <a:bodyPr/>
                    <a:lstStyle/>
                    <a:p>
                      <a:pPr lvl="0"/>
                      <a:r>
                        <a:rPr lang="en-GB" sz="1400" noProof="0" dirty="0"/>
                        <a:t>Level</a:t>
                      </a:r>
                    </a:p>
                  </a:txBody>
                  <a:tcPr/>
                </a:tc>
                <a:tc hMerge="1">
                  <a:txBody>
                    <a:bodyPr/>
                    <a:lstStyle/>
                    <a:p>
                      <a:pPr lvl="0"/>
                      <a:r>
                        <a:rPr lang="de-DE" sz="1400" dirty="0"/>
                        <a:t>Level</a:t>
                      </a:r>
                    </a:p>
                  </a:txBody>
                  <a:tcPr/>
                </a:tc>
                <a:tc>
                  <a:txBody>
                    <a:bodyPr/>
                    <a:lstStyle/>
                    <a:p>
                      <a:pPr lvl="0"/>
                      <a:r>
                        <a:rPr lang="en-GB" sz="1400" noProof="0" dirty="0"/>
                        <a:t>Description</a:t>
                      </a:r>
                    </a:p>
                  </a:txBody>
                  <a:tcPr/>
                </a:tc>
                <a:extLst>
                  <a:ext uri="{0D108BD9-81ED-4DB2-BD59-A6C34878D82A}">
                    <a16:rowId xmlns:a16="http://schemas.microsoft.com/office/drawing/2014/main" val="4204798074"/>
                  </a:ext>
                </a:extLst>
              </a:tr>
              <a:tr h="332089">
                <a:tc>
                  <a:txBody>
                    <a:bodyPr/>
                    <a:lstStyle/>
                    <a:p>
                      <a:pPr lvl="0"/>
                      <a:r>
                        <a:rPr lang="en-GB" sz="1400" noProof="0" dirty="0"/>
                        <a:t>0</a:t>
                      </a:r>
                    </a:p>
                  </a:txBody>
                  <a:tcPr/>
                </a:tc>
                <a:tc>
                  <a:txBody>
                    <a:bodyPr/>
                    <a:lstStyle/>
                    <a:p>
                      <a:pPr lvl="0"/>
                      <a:r>
                        <a:rPr lang="en-GB" sz="1400" noProof="0" dirty="0"/>
                        <a:t>Public – </a:t>
                      </a:r>
                      <a:r>
                        <a:rPr lang="en-GB" sz="1400" noProof="0" dirty="0" err="1"/>
                        <a:t>nicht</a:t>
                      </a:r>
                      <a:r>
                        <a:rPr lang="en-GB" sz="1400" noProof="0" dirty="0"/>
                        <a:t> </a:t>
                      </a:r>
                      <a:r>
                        <a:rPr lang="en-GB" sz="1400" noProof="0" dirty="0" err="1"/>
                        <a:t>vertraulich</a:t>
                      </a:r>
                      <a:endParaRPr lang="en-GB" sz="1400" noProof="0" dirty="0"/>
                    </a:p>
                  </a:txBody>
                  <a:tcPr/>
                </a:tc>
                <a:tc>
                  <a:txBody>
                    <a:bodyPr/>
                    <a:lstStyle/>
                    <a:p>
                      <a:pPr lvl="0">
                        <a:spcBef>
                          <a:spcPts val="500"/>
                        </a:spcBef>
                      </a:pPr>
                      <a:r>
                        <a:rPr lang="en-GB" sz="1400" noProof="0" dirty="0"/>
                        <a:t>All information from whose publication no damage to the company or the person concerned can result. The respective release procedures for official company documents must be complied with, but are not within the scope of this guideline.</a:t>
                      </a:r>
                    </a:p>
                  </a:txBody>
                  <a:tcPr/>
                </a:tc>
                <a:extLst>
                  <a:ext uri="{0D108BD9-81ED-4DB2-BD59-A6C34878D82A}">
                    <a16:rowId xmlns:a16="http://schemas.microsoft.com/office/drawing/2014/main" val="1955594440"/>
                  </a:ext>
                </a:extLst>
              </a:tr>
              <a:tr h="690007">
                <a:tc>
                  <a:txBody>
                    <a:bodyPr/>
                    <a:lstStyle/>
                    <a:p>
                      <a:pPr lvl="0"/>
                      <a:r>
                        <a:rPr lang="en-GB" sz="1400" noProof="0" dirty="0"/>
                        <a:t>1</a:t>
                      </a:r>
                    </a:p>
                  </a:txBody>
                  <a:tcPr/>
                </a:tc>
                <a:tc>
                  <a:txBody>
                    <a:bodyPr/>
                    <a:lstStyle/>
                    <a:p>
                      <a:pPr lvl="0"/>
                      <a:r>
                        <a:rPr lang="en-GB" sz="1400" noProof="0" dirty="0"/>
                        <a:t>Internal Use – </a:t>
                      </a:r>
                      <a:r>
                        <a:rPr lang="en-GB" sz="1400" noProof="0" dirty="0" err="1"/>
                        <a:t>Interner</a:t>
                      </a:r>
                      <a:r>
                        <a:rPr lang="en-GB" sz="1400" noProof="0" dirty="0"/>
                        <a:t> </a:t>
                      </a:r>
                      <a:r>
                        <a:rPr lang="en-GB" sz="1400" noProof="0" dirty="0" err="1"/>
                        <a:t>Gebrauch</a:t>
                      </a:r>
                      <a:endParaRPr lang="en-GB" sz="1400" noProof="0" dirty="0"/>
                    </a:p>
                  </a:txBody>
                  <a:tcPr/>
                </a:tc>
                <a:tc>
                  <a:txBody>
                    <a:bodyPr/>
                    <a:lstStyle/>
                    <a:p>
                      <a:pPr lvl="0">
                        <a:spcBef>
                          <a:spcPts val="500"/>
                        </a:spcBef>
                      </a:pPr>
                      <a:r>
                        <a:rPr lang="en-GB" sz="1400" noProof="0" dirty="0"/>
                        <a:t>All information that is only intended for use within the company and where there is a need for all employees to have access to it.</a:t>
                      </a:r>
                    </a:p>
                    <a:p>
                      <a:pPr lvl="0">
                        <a:spcBef>
                          <a:spcPts val="500"/>
                        </a:spcBef>
                      </a:pPr>
                      <a:r>
                        <a:rPr lang="en-GB" sz="1400" noProof="0" dirty="0"/>
                        <a:t>In principle, this class also includes personal data that is voluntarily made available to all employees in the company or is publicly available anyway.</a:t>
                      </a:r>
                    </a:p>
                  </a:txBody>
                  <a:tcPr/>
                </a:tc>
                <a:extLst>
                  <a:ext uri="{0D108BD9-81ED-4DB2-BD59-A6C34878D82A}">
                    <a16:rowId xmlns:a16="http://schemas.microsoft.com/office/drawing/2014/main" val="798703016"/>
                  </a:ext>
                </a:extLst>
              </a:tr>
              <a:tr h="1047925">
                <a:tc>
                  <a:txBody>
                    <a:bodyPr/>
                    <a:lstStyle/>
                    <a:p>
                      <a:pPr lvl="0"/>
                      <a:r>
                        <a:rPr lang="en-GB" sz="1400" noProof="0" dirty="0"/>
                        <a:t>2</a:t>
                      </a:r>
                    </a:p>
                  </a:txBody>
                  <a:tcPr/>
                </a:tc>
                <a:tc>
                  <a:txBody>
                    <a:bodyPr/>
                    <a:lstStyle/>
                    <a:p>
                      <a:pPr lvl="0"/>
                      <a:r>
                        <a:rPr lang="en-GB" sz="1400" noProof="0" dirty="0"/>
                        <a:t>Restricted – </a:t>
                      </a:r>
                      <a:r>
                        <a:rPr lang="en-GB" sz="1400" noProof="0" dirty="0" err="1"/>
                        <a:t>Beschränkter</a:t>
                      </a:r>
                      <a:r>
                        <a:rPr lang="en-GB" sz="1400" noProof="0" dirty="0"/>
                        <a:t> </a:t>
                      </a:r>
                      <a:r>
                        <a:rPr lang="en-GB" sz="1400" noProof="0" dirty="0" err="1"/>
                        <a:t>Zugriff</a:t>
                      </a:r>
                      <a:endParaRPr lang="en-GB" sz="1400" noProof="0" dirty="0"/>
                    </a:p>
                  </a:txBody>
                  <a:tcPr/>
                </a:tc>
                <a:tc>
                  <a:txBody>
                    <a:bodyPr/>
                    <a:lstStyle/>
                    <a:p>
                      <a:pPr lvl="0">
                        <a:spcBef>
                          <a:spcPts val="500"/>
                        </a:spcBef>
                      </a:pPr>
                      <a:r>
                        <a:rPr lang="en-GB" sz="1400" noProof="0" dirty="0"/>
                        <a:t>All information that should only be accessible to certain groups of people, even within the company.</a:t>
                      </a:r>
                    </a:p>
                    <a:p>
                      <a:pPr lvl="0">
                        <a:spcBef>
                          <a:spcPts val="500"/>
                        </a:spcBef>
                      </a:pPr>
                      <a:r>
                        <a:rPr lang="en-GB" sz="1400" noProof="0" dirty="0"/>
                        <a:t>This includes all personal data that is not explicitly assigned to another group.</a:t>
                      </a:r>
                    </a:p>
                    <a:p>
                      <a:pPr lvl="0">
                        <a:spcBef>
                          <a:spcPts val="500"/>
                        </a:spcBef>
                      </a:pPr>
                      <a:r>
                        <a:rPr lang="en-GB" sz="1400" noProof="0" dirty="0"/>
                        <a:t>Personal data that either falls under "special categories of personal data" pursuant to Article 9 of the GDPR, telecommunications traffic data and data protected in an equivalent manner, or generally represents a high risk for the data subject, must also be assigned to this group. However, additional protective measures may be necessary for these in individual cases.</a:t>
                      </a:r>
                    </a:p>
                  </a:txBody>
                  <a:tcPr/>
                </a:tc>
                <a:extLst>
                  <a:ext uri="{0D108BD9-81ED-4DB2-BD59-A6C34878D82A}">
                    <a16:rowId xmlns:a16="http://schemas.microsoft.com/office/drawing/2014/main" val="54402609"/>
                  </a:ext>
                </a:extLst>
              </a:tr>
              <a:tr h="454735">
                <a:tc>
                  <a:txBody>
                    <a:bodyPr/>
                    <a:lstStyle/>
                    <a:p>
                      <a:pPr lvl="0"/>
                      <a:r>
                        <a:rPr lang="en-GB" sz="1400" noProof="0" dirty="0"/>
                        <a:t>3</a:t>
                      </a:r>
                    </a:p>
                  </a:txBody>
                  <a:tcPr/>
                </a:tc>
                <a:tc>
                  <a:txBody>
                    <a:bodyPr/>
                    <a:lstStyle/>
                    <a:p>
                      <a:pPr lvl="0"/>
                      <a:r>
                        <a:rPr lang="en-GB" sz="1400" noProof="0" dirty="0"/>
                        <a:t>Secret – </a:t>
                      </a:r>
                      <a:r>
                        <a:rPr lang="en-GB" sz="1400" noProof="0" dirty="0" err="1"/>
                        <a:t>Geheim</a:t>
                      </a:r>
                      <a:endParaRPr lang="en-GB" sz="1400" noProof="0" dirty="0"/>
                    </a:p>
                  </a:txBody>
                  <a:tcPr/>
                </a:tc>
                <a:tc>
                  <a:txBody>
                    <a:bodyPr/>
                    <a:lstStyle/>
                    <a:p>
                      <a:pPr lvl="0">
                        <a:spcBef>
                          <a:spcPts val="500"/>
                        </a:spcBef>
                      </a:pPr>
                      <a:r>
                        <a:rPr lang="en-GB" sz="1400" noProof="0" dirty="0"/>
                        <a:t>All information, the publication of which could result in </a:t>
                      </a:r>
                      <a:r>
                        <a:rPr lang="en-GB" sz="1400" b="1" noProof="0" dirty="0"/>
                        <a:t>damage to the company's existence</a:t>
                      </a:r>
                      <a:r>
                        <a:rPr lang="en-GB" sz="1400" noProof="0" dirty="0"/>
                        <a:t>.</a:t>
                      </a:r>
                    </a:p>
                    <a:p>
                      <a:pPr lvl="0">
                        <a:spcBef>
                          <a:spcPts val="500"/>
                        </a:spcBef>
                      </a:pPr>
                      <a:r>
                        <a:rPr lang="en-GB" sz="1400" noProof="0" dirty="0"/>
                        <a:t>The classification as "Secret" must be released at least by a person authorized at director level.</a:t>
                      </a:r>
                    </a:p>
                  </a:txBody>
                  <a:tcPr/>
                </a:tc>
                <a:extLst>
                  <a:ext uri="{0D108BD9-81ED-4DB2-BD59-A6C34878D82A}">
                    <a16:rowId xmlns:a16="http://schemas.microsoft.com/office/drawing/2014/main" val="2438378329"/>
                  </a:ext>
                </a:extLst>
              </a:tr>
            </a:tbl>
          </a:graphicData>
        </a:graphic>
      </p:graphicFrame>
      <p:sp>
        <p:nvSpPr>
          <p:cNvPr id="6" name="Fußzeilenplatzhalter 5">
            <a:extLst>
              <a:ext uri="{FF2B5EF4-FFF2-40B4-BE49-F238E27FC236}">
                <a16:creationId xmlns:a16="http://schemas.microsoft.com/office/drawing/2014/main" id="{117E7B9B-F3F9-BE98-E46A-F8DF8950F015}"/>
              </a:ext>
            </a:extLst>
          </p:cNvPr>
          <p:cNvSpPr>
            <a:spLocks noGrp="1"/>
          </p:cNvSpPr>
          <p:nvPr>
            <p:ph type="ftr" sz="quarter" idx="11"/>
          </p:nvPr>
        </p:nvSpPr>
        <p:spPr/>
        <p:txBody>
          <a:bodyPr/>
          <a:lstStyle/>
          <a:p>
            <a:r>
              <a:rPr lang="de-DE"/>
              <a:t>Restricted</a:t>
            </a:r>
          </a:p>
        </p:txBody>
      </p:sp>
    </p:spTree>
    <p:extLst>
      <p:ext uri="{BB962C8B-B14F-4D97-AF65-F5344CB8AC3E}">
        <p14:creationId xmlns:p14="http://schemas.microsoft.com/office/powerpoint/2010/main" val="214682744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97B9593-B82C-8D4F-3743-40D3DA1AB229}"/>
              </a:ext>
            </a:extLst>
          </p:cNvPr>
          <p:cNvSpPr>
            <a:spLocks noGrp="1"/>
          </p:cNvSpPr>
          <p:nvPr>
            <p:ph type="title"/>
          </p:nvPr>
        </p:nvSpPr>
        <p:spPr/>
        <p:txBody>
          <a:bodyPr/>
          <a:lstStyle/>
          <a:p>
            <a:r>
              <a:rPr lang="en-GB" dirty="0"/>
              <a:t>Colours</a:t>
            </a:r>
          </a:p>
        </p:txBody>
      </p:sp>
      <p:sp>
        <p:nvSpPr>
          <p:cNvPr id="4" name="Foliennummernplatzhalter 3">
            <a:extLst>
              <a:ext uri="{FF2B5EF4-FFF2-40B4-BE49-F238E27FC236}">
                <a16:creationId xmlns:a16="http://schemas.microsoft.com/office/drawing/2014/main" id="{7627D993-D7BC-D1FE-355D-CC866EFB95E6}"/>
              </a:ext>
            </a:extLst>
          </p:cNvPr>
          <p:cNvSpPr>
            <a:spLocks noGrp="1"/>
          </p:cNvSpPr>
          <p:nvPr>
            <p:ph type="sldNum" sz="quarter" idx="12"/>
          </p:nvPr>
        </p:nvSpPr>
        <p:spPr/>
        <p:txBody>
          <a:bodyPr/>
          <a:lstStyle/>
          <a:p>
            <a:fld id="{67CD7502-7F22-405E-8273-ECAD6156DDA0}" type="slidenum">
              <a:rPr lang="en-GB" smtClean="0"/>
              <a:pPr/>
              <a:t>44</a:t>
            </a:fld>
            <a:endParaRPr lang="en-GB" dirty="0"/>
          </a:p>
        </p:txBody>
      </p:sp>
      <p:sp>
        <p:nvSpPr>
          <p:cNvPr id="5" name="Textplatzhalter 4">
            <a:extLst>
              <a:ext uri="{FF2B5EF4-FFF2-40B4-BE49-F238E27FC236}">
                <a16:creationId xmlns:a16="http://schemas.microsoft.com/office/drawing/2014/main" id="{80640644-3D7D-9CE4-5BF5-F55A874DCDFE}"/>
              </a:ext>
            </a:extLst>
          </p:cNvPr>
          <p:cNvSpPr>
            <a:spLocks noGrp="1"/>
          </p:cNvSpPr>
          <p:nvPr>
            <p:ph type="body" sz="quarter" idx="13"/>
          </p:nvPr>
        </p:nvSpPr>
        <p:spPr/>
        <p:txBody>
          <a:bodyPr/>
          <a:lstStyle/>
          <a:p>
            <a:r>
              <a:rPr lang="en-GB" dirty="0"/>
              <a:t>How to use this template</a:t>
            </a:r>
          </a:p>
        </p:txBody>
      </p:sp>
      <p:sp>
        <p:nvSpPr>
          <p:cNvPr id="6" name="Textfeld 5">
            <a:extLst>
              <a:ext uri="{FF2B5EF4-FFF2-40B4-BE49-F238E27FC236}">
                <a16:creationId xmlns:a16="http://schemas.microsoft.com/office/drawing/2014/main" id="{CFB600B5-857A-5D02-AF3C-2DF2E890A5D8}"/>
              </a:ext>
            </a:extLst>
          </p:cNvPr>
          <p:cNvSpPr txBox="1"/>
          <p:nvPr/>
        </p:nvSpPr>
        <p:spPr>
          <a:xfrm>
            <a:off x="587376" y="1484313"/>
            <a:ext cx="2592388" cy="2215991"/>
          </a:xfrm>
          <a:prstGeom prst="rect">
            <a:avLst/>
          </a:prstGeom>
          <a:noFill/>
        </p:spPr>
        <p:txBody>
          <a:bodyPr wrap="square" lIns="0" tIns="0" rIns="0" bIns="0" rtlCol="0">
            <a:spAutoFit/>
          </a:bodyPr>
          <a:lstStyle/>
          <a:p>
            <a:pPr lvl="1"/>
            <a:r>
              <a:rPr lang="en-GB" dirty="0"/>
              <a:t>Please only use the first row of colours (“Theme </a:t>
            </a:r>
            <a:r>
              <a:rPr lang="en-GB" dirty="0" err="1"/>
              <a:t>Colors</a:t>
            </a:r>
            <a:r>
              <a:rPr lang="en-GB" dirty="0"/>
              <a:t>”) in the colour palette!</a:t>
            </a:r>
          </a:p>
          <a:p>
            <a:pPr algn="l"/>
            <a:r>
              <a:rPr lang="en-GB" dirty="0"/>
              <a:t>The “Standard </a:t>
            </a:r>
            <a:r>
              <a:rPr lang="en-GB" dirty="0" err="1"/>
              <a:t>Colors</a:t>
            </a:r>
            <a:r>
              <a:rPr lang="en-GB"/>
              <a:t>” </a:t>
            </a:r>
            <a:r>
              <a:rPr lang="en-GB" dirty="0"/>
              <a:t>are PowerPoint settings and should not be used.</a:t>
            </a:r>
          </a:p>
          <a:p>
            <a:pPr algn="l"/>
            <a:r>
              <a:rPr lang="en-GB" dirty="0"/>
              <a:t>The RGB colours and their usage are shown on the right.</a:t>
            </a:r>
          </a:p>
        </p:txBody>
      </p:sp>
      <p:sp>
        <p:nvSpPr>
          <p:cNvPr id="8" name="object 12">
            <a:extLst>
              <a:ext uri="{FF2B5EF4-FFF2-40B4-BE49-F238E27FC236}">
                <a16:creationId xmlns:a16="http://schemas.microsoft.com/office/drawing/2014/main" id="{6E29C1A4-D670-F67E-E093-963EED4F2FE4}"/>
              </a:ext>
            </a:extLst>
          </p:cNvPr>
          <p:cNvSpPr/>
          <p:nvPr/>
        </p:nvSpPr>
        <p:spPr>
          <a:xfrm>
            <a:off x="3368436" y="3432621"/>
            <a:ext cx="3111852" cy="612195"/>
          </a:xfrm>
          <a:custGeom>
            <a:avLst/>
            <a:gdLst/>
            <a:ahLst/>
            <a:cxnLst/>
            <a:rect l="l" t="t" r="r" b="b"/>
            <a:pathLst>
              <a:path w="1504315">
                <a:moveTo>
                  <a:pt x="0" y="0"/>
                </a:moveTo>
                <a:lnTo>
                  <a:pt x="1504251" y="0"/>
                </a:lnTo>
              </a:path>
            </a:pathLst>
          </a:custGeom>
          <a:ln w="6350">
            <a:solidFill>
              <a:srgbClr val="000000"/>
            </a:solidFill>
          </a:ln>
        </p:spPr>
        <p:txBody>
          <a:bodyPr wrap="square" lIns="0" tIns="0" rIns="0" bIns="0" rtlCol="0"/>
          <a:lstStyle/>
          <a:p>
            <a:endParaRPr lang="en-GB" dirty="0"/>
          </a:p>
        </p:txBody>
      </p:sp>
      <p:sp>
        <p:nvSpPr>
          <p:cNvPr id="13" name="object 13">
            <a:extLst>
              <a:ext uri="{FF2B5EF4-FFF2-40B4-BE49-F238E27FC236}">
                <a16:creationId xmlns:a16="http://schemas.microsoft.com/office/drawing/2014/main" id="{ECD38D4A-0DC2-D3FF-A945-D41AE10E16F6}"/>
              </a:ext>
            </a:extLst>
          </p:cNvPr>
          <p:cNvSpPr txBox="1"/>
          <p:nvPr/>
        </p:nvSpPr>
        <p:spPr>
          <a:xfrm>
            <a:off x="3403953" y="3500395"/>
            <a:ext cx="3111852" cy="197490"/>
          </a:xfrm>
          <a:prstGeom prst="rect">
            <a:avLst/>
          </a:prstGeom>
        </p:spPr>
        <p:txBody>
          <a:bodyPr vert="horz" wrap="square" lIns="0" tIns="12700" rIns="0" bIns="0" rtlCol="0">
            <a:spAutoFit/>
          </a:bodyPr>
          <a:lstStyle/>
          <a:p>
            <a:pPr marL="12700">
              <a:lnSpc>
                <a:spcPct val="100000"/>
              </a:lnSpc>
              <a:spcBef>
                <a:spcPts val="100"/>
              </a:spcBef>
            </a:pPr>
            <a:r>
              <a:rPr lang="en-GB" sz="1200" dirty="0">
                <a:cs typeface="On Air" panose="020F0503030404020204" pitchFamily="34" charset="77"/>
              </a:rPr>
              <a:t>Text, backgrounds</a:t>
            </a:r>
          </a:p>
        </p:txBody>
      </p:sp>
      <p:sp>
        <p:nvSpPr>
          <p:cNvPr id="14" name="object 16">
            <a:extLst>
              <a:ext uri="{FF2B5EF4-FFF2-40B4-BE49-F238E27FC236}">
                <a16:creationId xmlns:a16="http://schemas.microsoft.com/office/drawing/2014/main" id="{8684D3C4-A8AC-39A7-EE35-FB40BCBB2924}"/>
              </a:ext>
            </a:extLst>
          </p:cNvPr>
          <p:cNvSpPr/>
          <p:nvPr/>
        </p:nvSpPr>
        <p:spPr>
          <a:xfrm>
            <a:off x="6732937" y="3428153"/>
            <a:ext cx="4038953" cy="45719"/>
          </a:xfrm>
          <a:custGeom>
            <a:avLst/>
            <a:gdLst/>
            <a:ahLst/>
            <a:cxnLst/>
            <a:rect l="l" t="t" r="r" b="b"/>
            <a:pathLst>
              <a:path w="4685030">
                <a:moveTo>
                  <a:pt x="0" y="0"/>
                </a:moveTo>
                <a:lnTo>
                  <a:pt x="4685004" y="0"/>
                </a:lnTo>
              </a:path>
            </a:pathLst>
          </a:custGeom>
          <a:ln w="6350">
            <a:solidFill>
              <a:srgbClr val="000000"/>
            </a:solidFill>
          </a:ln>
        </p:spPr>
        <p:txBody>
          <a:bodyPr wrap="square" lIns="0" tIns="0" rIns="0" bIns="0" rtlCol="0"/>
          <a:lstStyle/>
          <a:p>
            <a:endParaRPr lang="en-GB" dirty="0"/>
          </a:p>
        </p:txBody>
      </p:sp>
      <p:sp>
        <p:nvSpPr>
          <p:cNvPr id="15" name="object 17">
            <a:extLst>
              <a:ext uri="{FF2B5EF4-FFF2-40B4-BE49-F238E27FC236}">
                <a16:creationId xmlns:a16="http://schemas.microsoft.com/office/drawing/2014/main" id="{837B4746-30F4-9147-C481-093914C1EF1B}"/>
              </a:ext>
            </a:extLst>
          </p:cNvPr>
          <p:cNvSpPr txBox="1"/>
          <p:nvPr/>
        </p:nvSpPr>
        <p:spPr>
          <a:xfrm>
            <a:off x="6732939" y="3500395"/>
            <a:ext cx="4176466" cy="720710"/>
          </a:xfrm>
          <a:prstGeom prst="rect">
            <a:avLst/>
          </a:prstGeom>
        </p:spPr>
        <p:txBody>
          <a:bodyPr vert="horz" wrap="square" lIns="0" tIns="12700" rIns="0" bIns="0" rtlCol="0">
            <a:spAutoFit/>
          </a:bodyPr>
          <a:lstStyle/>
          <a:p>
            <a:pPr marL="12700">
              <a:lnSpc>
                <a:spcPct val="100000"/>
              </a:lnSpc>
              <a:spcBef>
                <a:spcPts val="100"/>
              </a:spcBef>
            </a:pPr>
            <a:r>
              <a:rPr lang="en-GB" sz="1200" dirty="0">
                <a:cs typeface="On Air" panose="020F0503030404020204" pitchFamily="34" charset="77"/>
              </a:rPr>
              <a:t>Secondary and accent colours</a:t>
            </a:r>
          </a:p>
          <a:p>
            <a:pPr marL="12700" marR="5080">
              <a:lnSpc>
                <a:spcPct val="100000"/>
              </a:lnSpc>
            </a:pPr>
            <a:r>
              <a:rPr lang="en-GB" sz="1200" dirty="0">
                <a:cs typeface="On Air" panose="020F0503030404020204" pitchFamily="34" charset="77"/>
              </a:rPr>
              <a:t>For use in graphical elements, tables, infographics etc. </a:t>
            </a:r>
          </a:p>
          <a:p>
            <a:pPr marL="12700" marR="5080">
              <a:lnSpc>
                <a:spcPct val="100000"/>
              </a:lnSpc>
            </a:pPr>
            <a:r>
              <a:rPr lang="en-GB" sz="1200" dirty="0">
                <a:cs typeface="On Air" panose="020F0503030404020204" pitchFamily="34" charset="77"/>
              </a:rPr>
              <a:t>The Chart Assistant uses these colours in the order given.</a:t>
            </a:r>
          </a:p>
        </p:txBody>
      </p:sp>
      <p:graphicFrame>
        <p:nvGraphicFramePr>
          <p:cNvPr id="16" name="object 2">
            <a:extLst>
              <a:ext uri="{FF2B5EF4-FFF2-40B4-BE49-F238E27FC236}">
                <a16:creationId xmlns:a16="http://schemas.microsoft.com/office/drawing/2014/main" id="{49304259-4B5B-5EE5-8F7A-142E6D19F058}"/>
              </a:ext>
            </a:extLst>
          </p:cNvPr>
          <p:cNvGraphicFramePr>
            <a:graphicFrameLocks noGrp="1"/>
          </p:cNvGraphicFramePr>
          <p:nvPr>
            <p:extLst>
              <p:ext uri="{D42A27DB-BD31-4B8C-83A1-F6EECF244321}">
                <p14:modId xmlns:p14="http://schemas.microsoft.com/office/powerpoint/2010/main" val="1911060247"/>
              </p:ext>
            </p:extLst>
          </p:nvPr>
        </p:nvGraphicFramePr>
        <p:xfrm>
          <a:off x="3395663" y="1484313"/>
          <a:ext cx="8208249" cy="339083"/>
        </p:xfrm>
        <a:graphic>
          <a:graphicData uri="http://schemas.openxmlformats.org/drawingml/2006/table">
            <a:tbl>
              <a:tblPr firstRow="1" bandRow="1">
                <a:tableStyleId>{2D5ABB26-0587-4C30-8999-92F81FD0307C}</a:tableStyleId>
              </a:tblPr>
              <a:tblGrid>
                <a:gridCol w="835674">
                  <a:extLst>
                    <a:ext uri="{9D8B030D-6E8A-4147-A177-3AD203B41FA5}">
                      <a16:colId xmlns:a16="http://schemas.microsoft.com/office/drawing/2014/main" val="20000"/>
                    </a:ext>
                  </a:extLst>
                </a:gridCol>
                <a:gridCol w="836595">
                  <a:extLst>
                    <a:ext uri="{9D8B030D-6E8A-4147-A177-3AD203B41FA5}">
                      <a16:colId xmlns:a16="http://schemas.microsoft.com/office/drawing/2014/main" val="20001"/>
                    </a:ext>
                  </a:extLst>
                </a:gridCol>
                <a:gridCol w="825869">
                  <a:extLst>
                    <a:ext uri="{9D8B030D-6E8A-4147-A177-3AD203B41FA5}">
                      <a16:colId xmlns:a16="http://schemas.microsoft.com/office/drawing/2014/main" val="20002"/>
                    </a:ext>
                  </a:extLst>
                </a:gridCol>
                <a:gridCol w="825869">
                  <a:extLst>
                    <a:ext uri="{9D8B030D-6E8A-4147-A177-3AD203B41FA5}">
                      <a16:colId xmlns:a16="http://schemas.microsoft.com/office/drawing/2014/main" val="20003"/>
                    </a:ext>
                  </a:extLst>
                </a:gridCol>
                <a:gridCol w="852683">
                  <a:extLst>
                    <a:ext uri="{9D8B030D-6E8A-4147-A177-3AD203B41FA5}">
                      <a16:colId xmlns:a16="http://schemas.microsoft.com/office/drawing/2014/main" val="20004"/>
                    </a:ext>
                  </a:extLst>
                </a:gridCol>
                <a:gridCol w="807915">
                  <a:extLst>
                    <a:ext uri="{9D8B030D-6E8A-4147-A177-3AD203B41FA5}">
                      <a16:colId xmlns:a16="http://schemas.microsoft.com/office/drawing/2014/main" val="20005"/>
                    </a:ext>
                  </a:extLst>
                </a:gridCol>
                <a:gridCol w="862010">
                  <a:extLst>
                    <a:ext uri="{9D8B030D-6E8A-4147-A177-3AD203B41FA5}">
                      <a16:colId xmlns:a16="http://schemas.microsoft.com/office/drawing/2014/main" val="20006"/>
                    </a:ext>
                  </a:extLst>
                </a:gridCol>
                <a:gridCol w="867484">
                  <a:extLst>
                    <a:ext uri="{9D8B030D-6E8A-4147-A177-3AD203B41FA5}">
                      <a16:colId xmlns:a16="http://schemas.microsoft.com/office/drawing/2014/main" val="20007"/>
                    </a:ext>
                  </a:extLst>
                </a:gridCol>
                <a:gridCol w="792883">
                  <a:extLst>
                    <a:ext uri="{9D8B030D-6E8A-4147-A177-3AD203B41FA5}">
                      <a16:colId xmlns:a16="http://schemas.microsoft.com/office/drawing/2014/main" val="20008"/>
                    </a:ext>
                  </a:extLst>
                </a:gridCol>
                <a:gridCol w="701267">
                  <a:extLst>
                    <a:ext uri="{9D8B030D-6E8A-4147-A177-3AD203B41FA5}">
                      <a16:colId xmlns:a16="http://schemas.microsoft.com/office/drawing/2014/main" val="20009"/>
                    </a:ext>
                  </a:extLst>
                </a:gridCol>
              </a:tblGrid>
              <a:tr h="339083">
                <a:tc>
                  <a:txBody>
                    <a:bodyPr/>
                    <a:lstStyle/>
                    <a:p>
                      <a:pPr marL="31750" algn="l">
                        <a:lnSpc>
                          <a:spcPct val="100000"/>
                        </a:lnSpc>
                      </a:pPr>
                      <a:r>
                        <a:rPr lang="de-DE" sz="900" b="0" i="0" spc="0" dirty="0">
                          <a:solidFill>
                            <a:schemeClr val="tx1"/>
                          </a:solidFill>
                          <a:latin typeface="+mn-lt"/>
                          <a:cs typeface="On Air" panose="020F0503030404020204" pitchFamily="34" charset="77"/>
                        </a:rPr>
                        <a:t>o2</a:t>
                      </a:r>
                      <a:br>
                        <a:rPr lang="en-GB" sz="900" b="0" i="0" spc="0" dirty="0">
                          <a:solidFill>
                            <a:schemeClr val="tx1"/>
                          </a:solidFill>
                          <a:latin typeface="+mn-lt"/>
                          <a:cs typeface="On Air" panose="020F0503030404020204" pitchFamily="34" charset="77"/>
                        </a:rPr>
                      </a:br>
                      <a:r>
                        <a:rPr lang="en-GB" sz="900" b="0" i="0" spc="0" dirty="0">
                          <a:solidFill>
                            <a:schemeClr val="tx1"/>
                          </a:solidFill>
                          <a:latin typeface="+mn-lt"/>
                          <a:cs typeface="On Air" panose="020F0503030404020204" pitchFamily="34" charset="77"/>
                        </a:rPr>
                        <a:t>White</a:t>
                      </a:r>
                      <a:endParaRPr sz="900" b="0" i="0" spc="0" dirty="0">
                        <a:solidFill>
                          <a:schemeClr val="tx1"/>
                        </a:solidFill>
                        <a:latin typeface="+mn-lt"/>
                        <a:cs typeface="On Air" panose="020F0503030404020204" pitchFamily="34" charset="77"/>
                      </a:endParaRPr>
                    </a:p>
                  </a:txBody>
                  <a:tcPr marL="0" marR="0" marT="0" marB="0"/>
                </a:tc>
                <a:tc>
                  <a:txBody>
                    <a:bodyPr/>
                    <a:lstStyle/>
                    <a:p>
                      <a:pPr marL="4763" indent="0" algn="l">
                        <a:lnSpc>
                          <a:spcPct val="100000"/>
                        </a:lnSpc>
                        <a:tabLst/>
                      </a:pPr>
                      <a:r>
                        <a:rPr lang="de-DE" sz="900" b="0" i="0" spc="0" dirty="0">
                          <a:solidFill>
                            <a:schemeClr val="tx1"/>
                          </a:solidFill>
                          <a:latin typeface="+mn-lt"/>
                          <a:cs typeface="On Air" panose="020F0503030404020204" pitchFamily="34" charset="77"/>
                        </a:rPr>
                        <a:t>o2</a:t>
                      </a:r>
                      <a:br>
                        <a:rPr lang="en-GB" sz="900" b="0" i="0" spc="0" dirty="0">
                          <a:solidFill>
                            <a:schemeClr val="tx1"/>
                          </a:solidFill>
                          <a:latin typeface="+mn-lt"/>
                          <a:cs typeface="On Air" panose="020F0503030404020204" pitchFamily="34" charset="77"/>
                        </a:rPr>
                      </a:br>
                      <a:r>
                        <a:rPr lang="en-GB" sz="900" b="0" i="0" spc="0" dirty="0">
                          <a:solidFill>
                            <a:schemeClr val="tx1"/>
                          </a:solidFill>
                          <a:latin typeface="+mn-lt"/>
                          <a:cs typeface="On Air" panose="020F0503030404020204" pitchFamily="34" charset="77"/>
                        </a:rPr>
                        <a:t>Black</a:t>
                      </a:r>
                      <a:endParaRPr sz="900" b="0" i="0" spc="0" dirty="0">
                        <a:solidFill>
                          <a:schemeClr val="tx1"/>
                        </a:solidFill>
                        <a:latin typeface="+mn-lt"/>
                        <a:cs typeface="On Air" panose="020F0503030404020204" pitchFamily="34" charset="77"/>
                      </a:endParaRPr>
                    </a:p>
                  </a:txBody>
                  <a:tcPr marL="0" marR="0" marT="0" marB="0"/>
                </a:tc>
                <a:tc>
                  <a:txBody>
                    <a:bodyPr/>
                    <a:lstStyle/>
                    <a:p>
                      <a:pPr marR="230504" algn="l">
                        <a:lnSpc>
                          <a:spcPct val="100000"/>
                        </a:lnSpc>
                      </a:pPr>
                      <a:r>
                        <a:rPr lang="de-DE" sz="900" b="0" i="0" spc="0" dirty="0">
                          <a:solidFill>
                            <a:schemeClr val="tx1"/>
                          </a:solidFill>
                          <a:latin typeface="+mn-lt"/>
                          <a:cs typeface="On Air" panose="020F0503030404020204" pitchFamily="34" charset="77"/>
                        </a:rPr>
                        <a:t>o2</a:t>
                      </a:r>
                      <a:br>
                        <a:rPr lang="en-GB" sz="900" b="0" i="0" spc="0" dirty="0">
                          <a:solidFill>
                            <a:schemeClr val="tx1"/>
                          </a:solidFill>
                          <a:latin typeface="+mn-lt"/>
                          <a:cs typeface="On Air" panose="020F0503030404020204" pitchFamily="34" charset="77"/>
                        </a:rPr>
                      </a:br>
                      <a:r>
                        <a:rPr lang="en-GB" sz="900" b="0" i="0" spc="0" baseline="0" dirty="0">
                          <a:solidFill>
                            <a:schemeClr val="tx1"/>
                          </a:solidFill>
                          <a:latin typeface="+mn-lt"/>
                          <a:cs typeface="On Air" panose="020F0503030404020204" pitchFamily="34" charset="77"/>
                        </a:rPr>
                        <a:t>20% Black</a:t>
                      </a:r>
                      <a:endParaRPr sz="900" b="0" i="0" spc="0" baseline="0" dirty="0">
                        <a:solidFill>
                          <a:schemeClr val="tx1"/>
                        </a:solidFill>
                        <a:latin typeface="+mn-lt"/>
                        <a:cs typeface="On Air" panose="020F0503030404020204" pitchFamily="34" charset="77"/>
                      </a:endParaRPr>
                    </a:p>
                  </a:txBody>
                  <a:tcPr marL="0" marR="0" marT="0" marB="0"/>
                </a:tc>
                <a:tc>
                  <a:txBody>
                    <a:bodyPr/>
                    <a:lstStyle/>
                    <a:p>
                      <a:pPr marR="36195" algn="l">
                        <a:lnSpc>
                          <a:spcPct val="100000"/>
                        </a:lnSpc>
                      </a:pPr>
                      <a:r>
                        <a:rPr lang="de-DE" sz="900" b="0" i="0" spc="0" dirty="0">
                          <a:solidFill>
                            <a:schemeClr val="tx1"/>
                          </a:solidFill>
                          <a:latin typeface="+mn-lt"/>
                          <a:cs typeface="On Air" panose="020F0503030404020204" pitchFamily="34" charset="77"/>
                        </a:rPr>
                        <a:t>o2</a:t>
                      </a:r>
                      <a:br>
                        <a:rPr lang="en-GB" sz="900" b="0" i="0" spc="0" dirty="0">
                          <a:solidFill>
                            <a:schemeClr val="tx1"/>
                          </a:solidFill>
                          <a:latin typeface="+mn-lt"/>
                          <a:cs typeface="On Air" panose="020F0503030404020204" pitchFamily="34" charset="77"/>
                        </a:rPr>
                      </a:br>
                      <a:r>
                        <a:rPr lang="en-GB" sz="900" b="0" i="0" spc="0" dirty="0">
                          <a:solidFill>
                            <a:schemeClr val="tx1"/>
                          </a:solidFill>
                          <a:latin typeface="+mn-lt"/>
                          <a:cs typeface="On Air" panose="020F0503030404020204" pitchFamily="34" charset="77"/>
                        </a:rPr>
                        <a:t>Beyond Blue</a:t>
                      </a:r>
                      <a:endParaRPr sz="900" b="0" i="0" spc="0" dirty="0">
                        <a:solidFill>
                          <a:schemeClr val="tx1"/>
                        </a:solidFill>
                        <a:latin typeface="+mn-lt"/>
                        <a:cs typeface="On Air" panose="020F0503030404020204" pitchFamily="34" charset="77"/>
                      </a:endParaRPr>
                    </a:p>
                  </a:txBody>
                  <a:tcPr marL="0" marR="0" marT="0" marB="0"/>
                </a:tc>
                <a:tc>
                  <a:txBody>
                    <a:bodyPr/>
                    <a:lstStyle/>
                    <a:p>
                      <a:pPr marL="4763" indent="0" algn="l">
                        <a:lnSpc>
                          <a:spcPct val="100000"/>
                        </a:lnSpc>
                        <a:tabLst/>
                      </a:pPr>
                      <a:r>
                        <a:rPr lang="de-DE" sz="900" b="0" i="0" spc="0" dirty="0">
                          <a:solidFill>
                            <a:schemeClr val="tx1"/>
                          </a:solidFill>
                          <a:latin typeface="+mn-lt"/>
                          <a:cs typeface="On Air" panose="020F0503030404020204" pitchFamily="34" charset="77"/>
                        </a:rPr>
                        <a:t>o2</a:t>
                      </a:r>
                      <a:br>
                        <a:rPr lang="en-GB" sz="900" b="0" i="0" spc="0" dirty="0">
                          <a:solidFill>
                            <a:schemeClr val="tx1"/>
                          </a:solidFill>
                          <a:latin typeface="+mn-lt"/>
                          <a:cs typeface="On Air" panose="020F0503030404020204" pitchFamily="34" charset="77"/>
                        </a:rPr>
                      </a:br>
                      <a:r>
                        <a:rPr lang="en-GB" sz="900" b="0" i="0" spc="0" dirty="0">
                          <a:solidFill>
                            <a:schemeClr val="tx1"/>
                          </a:solidFill>
                          <a:latin typeface="+mn-lt"/>
                          <a:cs typeface="On Air" panose="020F0503030404020204" pitchFamily="34" charset="77"/>
                        </a:rPr>
                        <a:t>Dark Blue</a:t>
                      </a:r>
                      <a:endParaRPr sz="900" b="0" i="0" spc="0" dirty="0">
                        <a:solidFill>
                          <a:schemeClr val="tx1"/>
                        </a:solidFill>
                        <a:latin typeface="+mn-lt"/>
                        <a:cs typeface="On Air" panose="020F0503030404020204" pitchFamily="34" charset="77"/>
                      </a:endParaRPr>
                    </a:p>
                  </a:txBody>
                  <a:tcPr marL="0" marR="0" marT="0" marB="0"/>
                </a:tc>
                <a:tc>
                  <a:txBody>
                    <a:bodyPr/>
                    <a:lstStyle/>
                    <a:p>
                      <a:pPr marL="4763" indent="0" algn="l">
                        <a:lnSpc>
                          <a:spcPct val="100000"/>
                        </a:lnSpc>
                        <a:tabLst/>
                      </a:pPr>
                      <a:r>
                        <a:rPr lang="de-DE" sz="900" b="0" i="0" spc="0" dirty="0">
                          <a:solidFill>
                            <a:schemeClr val="tx1"/>
                          </a:solidFill>
                          <a:latin typeface="+mn-lt"/>
                          <a:cs typeface="On Air" panose="020F0503030404020204" pitchFamily="34" charset="77"/>
                        </a:rPr>
                        <a:t>o2</a:t>
                      </a:r>
                      <a:br>
                        <a:rPr lang="en-GB" sz="900" b="0" i="0" spc="0" dirty="0">
                          <a:solidFill>
                            <a:schemeClr val="tx1"/>
                          </a:solidFill>
                          <a:latin typeface="+mn-lt"/>
                          <a:cs typeface="On Air" panose="020F0503030404020204" pitchFamily="34" charset="77"/>
                        </a:rPr>
                      </a:br>
                      <a:r>
                        <a:rPr lang="en-GB" sz="900" b="0" i="0" spc="0" dirty="0">
                          <a:solidFill>
                            <a:schemeClr val="tx1"/>
                          </a:solidFill>
                          <a:latin typeface="+mn-lt"/>
                          <a:cs typeface="On Air" panose="020F0503030404020204" pitchFamily="34" charset="77"/>
                        </a:rPr>
                        <a:t>Light Blue</a:t>
                      </a:r>
                      <a:endParaRPr sz="900" b="0" i="0" spc="0" dirty="0">
                        <a:solidFill>
                          <a:schemeClr val="tx1"/>
                        </a:solidFill>
                        <a:latin typeface="+mn-lt"/>
                        <a:cs typeface="On Air" panose="020F0503030404020204" pitchFamily="34" charset="77"/>
                      </a:endParaRPr>
                    </a:p>
                  </a:txBody>
                  <a:tcPr marL="0" marR="0" marT="0" marB="0"/>
                </a:tc>
                <a:tc>
                  <a:txBody>
                    <a:bodyPr/>
                    <a:lstStyle/>
                    <a:p>
                      <a:pPr marR="60325" algn="l">
                        <a:lnSpc>
                          <a:spcPct val="100000"/>
                        </a:lnSpc>
                      </a:pPr>
                      <a:r>
                        <a:rPr lang="de-DE" sz="900" b="0" i="0" spc="0" dirty="0">
                          <a:solidFill>
                            <a:schemeClr val="tx1"/>
                          </a:solidFill>
                          <a:latin typeface="+mn-lt"/>
                          <a:cs typeface="On Air" panose="020F0503030404020204" pitchFamily="34" charset="77"/>
                        </a:rPr>
                        <a:t>o2</a:t>
                      </a:r>
                      <a:br>
                        <a:rPr lang="en-GB" sz="900" b="0" i="0" spc="0" dirty="0">
                          <a:solidFill>
                            <a:schemeClr val="tx1"/>
                          </a:solidFill>
                          <a:latin typeface="+mn-lt"/>
                          <a:cs typeface="On Air" panose="020F0503030404020204" pitchFamily="34" charset="77"/>
                        </a:rPr>
                      </a:br>
                      <a:r>
                        <a:rPr lang="en-GB" sz="900" b="0" i="0" spc="0" dirty="0">
                          <a:solidFill>
                            <a:schemeClr val="tx1"/>
                          </a:solidFill>
                          <a:latin typeface="+mn-lt"/>
                          <a:cs typeface="On Air" panose="020F0503030404020204" pitchFamily="34" charset="77"/>
                        </a:rPr>
                        <a:t>Orange</a:t>
                      </a:r>
                      <a:endParaRPr sz="900" b="0" i="0" spc="0" dirty="0">
                        <a:solidFill>
                          <a:schemeClr val="tx1"/>
                        </a:solidFill>
                        <a:latin typeface="+mn-lt"/>
                        <a:cs typeface="On Air" panose="020F0503030404020204" pitchFamily="34" charset="77"/>
                      </a:endParaRPr>
                    </a:p>
                  </a:txBody>
                  <a:tcPr marL="0" marR="0" marT="0" marB="0"/>
                </a:tc>
                <a:tc>
                  <a:txBody>
                    <a:bodyPr/>
                    <a:lstStyle/>
                    <a:p>
                      <a:pPr marL="4763" indent="0" algn="l">
                        <a:lnSpc>
                          <a:spcPct val="100000"/>
                        </a:lnSpc>
                        <a:tabLst/>
                      </a:pPr>
                      <a:r>
                        <a:rPr lang="de-DE" sz="900" b="0" i="0" spc="0" dirty="0">
                          <a:solidFill>
                            <a:schemeClr val="tx1"/>
                          </a:solidFill>
                          <a:latin typeface="+mn-lt"/>
                          <a:cs typeface="On Air" panose="020F0503030404020204" pitchFamily="34" charset="77"/>
                        </a:rPr>
                        <a:t>o2</a:t>
                      </a:r>
                      <a:br>
                        <a:rPr lang="en-GB" sz="900" b="0" i="0" spc="0" dirty="0">
                          <a:solidFill>
                            <a:schemeClr val="tx1"/>
                          </a:solidFill>
                          <a:latin typeface="+mn-lt"/>
                          <a:cs typeface="On Air" panose="020F0503030404020204" pitchFamily="34" charset="77"/>
                        </a:rPr>
                      </a:br>
                      <a:r>
                        <a:rPr lang="en-GB" sz="900" b="0" i="0" spc="0" dirty="0">
                          <a:solidFill>
                            <a:schemeClr val="tx1"/>
                          </a:solidFill>
                          <a:latin typeface="+mn-lt"/>
                          <a:cs typeface="On Air" panose="020F0503030404020204" pitchFamily="34" charset="77"/>
                        </a:rPr>
                        <a:t>Lila</a:t>
                      </a:r>
                      <a:endParaRPr sz="900" b="0" i="0" spc="0" dirty="0">
                        <a:solidFill>
                          <a:schemeClr val="tx1"/>
                        </a:solidFill>
                        <a:latin typeface="+mn-lt"/>
                        <a:cs typeface="On Air" panose="020F0503030404020204" pitchFamily="34" charset="77"/>
                      </a:endParaRPr>
                    </a:p>
                  </a:txBody>
                  <a:tcPr marL="0" marR="0" marT="0" marB="0"/>
                </a:tc>
                <a:tc>
                  <a:txBody>
                    <a:bodyPr/>
                    <a:lstStyle/>
                    <a:p>
                      <a:pPr marL="4763" indent="0" algn="l">
                        <a:lnSpc>
                          <a:spcPct val="100000"/>
                        </a:lnSpc>
                        <a:spcAft>
                          <a:spcPts val="0"/>
                        </a:spcAft>
                        <a:tabLst/>
                      </a:pPr>
                      <a:r>
                        <a:rPr lang="de-DE" sz="900" b="0" i="0" spc="0" dirty="0">
                          <a:solidFill>
                            <a:schemeClr val="tx1"/>
                          </a:solidFill>
                          <a:latin typeface="+mn-lt"/>
                          <a:cs typeface="On Air" panose="020F0503030404020204" pitchFamily="34" charset="77"/>
                        </a:rPr>
                        <a:t>o2</a:t>
                      </a:r>
                      <a:r>
                        <a:rPr lang="en-GB" sz="900" b="0" i="0" spc="0" dirty="0">
                          <a:solidFill>
                            <a:schemeClr val="tx1"/>
                          </a:solidFill>
                          <a:latin typeface="+mn-lt"/>
                          <a:cs typeface="On Air" panose="020F0503030404020204" pitchFamily="34" charset="77"/>
                        </a:rPr>
                        <a:t> </a:t>
                      </a:r>
                    </a:p>
                    <a:p>
                      <a:pPr marL="4763" indent="0" algn="l">
                        <a:lnSpc>
                          <a:spcPct val="100000"/>
                        </a:lnSpc>
                        <a:spcAft>
                          <a:spcPts val="0"/>
                        </a:spcAft>
                        <a:tabLst/>
                      </a:pPr>
                      <a:r>
                        <a:rPr lang="en-GB" sz="900" b="0" i="0" spc="0" dirty="0">
                          <a:solidFill>
                            <a:schemeClr val="tx1"/>
                          </a:solidFill>
                          <a:latin typeface="+mn-lt"/>
                          <a:cs typeface="On Air" panose="020F0503030404020204" pitchFamily="34" charset="77"/>
                        </a:rPr>
                        <a:t>Green</a:t>
                      </a:r>
                      <a:endParaRPr sz="900" b="0" i="0" spc="0" dirty="0">
                        <a:solidFill>
                          <a:schemeClr val="tx1"/>
                        </a:solidFill>
                        <a:latin typeface="+mn-lt"/>
                        <a:cs typeface="On Air" panose="020F0503030404020204" pitchFamily="34" charset="77"/>
                      </a:endParaRPr>
                    </a:p>
                  </a:txBody>
                  <a:tcPr marL="0" marR="0" marT="0" marB="0"/>
                </a:tc>
                <a:tc>
                  <a:txBody>
                    <a:bodyPr/>
                    <a:lstStyle/>
                    <a:p>
                      <a:pPr marR="24130" algn="l">
                        <a:lnSpc>
                          <a:spcPct val="100000"/>
                        </a:lnSpc>
                      </a:pPr>
                      <a:r>
                        <a:rPr lang="de-DE" sz="900" b="0" i="0" spc="0" dirty="0">
                          <a:solidFill>
                            <a:schemeClr val="tx1"/>
                          </a:solidFill>
                          <a:latin typeface="+mn-lt"/>
                          <a:cs typeface="On Air" panose="020F0503030404020204" pitchFamily="34" charset="77"/>
                        </a:rPr>
                        <a:t>o2</a:t>
                      </a:r>
                      <a:br>
                        <a:rPr lang="en-GB" sz="900" b="0" i="0" spc="0" dirty="0">
                          <a:solidFill>
                            <a:schemeClr val="tx1"/>
                          </a:solidFill>
                          <a:latin typeface="+mn-lt"/>
                          <a:cs typeface="On Air" panose="020F0503030404020204" pitchFamily="34" charset="77"/>
                        </a:rPr>
                      </a:br>
                      <a:r>
                        <a:rPr lang="en-GB" sz="900" b="0" i="0" spc="0" dirty="0">
                          <a:solidFill>
                            <a:schemeClr val="tx1"/>
                          </a:solidFill>
                          <a:latin typeface="+mn-lt"/>
                          <a:cs typeface="On Air" panose="020F0503030404020204" pitchFamily="34" charset="77"/>
                        </a:rPr>
                        <a:t>Red</a:t>
                      </a:r>
                      <a:endParaRPr sz="900" b="0" i="0" spc="0" dirty="0">
                        <a:solidFill>
                          <a:schemeClr val="tx1"/>
                        </a:solidFill>
                        <a:latin typeface="+mn-lt"/>
                        <a:cs typeface="On Air" panose="020F0503030404020204" pitchFamily="34" charset="77"/>
                      </a:endParaRPr>
                    </a:p>
                  </a:txBody>
                  <a:tcPr marL="0" marR="0" marT="0" marB="0"/>
                </a:tc>
                <a:extLst>
                  <a:ext uri="{0D108BD9-81ED-4DB2-BD59-A6C34878D82A}">
                    <a16:rowId xmlns:a16="http://schemas.microsoft.com/office/drawing/2014/main" val="10000"/>
                  </a:ext>
                </a:extLst>
              </a:tr>
            </a:tbl>
          </a:graphicData>
        </a:graphic>
      </p:graphicFrame>
      <p:graphicFrame>
        <p:nvGraphicFramePr>
          <p:cNvPr id="17" name="object 2">
            <a:extLst>
              <a:ext uri="{FF2B5EF4-FFF2-40B4-BE49-F238E27FC236}">
                <a16:creationId xmlns:a16="http://schemas.microsoft.com/office/drawing/2014/main" id="{3B97BA24-2FA0-5D0D-BB66-6DCC5EF65878}"/>
              </a:ext>
            </a:extLst>
          </p:cNvPr>
          <p:cNvGraphicFramePr>
            <a:graphicFrameLocks noGrp="1"/>
          </p:cNvGraphicFramePr>
          <p:nvPr>
            <p:extLst>
              <p:ext uri="{D42A27DB-BD31-4B8C-83A1-F6EECF244321}">
                <p14:modId xmlns:p14="http://schemas.microsoft.com/office/powerpoint/2010/main" val="2735053481"/>
              </p:ext>
            </p:extLst>
          </p:nvPr>
        </p:nvGraphicFramePr>
        <p:xfrm>
          <a:off x="3382963" y="2711277"/>
          <a:ext cx="8226424" cy="647700"/>
        </p:xfrm>
        <a:graphic>
          <a:graphicData uri="http://schemas.openxmlformats.org/drawingml/2006/table">
            <a:tbl>
              <a:tblPr firstRow="1" bandRow="1">
                <a:tableStyleId>{2D5ABB26-0587-4C30-8999-92F81FD0307C}</a:tableStyleId>
              </a:tblPr>
              <a:tblGrid>
                <a:gridCol w="837525">
                  <a:extLst>
                    <a:ext uri="{9D8B030D-6E8A-4147-A177-3AD203B41FA5}">
                      <a16:colId xmlns:a16="http://schemas.microsoft.com/office/drawing/2014/main" val="20000"/>
                    </a:ext>
                  </a:extLst>
                </a:gridCol>
                <a:gridCol w="838448">
                  <a:extLst>
                    <a:ext uri="{9D8B030D-6E8A-4147-A177-3AD203B41FA5}">
                      <a16:colId xmlns:a16="http://schemas.microsoft.com/office/drawing/2014/main" val="20001"/>
                    </a:ext>
                  </a:extLst>
                </a:gridCol>
                <a:gridCol w="822324">
                  <a:extLst>
                    <a:ext uri="{9D8B030D-6E8A-4147-A177-3AD203B41FA5}">
                      <a16:colId xmlns:a16="http://schemas.microsoft.com/office/drawing/2014/main" val="20002"/>
                    </a:ext>
                  </a:extLst>
                </a:gridCol>
                <a:gridCol w="843822">
                  <a:extLst>
                    <a:ext uri="{9D8B030D-6E8A-4147-A177-3AD203B41FA5}">
                      <a16:colId xmlns:a16="http://schemas.microsoft.com/office/drawing/2014/main" val="20003"/>
                    </a:ext>
                  </a:extLst>
                </a:gridCol>
                <a:gridCol w="843822">
                  <a:extLst>
                    <a:ext uri="{9D8B030D-6E8A-4147-A177-3AD203B41FA5}">
                      <a16:colId xmlns:a16="http://schemas.microsoft.com/office/drawing/2014/main" val="20004"/>
                    </a:ext>
                  </a:extLst>
                </a:gridCol>
                <a:gridCol w="809704">
                  <a:extLst>
                    <a:ext uri="{9D8B030D-6E8A-4147-A177-3AD203B41FA5}">
                      <a16:colId xmlns:a16="http://schemas.microsoft.com/office/drawing/2014/main" val="20005"/>
                    </a:ext>
                  </a:extLst>
                </a:gridCol>
                <a:gridCol w="863919">
                  <a:extLst>
                    <a:ext uri="{9D8B030D-6E8A-4147-A177-3AD203B41FA5}">
                      <a16:colId xmlns:a16="http://schemas.microsoft.com/office/drawing/2014/main" val="20006"/>
                    </a:ext>
                  </a:extLst>
                </a:gridCol>
                <a:gridCol w="825595">
                  <a:extLst>
                    <a:ext uri="{9D8B030D-6E8A-4147-A177-3AD203B41FA5}">
                      <a16:colId xmlns:a16="http://schemas.microsoft.com/office/drawing/2014/main" val="20007"/>
                    </a:ext>
                  </a:extLst>
                </a:gridCol>
                <a:gridCol w="843822">
                  <a:extLst>
                    <a:ext uri="{9D8B030D-6E8A-4147-A177-3AD203B41FA5}">
                      <a16:colId xmlns:a16="http://schemas.microsoft.com/office/drawing/2014/main" val="20008"/>
                    </a:ext>
                  </a:extLst>
                </a:gridCol>
                <a:gridCol w="697443">
                  <a:extLst>
                    <a:ext uri="{9D8B030D-6E8A-4147-A177-3AD203B41FA5}">
                      <a16:colId xmlns:a16="http://schemas.microsoft.com/office/drawing/2014/main" val="20009"/>
                    </a:ext>
                  </a:extLst>
                </a:gridCol>
              </a:tblGrid>
              <a:tr h="537210">
                <a:tc>
                  <a:txBody>
                    <a:bodyPr/>
                    <a:lstStyle/>
                    <a:p>
                      <a:pPr marL="4763" indent="0" algn="l">
                        <a:lnSpc>
                          <a:spcPts val="1295"/>
                        </a:lnSpc>
                        <a:tabLst/>
                      </a:pPr>
                      <a:r>
                        <a:rPr sz="1200" b="0" i="0" spc="0" baseline="0" dirty="0">
                          <a:solidFill>
                            <a:schemeClr val="tx1"/>
                          </a:solidFill>
                          <a:latin typeface="+mn-lt"/>
                          <a:cs typeface="On Air" panose="020F0503030404020204" pitchFamily="34" charset="77"/>
                        </a:rPr>
                        <a:t>R2</a:t>
                      </a:r>
                      <a:r>
                        <a:rPr lang="en-GB" sz="1200" b="0" i="0" spc="0" baseline="0" dirty="0">
                          <a:solidFill>
                            <a:schemeClr val="tx1"/>
                          </a:solidFill>
                          <a:latin typeface="+mn-lt"/>
                          <a:cs typeface="On Air" panose="020F0503030404020204" pitchFamily="34" charset="77"/>
                        </a:rPr>
                        <a:t>3</a:t>
                      </a:r>
                      <a:r>
                        <a:rPr sz="1200" b="0" i="0" spc="0" baseline="0" dirty="0">
                          <a:solidFill>
                            <a:schemeClr val="tx1"/>
                          </a:solidFill>
                          <a:latin typeface="+mn-lt"/>
                          <a:cs typeface="On Air" panose="020F0503030404020204" pitchFamily="34" charset="77"/>
                        </a:rPr>
                        <a:t>5</a:t>
                      </a:r>
                    </a:p>
                    <a:p>
                      <a:pPr marL="4763" indent="0" algn="l">
                        <a:lnSpc>
                          <a:spcPts val="1340"/>
                        </a:lnSpc>
                        <a:tabLst/>
                      </a:pPr>
                      <a:r>
                        <a:rPr sz="1200" b="0" i="0" spc="0" baseline="0" dirty="0">
                          <a:solidFill>
                            <a:schemeClr val="tx1"/>
                          </a:solidFill>
                          <a:latin typeface="+mn-lt"/>
                          <a:cs typeface="On Air" panose="020F0503030404020204" pitchFamily="34" charset="77"/>
                        </a:rPr>
                        <a:t>G2</a:t>
                      </a:r>
                      <a:r>
                        <a:rPr lang="en-GB" sz="1200" b="0" i="0" spc="0" baseline="0" dirty="0">
                          <a:solidFill>
                            <a:schemeClr val="tx1"/>
                          </a:solidFill>
                          <a:latin typeface="+mn-lt"/>
                          <a:cs typeface="On Air" panose="020F0503030404020204" pitchFamily="34" charset="77"/>
                        </a:rPr>
                        <a:t>3</a:t>
                      </a:r>
                      <a:r>
                        <a:rPr sz="1200" b="0" i="0" spc="0" baseline="0" dirty="0">
                          <a:solidFill>
                            <a:schemeClr val="tx1"/>
                          </a:solidFill>
                          <a:latin typeface="+mn-lt"/>
                          <a:cs typeface="On Air" panose="020F0503030404020204" pitchFamily="34" charset="77"/>
                        </a:rPr>
                        <a:t>5</a:t>
                      </a:r>
                    </a:p>
                    <a:p>
                      <a:pPr marL="4763" indent="0" algn="l">
                        <a:lnSpc>
                          <a:spcPts val="1295"/>
                        </a:lnSpc>
                        <a:tabLst/>
                      </a:pPr>
                      <a:r>
                        <a:rPr sz="1200" b="0" i="0" spc="0" baseline="0" dirty="0">
                          <a:solidFill>
                            <a:schemeClr val="tx1"/>
                          </a:solidFill>
                          <a:latin typeface="+mn-lt"/>
                          <a:cs typeface="On Air" panose="020F0503030404020204" pitchFamily="34" charset="77"/>
                        </a:rPr>
                        <a:t>B2</a:t>
                      </a:r>
                      <a:r>
                        <a:rPr lang="en-GB" sz="1200" b="0" i="0" spc="0" baseline="0" dirty="0">
                          <a:solidFill>
                            <a:schemeClr val="tx1"/>
                          </a:solidFill>
                          <a:latin typeface="+mn-lt"/>
                          <a:cs typeface="On Air" panose="020F0503030404020204" pitchFamily="34" charset="77"/>
                        </a:rPr>
                        <a:t>3</a:t>
                      </a:r>
                      <a:r>
                        <a:rPr sz="1200" b="0" i="0" spc="0" baseline="0" dirty="0">
                          <a:solidFill>
                            <a:schemeClr val="tx1"/>
                          </a:solidFill>
                          <a:latin typeface="+mn-lt"/>
                          <a:cs typeface="On Air" panose="020F0503030404020204" pitchFamily="34" charset="77"/>
                        </a:rPr>
                        <a:t>5</a:t>
                      </a:r>
                    </a:p>
                  </a:txBody>
                  <a:tcPr marL="0" marR="0" marT="0" marB="0"/>
                </a:tc>
                <a:tc>
                  <a:txBody>
                    <a:bodyPr/>
                    <a:lstStyle/>
                    <a:p>
                      <a:pPr marL="4763" indent="0" algn="l">
                        <a:lnSpc>
                          <a:spcPts val="1295"/>
                        </a:lnSpc>
                        <a:tabLst/>
                      </a:pPr>
                      <a:r>
                        <a:rPr sz="1200" b="0" i="0" spc="0" baseline="0" dirty="0">
                          <a:solidFill>
                            <a:schemeClr val="tx1"/>
                          </a:solidFill>
                          <a:latin typeface="+mn-lt"/>
                          <a:cs typeface="On Air" panose="020F0503030404020204" pitchFamily="34" charset="77"/>
                        </a:rPr>
                        <a:t>R</a:t>
                      </a:r>
                      <a:r>
                        <a:rPr lang="en-GB" sz="1200" b="0" i="0" spc="0" baseline="0" dirty="0">
                          <a:solidFill>
                            <a:schemeClr val="tx1"/>
                          </a:solidFill>
                          <a:latin typeface="+mn-lt"/>
                          <a:cs typeface="On Air" panose="020F0503030404020204" pitchFamily="34" charset="77"/>
                        </a:rPr>
                        <a:t>0</a:t>
                      </a:r>
                      <a:endParaRPr sz="1200" b="0" i="0" spc="0" baseline="0" dirty="0">
                        <a:solidFill>
                          <a:schemeClr val="tx1"/>
                        </a:solidFill>
                        <a:latin typeface="+mn-lt"/>
                        <a:cs typeface="On Air" panose="020F0503030404020204" pitchFamily="34" charset="77"/>
                      </a:endParaRPr>
                    </a:p>
                    <a:p>
                      <a:pPr marL="4763" indent="0" algn="l">
                        <a:lnSpc>
                          <a:spcPts val="1340"/>
                        </a:lnSpc>
                        <a:tabLst/>
                      </a:pPr>
                      <a:r>
                        <a:rPr sz="1200" b="0" i="0" spc="0" baseline="0" dirty="0">
                          <a:solidFill>
                            <a:schemeClr val="tx1"/>
                          </a:solidFill>
                          <a:latin typeface="+mn-lt"/>
                          <a:cs typeface="On Air" panose="020F0503030404020204" pitchFamily="34" charset="77"/>
                        </a:rPr>
                        <a:t>G</a:t>
                      </a:r>
                      <a:r>
                        <a:rPr lang="en-GB" sz="1200" b="0" i="0" spc="0" baseline="0" dirty="0">
                          <a:solidFill>
                            <a:schemeClr val="tx1"/>
                          </a:solidFill>
                          <a:latin typeface="+mn-lt"/>
                          <a:cs typeface="On Air" panose="020F0503030404020204" pitchFamily="34" charset="77"/>
                        </a:rPr>
                        <a:t>0</a:t>
                      </a:r>
                      <a:endParaRPr sz="1200" b="0" i="0" spc="0" baseline="0" dirty="0">
                        <a:solidFill>
                          <a:schemeClr val="tx1"/>
                        </a:solidFill>
                        <a:latin typeface="+mn-lt"/>
                        <a:cs typeface="On Air" panose="020F0503030404020204" pitchFamily="34" charset="77"/>
                      </a:endParaRPr>
                    </a:p>
                    <a:p>
                      <a:pPr marL="4763" indent="0" algn="l">
                        <a:lnSpc>
                          <a:spcPts val="1295"/>
                        </a:lnSpc>
                        <a:tabLst/>
                      </a:pPr>
                      <a:r>
                        <a:rPr sz="1200" b="0" i="0" spc="0" baseline="0" dirty="0">
                          <a:solidFill>
                            <a:schemeClr val="tx1"/>
                          </a:solidFill>
                          <a:latin typeface="+mn-lt"/>
                          <a:cs typeface="On Air" panose="020F0503030404020204" pitchFamily="34" charset="77"/>
                        </a:rPr>
                        <a:t>B</a:t>
                      </a:r>
                      <a:r>
                        <a:rPr lang="en-GB" sz="1200" b="0" i="0" spc="0" baseline="0" dirty="0">
                          <a:solidFill>
                            <a:schemeClr val="tx1"/>
                          </a:solidFill>
                          <a:latin typeface="+mn-lt"/>
                          <a:cs typeface="On Air" panose="020F0503030404020204" pitchFamily="34" charset="77"/>
                        </a:rPr>
                        <a:t>30</a:t>
                      </a:r>
                      <a:endParaRPr sz="1200" b="0" i="0" spc="0" baseline="0" dirty="0">
                        <a:solidFill>
                          <a:schemeClr val="tx1"/>
                        </a:solidFill>
                        <a:latin typeface="+mn-lt"/>
                        <a:cs typeface="On Air" panose="020F0503030404020204" pitchFamily="34" charset="77"/>
                      </a:endParaRPr>
                    </a:p>
                  </a:txBody>
                  <a:tcPr marL="0" marR="0" marT="0" marB="0"/>
                </a:tc>
                <a:tc>
                  <a:txBody>
                    <a:bodyPr/>
                    <a:lstStyle/>
                    <a:p>
                      <a:pPr marR="230504" algn="l">
                        <a:lnSpc>
                          <a:spcPts val="1295"/>
                        </a:lnSpc>
                      </a:pPr>
                      <a:r>
                        <a:rPr sz="1200" b="0" i="0" spc="0" baseline="0">
                          <a:solidFill>
                            <a:schemeClr val="tx1"/>
                          </a:solidFill>
                          <a:latin typeface="+mn-lt"/>
                          <a:cs typeface="On Air" panose="020F0503030404020204" pitchFamily="34" charset="77"/>
                        </a:rPr>
                        <a:t>R</a:t>
                      </a:r>
                      <a:r>
                        <a:rPr lang="en-GB" sz="1200" b="0" i="0" spc="0" baseline="0">
                          <a:solidFill>
                            <a:schemeClr val="tx1"/>
                          </a:solidFill>
                          <a:latin typeface="+mn-lt"/>
                          <a:cs typeface="On Air" panose="020F0503030404020204" pitchFamily="34" charset="77"/>
                        </a:rPr>
                        <a:t>243</a:t>
                      </a:r>
                      <a:endParaRPr sz="1200" b="0" i="0" spc="0" baseline="0">
                        <a:solidFill>
                          <a:schemeClr val="tx1"/>
                        </a:solidFill>
                        <a:latin typeface="+mn-lt"/>
                        <a:cs typeface="On Air" panose="020F0503030404020204" pitchFamily="34" charset="77"/>
                      </a:endParaRPr>
                    </a:p>
                    <a:p>
                      <a:pPr marR="221615" algn="l">
                        <a:lnSpc>
                          <a:spcPts val="1340"/>
                        </a:lnSpc>
                      </a:pPr>
                      <a:r>
                        <a:rPr sz="1200" b="0" i="0" spc="0" baseline="0">
                          <a:solidFill>
                            <a:schemeClr val="tx1"/>
                          </a:solidFill>
                          <a:latin typeface="+mn-lt"/>
                          <a:cs typeface="On Air" panose="020F0503030404020204" pitchFamily="34" charset="77"/>
                        </a:rPr>
                        <a:t>G</a:t>
                      </a:r>
                      <a:r>
                        <a:rPr lang="en-GB" sz="1200" b="0" i="0" spc="0" baseline="0">
                          <a:solidFill>
                            <a:schemeClr val="tx1"/>
                          </a:solidFill>
                          <a:latin typeface="+mn-lt"/>
                          <a:cs typeface="On Air" panose="020F0503030404020204" pitchFamily="34" charset="77"/>
                        </a:rPr>
                        <a:t>243</a:t>
                      </a:r>
                      <a:endParaRPr sz="1200" b="0" i="0" spc="0" baseline="0">
                        <a:solidFill>
                          <a:schemeClr val="tx1"/>
                        </a:solidFill>
                        <a:latin typeface="+mn-lt"/>
                        <a:cs typeface="On Air" panose="020F0503030404020204" pitchFamily="34" charset="77"/>
                      </a:endParaRPr>
                    </a:p>
                    <a:p>
                      <a:pPr marR="231140" algn="l">
                        <a:lnSpc>
                          <a:spcPts val="1295"/>
                        </a:lnSpc>
                      </a:pPr>
                      <a:r>
                        <a:rPr sz="1200" b="0" i="0" spc="0" baseline="0">
                          <a:solidFill>
                            <a:schemeClr val="tx1"/>
                          </a:solidFill>
                          <a:latin typeface="+mn-lt"/>
                          <a:cs typeface="On Air" panose="020F0503030404020204" pitchFamily="34" charset="77"/>
                        </a:rPr>
                        <a:t>B</a:t>
                      </a:r>
                      <a:r>
                        <a:rPr lang="en-GB" sz="1200" b="0" i="0" spc="0" baseline="0">
                          <a:solidFill>
                            <a:schemeClr val="tx1"/>
                          </a:solidFill>
                          <a:latin typeface="+mn-lt"/>
                          <a:cs typeface="On Air" panose="020F0503030404020204" pitchFamily="34" charset="77"/>
                        </a:rPr>
                        <a:t>245</a:t>
                      </a:r>
                      <a:endParaRPr sz="1200" b="0" i="0" spc="0" baseline="0">
                        <a:solidFill>
                          <a:schemeClr val="tx1"/>
                        </a:solidFill>
                        <a:latin typeface="+mn-lt"/>
                        <a:cs typeface="On Air" panose="020F0503030404020204" pitchFamily="34" charset="77"/>
                      </a:endParaRPr>
                    </a:p>
                  </a:txBody>
                  <a:tcPr marL="0" marR="0" marT="0" marB="0"/>
                </a:tc>
                <a:tc>
                  <a:txBody>
                    <a:bodyPr/>
                    <a:lstStyle/>
                    <a:p>
                      <a:pPr marR="36195" algn="l">
                        <a:lnSpc>
                          <a:spcPts val="1295"/>
                        </a:lnSpc>
                      </a:pPr>
                      <a:r>
                        <a:rPr sz="1200" b="0" i="0" spc="0" baseline="0">
                          <a:solidFill>
                            <a:schemeClr val="tx1"/>
                          </a:solidFill>
                          <a:latin typeface="+mn-lt"/>
                          <a:cs typeface="On Air" panose="020F0503030404020204" pitchFamily="34" charset="77"/>
                        </a:rPr>
                        <a:t>R</a:t>
                      </a:r>
                      <a:r>
                        <a:rPr lang="en-GB" sz="1200" b="0" i="0" spc="0" baseline="0">
                          <a:solidFill>
                            <a:schemeClr val="tx1"/>
                          </a:solidFill>
                          <a:latin typeface="+mn-lt"/>
                          <a:cs typeface="On Air" panose="020F0503030404020204" pitchFamily="34" charset="77"/>
                        </a:rPr>
                        <a:t>0</a:t>
                      </a:r>
                      <a:endParaRPr sz="1200" b="0" i="0" spc="0" baseline="0">
                        <a:solidFill>
                          <a:schemeClr val="tx1"/>
                        </a:solidFill>
                        <a:latin typeface="+mn-lt"/>
                        <a:cs typeface="On Air" panose="020F0503030404020204" pitchFamily="34" charset="77"/>
                      </a:endParaRPr>
                    </a:p>
                    <a:p>
                      <a:pPr marR="31750" algn="l">
                        <a:lnSpc>
                          <a:spcPts val="1340"/>
                        </a:lnSpc>
                      </a:pPr>
                      <a:r>
                        <a:rPr sz="1200" b="0" i="0" spc="0" baseline="0">
                          <a:solidFill>
                            <a:schemeClr val="tx1"/>
                          </a:solidFill>
                          <a:latin typeface="+mn-lt"/>
                          <a:cs typeface="On Air" panose="020F0503030404020204" pitchFamily="34" charset="77"/>
                        </a:rPr>
                        <a:t>G</a:t>
                      </a:r>
                      <a:r>
                        <a:rPr lang="en-GB" sz="1200" b="0" i="0" spc="0" baseline="0">
                          <a:solidFill>
                            <a:schemeClr val="tx1"/>
                          </a:solidFill>
                          <a:latin typeface="+mn-lt"/>
                          <a:cs typeface="On Air" panose="020F0503030404020204" pitchFamily="34" charset="77"/>
                        </a:rPr>
                        <a:t>80</a:t>
                      </a:r>
                      <a:endParaRPr sz="1200" b="0" i="0" spc="0" baseline="0">
                        <a:solidFill>
                          <a:schemeClr val="tx1"/>
                        </a:solidFill>
                        <a:latin typeface="+mn-lt"/>
                        <a:cs typeface="On Air" panose="020F0503030404020204" pitchFamily="34" charset="77"/>
                      </a:endParaRPr>
                    </a:p>
                    <a:p>
                      <a:pPr marR="42545" algn="l">
                        <a:lnSpc>
                          <a:spcPts val="1295"/>
                        </a:lnSpc>
                      </a:pPr>
                      <a:r>
                        <a:rPr sz="1200" b="0" i="0" spc="0" baseline="0">
                          <a:solidFill>
                            <a:schemeClr val="tx1"/>
                          </a:solidFill>
                          <a:latin typeface="+mn-lt"/>
                          <a:cs typeface="On Air" panose="020F0503030404020204" pitchFamily="34" charset="77"/>
                        </a:rPr>
                        <a:t>B</a:t>
                      </a:r>
                      <a:r>
                        <a:rPr lang="en-GB" sz="1200" b="0" i="0" spc="0" baseline="0">
                          <a:solidFill>
                            <a:schemeClr val="tx1"/>
                          </a:solidFill>
                          <a:latin typeface="+mn-lt"/>
                          <a:cs typeface="On Air" panose="020F0503030404020204" pitchFamily="34" charset="77"/>
                        </a:rPr>
                        <a:t>255</a:t>
                      </a:r>
                      <a:endParaRPr sz="1200" b="0" i="0" spc="0" baseline="0">
                        <a:solidFill>
                          <a:schemeClr val="tx1"/>
                        </a:solidFill>
                        <a:latin typeface="+mn-lt"/>
                        <a:cs typeface="On Air" panose="020F0503030404020204" pitchFamily="34" charset="77"/>
                      </a:endParaRPr>
                    </a:p>
                  </a:txBody>
                  <a:tcPr marL="0" marR="0" marT="0" marB="0"/>
                </a:tc>
                <a:tc>
                  <a:txBody>
                    <a:bodyPr/>
                    <a:lstStyle/>
                    <a:p>
                      <a:pPr marL="4763" indent="0" algn="l">
                        <a:lnSpc>
                          <a:spcPts val="1295"/>
                        </a:lnSpc>
                        <a:tabLst/>
                      </a:pPr>
                      <a:r>
                        <a:rPr sz="1200" b="0" i="0" spc="0" baseline="0">
                          <a:solidFill>
                            <a:schemeClr val="tx1"/>
                          </a:solidFill>
                          <a:latin typeface="+mn-lt"/>
                          <a:cs typeface="On Air" panose="020F0503030404020204" pitchFamily="34" charset="77"/>
                        </a:rPr>
                        <a:t>R</a:t>
                      </a:r>
                      <a:r>
                        <a:rPr lang="en-GB" sz="1200" b="0" i="0" spc="0" baseline="0">
                          <a:solidFill>
                            <a:schemeClr val="tx1"/>
                          </a:solidFill>
                          <a:latin typeface="+mn-lt"/>
                          <a:cs typeface="On Air" panose="020F0503030404020204" pitchFamily="34" charset="77"/>
                        </a:rPr>
                        <a:t>0</a:t>
                      </a:r>
                      <a:endParaRPr sz="1200" b="0" i="0" spc="0" baseline="0">
                        <a:solidFill>
                          <a:schemeClr val="tx1"/>
                        </a:solidFill>
                        <a:latin typeface="+mn-lt"/>
                        <a:cs typeface="On Air" panose="020F0503030404020204" pitchFamily="34" charset="77"/>
                      </a:endParaRPr>
                    </a:p>
                    <a:p>
                      <a:pPr marL="4763" indent="0" algn="l">
                        <a:lnSpc>
                          <a:spcPts val="1340"/>
                        </a:lnSpc>
                        <a:tabLst/>
                      </a:pPr>
                      <a:r>
                        <a:rPr sz="1200" b="0" i="0" spc="0" baseline="0">
                          <a:solidFill>
                            <a:schemeClr val="tx1"/>
                          </a:solidFill>
                          <a:latin typeface="+mn-lt"/>
                          <a:cs typeface="On Air" panose="020F0503030404020204" pitchFamily="34" charset="77"/>
                        </a:rPr>
                        <a:t>G0</a:t>
                      </a:r>
                    </a:p>
                    <a:p>
                      <a:pPr marL="4763" indent="0" algn="l">
                        <a:lnSpc>
                          <a:spcPts val="1295"/>
                        </a:lnSpc>
                        <a:tabLst/>
                      </a:pPr>
                      <a:r>
                        <a:rPr sz="1200" b="0" i="0" spc="0" baseline="0">
                          <a:solidFill>
                            <a:schemeClr val="tx1"/>
                          </a:solidFill>
                          <a:latin typeface="+mn-lt"/>
                          <a:cs typeface="On Air" panose="020F0503030404020204" pitchFamily="34" charset="77"/>
                        </a:rPr>
                        <a:t>B14</a:t>
                      </a:r>
                      <a:r>
                        <a:rPr lang="en-GB" sz="1200" b="0" i="0" spc="0" baseline="0">
                          <a:solidFill>
                            <a:schemeClr val="tx1"/>
                          </a:solidFill>
                          <a:latin typeface="+mn-lt"/>
                          <a:cs typeface="On Air" panose="020F0503030404020204" pitchFamily="34" charset="77"/>
                        </a:rPr>
                        <a:t>0</a:t>
                      </a:r>
                      <a:endParaRPr sz="1200" b="0" i="0" spc="0" baseline="0">
                        <a:solidFill>
                          <a:schemeClr val="tx1"/>
                        </a:solidFill>
                        <a:latin typeface="+mn-lt"/>
                        <a:cs typeface="On Air" panose="020F0503030404020204" pitchFamily="34" charset="77"/>
                      </a:endParaRPr>
                    </a:p>
                  </a:txBody>
                  <a:tcPr marL="0" marR="0" marT="0" marB="0"/>
                </a:tc>
                <a:tc>
                  <a:txBody>
                    <a:bodyPr/>
                    <a:lstStyle/>
                    <a:p>
                      <a:pPr marL="4763" indent="0" algn="l">
                        <a:lnSpc>
                          <a:spcPts val="1295"/>
                        </a:lnSpc>
                        <a:tabLst/>
                      </a:pPr>
                      <a:r>
                        <a:rPr sz="1200" b="0" i="0" spc="0" baseline="0">
                          <a:solidFill>
                            <a:schemeClr val="tx1"/>
                          </a:solidFill>
                          <a:latin typeface="+mn-lt"/>
                          <a:cs typeface="On Air" panose="020F0503030404020204" pitchFamily="34" charset="77"/>
                        </a:rPr>
                        <a:t>R</a:t>
                      </a:r>
                      <a:r>
                        <a:rPr lang="en-GB" sz="1200" b="0" i="0" spc="0" baseline="0">
                          <a:solidFill>
                            <a:schemeClr val="tx1"/>
                          </a:solidFill>
                          <a:latin typeface="+mn-lt"/>
                          <a:cs typeface="On Air" panose="020F0503030404020204" pitchFamily="34" charset="77"/>
                        </a:rPr>
                        <a:t>130</a:t>
                      </a:r>
                      <a:endParaRPr sz="1200" b="0" i="0" spc="0" baseline="0">
                        <a:solidFill>
                          <a:schemeClr val="tx1"/>
                        </a:solidFill>
                        <a:latin typeface="+mn-lt"/>
                        <a:cs typeface="On Air" panose="020F0503030404020204" pitchFamily="34" charset="77"/>
                      </a:endParaRPr>
                    </a:p>
                    <a:p>
                      <a:pPr marL="4763" indent="0" algn="l">
                        <a:lnSpc>
                          <a:spcPts val="1340"/>
                        </a:lnSpc>
                        <a:tabLst/>
                      </a:pPr>
                      <a:r>
                        <a:rPr sz="1200" b="0" i="0" spc="0" baseline="0">
                          <a:solidFill>
                            <a:schemeClr val="tx1"/>
                          </a:solidFill>
                          <a:latin typeface="+mn-lt"/>
                          <a:cs typeface="On Air" panose="020F0503030404020204" pitchFamily="34" charset="77"/>
                        </a:rPr>
                        <a:t>G</a:t>
                      </a:r>
                      <a:r>
                        <a:rPr lang="en-GB" sz="1200" b="0" i="0" spc="0" baseline="0">
                          <a:solidFill>
                            <a:schemeClr val="tx1"/>
                          </a:solidFill>
                          <a:latin typeface="+mn-lt"/>
                          <a:cs typeface="On Air" panose="020F0503030404020204" pitchFamily="34" charset="77"/>
                        </a:rPr>
                        <a:t>220</a:t>
                      </a:r>
                      <a:endParaRPr sz="1200" b="0" i="0" spc="0" baseline="0">
                        <a:solidFill>
                          <a:schemeClr val="tx1"/>
                        </a:solidFill>
                        <a:latin typeface="+mn-lt"/>
                        <a:cs typeface="On Air" panose="020F0503030404020204" pitchFamily="34" charset="77"/>
                      </a:endParaRPr>
                    </a:p>
                    <a:p>
                      <a:pPr marL="4763" indent="0" algn="l">
                        <a:lnSpc>
                          <a:spcPts val="1295"/>
                        </a:lnSpc>
                        <a:tabLst/>
                      </a:pPr>
                      <a:r>
                        <a:rPr sz="1200" b="0" i="0" spc="0" baseline="0">
                          <a:solidFill>
                            <a:schemeClr val="tx1"/>
                          </a:solidFill>
                          <a:latin typeface="+mn-lt"/>
                          <a:cs typeface="On Air" panose="020F0503030404020204" pitchFamily="34" charset="77"/>
                        </a:rPr>
                        <a:t>B</a:t>
                      </a:r>
                      <a:r>
                        <a:rPr lang="en-GB" sz="1200" b="0" i="0" spc="0" baseline="0">
                          <a:solidFill>
                            <a:schemeClr val="tx1"/>
                          </a:solidFill>
                          <a:latin typeface="+mn-lt"/>
                          <a:cs typeface="On Air" panose="020F0503030404020204" pitchFamily="34" charset="77"/>
                        </a:rPr>
                        <a:t>250</a:t>
                      </a:r>
                      <a:endParaRPr sz="1200" b="0" i="0" spc="0" baseline="0">
                        <a:solidFill>
                          <a:schemeClr val="tx1"/>
                        </a:solidFill>
                        <a:latin typeface="+mn-lt"/>
                        <a:cs typeface="On Air" panose="020F0503030404020204" pitchFamily="34" charset="77"/>
                      </a:endParaRPr>
                    </a:p>
                  </a:txBody>
                  <a:tcPr marL="0" marR="0" marT="0" marB="0"/>
                </a:tc>
                <a:tc>
                  <a:txBody>
                    <a:bodyPr/>
                    <a:lstStyle/>
                    <a:p>
                      <a:pPr marR="60325" algn="l">
                        <a:lnSpc>
                          <a:spcPts val="1295"/>
                        </a:lnSpc>
                      </a:pPr>
                      <a:r>
                        <a:rPr sz="1200" b="0" i="0" spc="0" baseline="0">
                          <a:solidFill>
                            <a:schemeClr val="tx1"/>
                          </a:solidFill>
                          <a:latin typeface="+mn-lt"/>
                          <a:cs typeface="On Air" panose="020F0503030404020204" pitchFamily="34" charset="77"/>
                        </a:rPr>
                        <a:t>R</a:t>
                      </a:r>
                      <a:r>
                        <a:rPr lang="en-GB" sz="1200" b="0" i="0" spc="0" baseline="0">
                          <a:solidFill>
                            <a:schemeClr val="tx1"/>
                          </a:solidFill>
                          <a:latin typeface="+mn-lt"/>
                          <a:cs typeface="On Air" panose="020F0503030404020204" pitchFamily="34" charset="77"/>
                        </a:rPr>
                        <a:t>255</a:t>
                      </a:r>
                      <a:endParaRPr sz="1200" b="0" i="0" spc="0" baseline="0">
                        <a:solidFill>
                          <a:schemeClr val="tx1"/>
                        </a:solidFill>
                        <a:latin typeface="+mn-lt"/>
                        <a:cs typeface="On Air" panose="020F0503030404020204" pitchFamily="34" charset="77"/>
                      </a:endParaRPr>
                    </a:p>
                    <a:p>
                      <a:pPr marR="66040" algn="l">
                        <a:lnSpc>
                          <a:spcPts val="1340"/>
                        </a:lnSpc>
                      </a:pPr>
                      <a:r>
                        <a:rPr sz="1200" b="0" i="0" spc="0" baseline="0">
                          <a:solidFill>
                            <a:schemeClr val="tx1"/>
                          </a:solidFill>
                          <a:latin typeface="+mn-lt"/>
                          <a:cs typeface="On Air" panose="020F0503030404020204" pitchFamily="34" charset="77"/>
                        </a:rPr>
                        <a:t>G</a:t>
                      </a:r>
                      <a:r>
                        <a:rPr lang="en-GB" sz="1200" b="0" i="0" spc="0" baseline="0">
                          <a:solidFill>
                            <a:schemeClr val="tx1"/>
                          </a:solidFill>
                          <a:latin typeface="+mn-lt"/>
                          <a:cs typeface="On Air" panose="020F0503030404020204" pitchFamily="34" charset="77"/>
                        </a:rPr>
                        <a:t>165</a:t>
                      </a:r>
                      <a:endParaRPr sz="1200" b="0" i="0" spc="0" baseline="0">
                        <a:solidFill>
                          <a:schemeClr val="tx1"/>
                        </a:solidFill>
                        <a:latin typeface="+mn-lt"/>
                        <a:cs typeface="On Air" panose="020F0503030404020204" pitchFamily="34" charset="77"/>
                      </a:endParaRPr>
                    </a:p>
                    <a:p>
                      <a:pPr algn="l">
                        <a:lnSpc>
                          <a:spcPts val="1295"/>
                        </a:lnSpc>
                      </a:pPr>
                      <a:r>
                        <a:rPr sz="1200" b="0" i="0" spc="0" baseline="0">
                          <a:solidFill>
                            <a:schemeClr val="tx1"/>
                          </a:solidFill>
                          <a:latin typeface="+mn-lt"/>
                          <a:cs typeface="On Air" panose="020F0503030404020204" pitchFamily="34" charset="77"/>
                        </a:rPr>
                        <a:t>B</a:t>
                      </a:r>
                      <a:r>
                        <a:rPr lang="en-GB" sz="1200" b="0" i="0" spc="0" baseline="0">
                          <a:solidFill>
                            <a:schemeClr val="tx1"/>
                          </a:solidFill>
                          <a:latin typeface="+mn-lt"/>
                          <a:cs typeface="On Air" panose="020F0503030404020204" pitchFamily="34" charset="77"/>
                        </a:rPr>
                        <a:t>90</a:t>
                      </a:r>
                      <a:endParaRPr sz="1200" b="0" i="0" spc="0" baseline="0">
                        <a:solidFill>
                          <a:schemeClr val="tx1"/>
                        </a:solidFill>
                        <a:latin typeface="+mn-lt"/>
                        <a:cs typeface="On Air" panose="020F0503030404020204" pitchFamily="34" charset="77"/>
                      </a:endParaRPr>
                    </a:p>
                  </a:txBody>
                  <a:tcPr marL="0" marR="0" marT="0" marB="0"/>
                </a:tc>
                <a:tc>
                  <a:txBody>
                    <a:bodyPr/>
                    <a:lstStyle/>
                    <a:p>
                      <a:pPr marL="4763" indent="0" algn="l">
                        <a:lnSpc>
                          <a:spcPts val="1295"/>
                        </a:lnSpc>
                        <a:tabLst/>
                      </a:pPr>
                      <a:r>
                        <a:rPr lang="en-GB" sz="1200" b="0" i="0" spc="0" baseline="0">
                          <a:solidFill>
                            <a:schemeClr val="tx1"/>
                          </a:solidFill>
                          <a:latin typeface="+mn-lt"/>
                          <a:cs typeface="On Air" panose="020F0503030404020204" pitchFamily="34" charset="77"/>
                        </a:rPr>
                        <a:t>R160</a:t>
                      </a:r>
                    </a:p>
                    <a:p>
                      <a:pPr marL="4763" indent="0" algn="l">
                        <a:lnSpc>
                          <a:spcPts val="1340"/>
                        </a:lnSpc>
                        <a:tabLst/>
                      </a:pPr>
                      <a:r>
                        <a:rPr lang="en-GB" sz="1200" b="0" i="0" spc="0" baseline="0">
                          <a:solidFill>
                            <a:schemeClr val="tx1"/>
                          </a:solidFill>
                          <a:latin typeface="+mn-lt"/>
                          <a:cs typeface="On Air" panose="020F0503030404020204" pitchFamily="34" charset="77"/>
                        </a:rPr>
                        <a:t>G120</a:t>
                      </a:r>
                    </a:p>
                    <a:p>
                      <a:pPr marL="4763" indent="0" algn="l">
                        <a:lnSpc>
                          <a:spcPts val="1295"/>
                        </a:lnSpc>
                        <a:tabLst/>
                      </a:pPr>
                      <a:r>
                        <a:rPr lang="en-GB" sz="1200" b="0" i="0" spc="0" baseline="0">
                          <a:solidFill>
                            <a:schemeClr val="tx1"/>
                          </a:solidFill>
                          <a:latin typeface="+mn-lt"/>
                          <a:cs typeface="On Air" panose="020F0503030404020204" pitchFamily="34" charset="77"/>
                        </a:rPr>
                        <a:t>B255</a:t>
                      </a:r>
                    </a:p>
                  </a:txBody>
                  <a:tcPr marL="0" marR="0" marT="0" marB="0"/>
                </a:tc>
                <a:tc>
                  <a:txBody>
                    <a:bodyPr/>
                    <a:lstStyle/>
                    <a:p>
                      <a:pPr marR="24130" algn="l">
                        <a:lnSpc>
                          <a:spcPts val="1295"/>
                        </a:lnSpc>
                      </a:pPr>
                      <a:r>
                        <a:rPr lang="en-GB" sz="1200" b="0" i="0" spc="0" baseline="0">
                          <a:solidFill>
                            <a:schemeClr val="tx1"/>
                          </a:solidFill>
                          <a:latin typeface="+mn-lt"/>
                          <a:cs typeface="On Air" panose="020F0503030404020204" pitchFamily="34" charset="77"/>
                        </a:rPr>
                        <a:t>R0</a:t>
                      </a:r>
                    </a:p>
                    <a:p>
                      <a:pPr marR="24130" algn="l">
                        <a:lnSpc>
                          <a:spcPts val="1340"/>
                        </a:lnSpc>
                      </a:pPr>
                      <a:r>
                        <a:rPr lang="en-GB" sz="1200" b="0" i="0" spc="0" baseline="0">
                          <a:solidFill>
                            <a:schemeClr val="tx1"/>
                          </a:solidFill>
                          <a:latin typeface="+mn-lt"/>
                          <a:cs typeface="On Air" panose="020F0503030404020204" pitchFamily="34" charset="77"/>
                        </a:rPr>
                        <a:t>G220</a:t>
                      </a:r>
                    </a:p>
                    <a:p>
                      <a:pPr marR="26670" algn="l">
                        <a:lnSpc>
                          <a:spcPts val="1295"/>
                        </a:lnSpc>
                      </a:pPr>
                      <a:r>
                        <a:rPr lang="en-GB" sz="1200" b="0" i="0" spc="0" baseline="0">
                          <a:solidFill>
                            <a:schemeClr val="tx1"/>
                          </a:solidFill>
                          <a:latin typeface="+mn-lt"/>
                          <a:cs typeface="On Air" panose="020F0503030404020204" pitchFamily="34" charset="77"/>
                        </a:rPr>
                        <a:t>B125</a:t>
                      </a:r>
                    </a:p>
                  </a:txBody>
                  <a:tcPr marL="0" marR="0" marT="0" marB="0"/>
                </a:tc>
                <a:tc>
                  <a:txBody>
                    <a:bodyPr/>
                    <a:lstStyle/>
                    <a:p>
                      <a:pPr marR="24130" algn="l">
                        <a:lnSpc>
                          <a:spcPts val="1295"/>
                        </a:lnSpc>
                      </a:pPr>
                      <a:r>
                        <a:rPr sz="1200" b="0" i="0" spc="0" baseline="0" dirty="0">
                          <a:solidFill>
                            <a:schemeClr val="tx1"/>
                          </a:solidFill>
                          <a:latin typeface="+mn-lt"/>
                          <a:cs typeface="On Air" panose="020F0503030404020204" pitchFamily="34" charset="77"/>
                        </a:rPr>
                        <a:t>R</a:t>
                      </a:r>
                      <a:r>
                        <a:rPr lang="en-GB" sz="1200" b="0" i="0" spc="0" baseline="0" dirty="0">
                          <a:solidFill>
                            <a:schemeClr val="tx1"/>
                          </a:solidFill>
                          <a:latin typeface="+mn-lt"/>
                          <a:cs typeface="On Air" panose="020F0503030404020204" pitchFamily="34" charset="77"/>
                        </a:rPr>
                        <a:t>246</a:t>
                      </a:r>
                    </a:p>
                    <a:p>
                      <a:pPr marR="24130" algn="l">
                        <a:lnSpc>
                          <a:spcPts val="1340"/>
                        </a:lnSpc>
                      </a:pPr>
                      <a:r>
                        <a:rPr sz="1200" b="0" i="0" spc="0" baseline="0" dirty="0">
                          <a:solidFill>
                            <a:schemeClr val="tx1"/>
                          </a:solidFill>
                          <a:latin typeface="+mn-lt"/>
                          <a:cs typeface="On Air" panose="020F0503030404020204" pitchFamily="34" charset="77"/>
                        </a:rPr>
                        <a:t>G</a:t>
                      </a:r>
                      <a:r>
                        <a:rPr lang="en-GB" sz="1200" b="0" i="0" spc="0" baseline="0" dirty="0">
                          <a:solidFill>
                            <a:schemeClr val="tx1"/>
                          </a:solidFill>
                          <a:latin typeface="+mn-lt"/>
                          <a:cs typeface="On Air" panose="020F0503030404020204" pitchFamily="34" charset="77"/>
                        </a:rPr>
                        <a:t>93</a:t>
                      </a:r>
                      <a:endParaRPr sz="1200" b="0" i="0" spc="0" baseline="0" dirty="0">
                        <a:solidFill>
                          <a:schemeClr val="tx1"/>
                        </a:solidFill>
                        <a:latin typeface="+mn-lt"/>
                        <a:cs typeface="On Air" panose="020F0503030404020204" pitchFamily="34" charset="77"/>
                      </a:endParaRPr>
                    </a:p>
                    <a:p>
                      <a:pPr marR="26670" algn="l">
                        <a:lnSpc>
                          <a:spcPts val="1295"/>
                        </a:lnSpc>
                      </a:pPr>
                      <a:r>
                        <a:rPr sz="1200" b="0" i="0" spc="0" baseline="0" dirty="0">
                          <a:solidFill>
                            <a:schemeClr val="tx1"/>
                          </a:solidFill>
                          <a:latin typeface="+mn-lt"/>
                          <a:cs typeface="On Air" panose="020F0503030404020204" pitchFamily="34" charset="77"/>
                        </a:rPr>
                        <a:t>B</a:t>
                      </a:r>
                      <a:r>
                        <a:rPr lang="en-GB" sz="1200" b="0" i="0" spc="0" baseline="0" dirty="0">
                          <a:solidFill>
                            <a:schemeClr val="tx1"/>
                          </a:solidFill>
                          <a:latin typeface="+mn-lt"/>
                          <a:cs typeface="On Air" panose="020F0503030404020204" pitchFamily="34" charset="77"/>
                        </a:rPr>
                        <a:t>124</a:t>
                      </a:r>
                      <a:endParaRPr sz="1200" b="0" i="0" spc="0" baseline="0" dirty="0">
                        <a:solidFill>
                          <a:schemeClr val="tx1"/>
                        </a:solidFill>
                        <a:latin typeface="+mn-lt"/>
                        <a:cs typeface="On Air" panose="020F0503030404020204" pitchFamily="34" charset="77"/>
                      </a:endParaRPr>
                    </a:p>
                  </a:txBody>
                  <a:tcPr marL="0" marR="0" marT="0" marB="0"/>
                </a:tc>
                <a:extLst>
                  <a:ext uri="{0D108BD9-81ED-4DB2-BD59-A6C34878D82A}">
                    <a16:rowId xmlns:a16="http://schemas.microsoft.com/office/drawing/2014/main" val="10000"/>
                  </a:ext>
                </a:extLst>
              </a:tr>
            </a:tbl>
          </a:graphicData>
        </a:graphic>
      </p:graphicFrame>
      <p:sp>
        <p:nvSpPr>
          <p:cNvPr id="18" name="object 3">
            <a:extLst>
              <a:ext uri="{FF2B5EF4-FFF2-40B4-BE49-F238E27FC236}">
                <a16:creationId xmlns:a16="http://schemas.microsoft.com/office/drawing/2014/main" id="{F08141F9-2F33-9495-38AF-ABD6FF3119E0}"/>
              </a:ext>
            </a:extLst>
          </p:cNvPr>
          <p:cNvSpPr/>
          <p:nvPr/>
        </p:nvSpPr>
        <p:spPr>
          <a:xfrm>
            <a:off x="4231746" y="1848166"/>
            <a:ext cx="688975" cy="688975"/>
          </a:xfrm>
          <a:custGeom>
            <a:avLst/>
            <a:gdLst/>
            <a:ahLst/>
            <a:cxnLst/>
            <a:rect l="l" t="t" r="r" b="b"/>
            <a:pathLst>
              <a:path w="688975" h="688975">
                <a:moveTo>
                  <a:pt x="688975" y="0"/>
                </a:moveTo>
                <a:lnTo>
                  <a:pt x="0" y="0"/>
                </a:lnTo>
                <a:lnTo>
                  <a:pt x="0" y="688975"/>
                </a:lnTo>
                <a:lnTo>
                  <a:pt x="688975" y="688975"/>
                </a:lnTo>
                <a:lnTo>
                  <a:pt x="688975" y="0"/>
                </a:lnTo>
                <a:close/>
              </a:path>
            </a:pathLst>
          </a:custGeom>
          <a:solidFill>
            <a:schemeClr val="tx1"/>
          </a:solidFill>
        </p:spPr>
        <p:txBody>
          <a:bodyPr wrap="square" lIns="0" tIns="0" rIns="0" bIns="0" rtlCol="0"/>
          <a:lstStyle/>
          <a:p>
            <a:endParaRPr lang="en-GB" dirty="0"/>
          </a:p>
        </p:txBody>
      </p:sp>
      <p:sp>
        <p:nvSpPr>
          <p:cNvPr id="19" name="object 4">
            <a:extLst>
              <a:ext uri="{FF2B5EF4-FFF2-40B4-BE49-F238E27FC236}">
                <a16:creationId xmlns:a16="http://schemas.microsoft.com/office/drawing/2014/main" id="{FC98CA0C-3D09-69BE-1FBD-7B9A028B42A5}"/>
              </a:ext>
            </a:extLst>
          </p:cNvPr>
          <p:cNvSpPr/>
          <p:nvPr/>
        </p:nvSpPr>
        <p:spPr>
          <a:xfrm>
            <a:off x="5067829" y="1848166"/>
            <a:ext cx="688975" cy="688975"/>
          </a:xfrm>
          <a:custGeom>
            <a:avLst/>
            <a:gdLst/>
            <a:ahLst/>
            <a:cxnLst/>
            <a:rect l="l" t="t" r="r" b="b"/>
            <a:pathLst>
              <a:path w="688975" h="688975">
                <a:moveTo>
                  <a:pt x="688975" y="0"/>
                </a:moveTo>
                <a:lnTo>
                  <a:pt x="0" y="0"/>
                </a:lnTo>
                <a:lnTo>
                  <a:pt x="0" y="688975"/>
                </a:lnTo>
                <a:lnTo>
                  <a:pt x="688975" y="688975"/>
                </a:lnTo>
                <a:lnTo>
                  <a:pt x="688975" y="0"/>
                </a:lnTo>
                <a:close/>
              </a:path>
            </a:pathLst>
          </a:custGeom>
          <a:solidFill>
            <a:schemeClr val="bg2"/>
          </a:solidFill>
        </p:spPr>
        <p:txBody>
          <a:bodyPr wrap="square" lIns="0" tIns="0" rIns="0" bIns="0" rtlCol="0"/>
          <a:lstStyle/>
          <a:p>
            <a:endParaRPr lang="en-GB" dirty="0"/>
          </a:p>
        </p:txBody>
      </p:sp>
      <p:sp>
        <p:nvSpPr>
          <p:cNvPr id="20" name="object 5">
            <a:extLst>
              <a:ext uri="{FF2B5EF4-FFF2-40B4-BE49-F238E27FC236}">
                <a16:creationId xmlns:a16="http://schemas.microsoft.com/office/drawing/2014/main" id="{E4C8E7F4-4604-20DA-F4FF-0730CF02DBB7}"/>
              </a:ext>
            </a:extLst>
          </p:cNvPr>
          <p:cNvSpPr/>
          <p:nvPr/>
        </p:nvSpPr>
        <p:spPr>
          <a:xfrm>
            <a:off x="5903912" y="1848166"/>
            <a:ext cx="688975" cy="688975"/>
          </a:xfrm>
          <a:custGeom>
            <a:avLst/>
            <a:gdLst/>
            <a:ahLst/>
            <a:cxnLst/>
            <a:rect l="l" t="t" r="r" b="b"/>
            <a:pathLst>
              <a:path w="688975" h="688975">
                <a:moveTo>
                  <a:pt x="688975" y="0"/>
                </a:moveTo>
                <a:lnTo>
                  <a:pt x="0" y="0"/>
                </a:lnTo>
                <a:lnTo>
                  <a:pt x="0" y="688975"/>
                </a:lnTo>
                <a:lnTo>
                  <a:pt x="688975" y="688975"/>
                </a:lnTo>
                <a:lnTo>
                  <a:pt x="688975" y="0"/>
                </a:lnTo>
                <a:close/>
              </a:path>
            </a:pathLst>
          </a:custGeom>
          <a:solidFill>
            <a:schemeClr val="tx2"/>
          </a:solidFill>
        </p:spPr>
        <p:txBody>
          <a:bodyPr wrap="square" lIns="0" tIns="0" rIns="0" bIns="0" rtlCol="0"/>
          <a:lstStyle/>
          <a:p>
            <a:endParaRPr lang="en-GB" dirty="0"/>
          </a:p>
        </p:txBody>
      </p:sp>
      <p:sp>
        <p:nvSpPr>
          <p:cNvPr id="21" name="object 6">
            <a:extLst>
              <a:ext uri="{FF2B5EF4-FFF2-40B4-BE49-F238E27FC236}">
                <a16:creationId xmlns:a16="http://schemas.microsoft.com/office/drawing/2014/main" id="{EF04C2B8-EE72-5E94-40F1-AFD0FD85B79C}"/>
              </a:ext>
            </a:extLst>
          </p:cNvPr>
          <p:cNvSpPr/>
          <p:nvPr/>
        </p:nvSpPr>
        <p:spPr>
          <a:xfrm>
            <a:off x="6739995" y="1848166"/>
            <a:ext cx="688975" cy="688975"/>
          </a:xfrm>
          <a:custGeom>
            <a:avLst/>
            <a:gdLst/>
            <a:ahLst/>
            <a:cxnLst/>
            <a:rect l="l" t="t" r="r" b="b"/>
            <a:pathLst>
              <a:path w="688975" h="688975">
                <a:moveTo>
                  <a:pt x="688975" y="0"/>
                </a:moveTo>
                <a:lnTo>
                  <a:pt x="0" y="0"/>
                </a:lnTo>
                <a:lnTo>
                  <a:pt x="0" y="688975"/>
                </a:lnTo>
                <a:lnTo>
                  <a:pt x="688975" y="688975"/>
                </a:lnTo>
                <a:lnTo>
                  <a:pt x="688975" y="0"/>
                </a:lnTo>
                <a:close/>
              </a:path>
            </a:pathLst>
          </a:custGeom>
          <a:solidFill>
            <a:schemeClr val="accent1"/>
          </a:solidFill>
        </p:spPr>
        <p:txBody>
          <a:bodyPr wrap="square" lIns="0" tIns="0" rIns="0" bIns="0" rtlCol="0"/>
          <a:lstStyle/>
          <a:p>
            <a:endParaRPr lang="en-GB" dirty="0"/>
          </a:p>
        </p:txBody>
      </p:sp>
      <p:sp>
        <p:nvSpPr>
          <p:cNvPr id="22" name="object 7">
            <a:extLst>
              <a:ext uri="{FF2B5EF4-FFF2-40B4-BE49-F238E27FC236}">
                <a16:creationId xmlns:a16="http://schemas.microsoft.com/office/drawing/2014/main" id="{32E29371-B6D7-0A9D-C9C6-AF02FE5F4CA1}"/>
              </a:ext>
            </a:extLst>
          </p:cNvPr>
          <p:cNvSpPr/>
          <p:nvPr/>
        </p:nvSpPr>
        <p:spPr>
          <a:xfrm>
            <a:off x="7576078" y="1848166"/>
            <a:ext cx="688975" cy="688975"/>
          </a:xfrm>
          <a:custGeom>
            <a:avLst/>
            <a:gdLst/>
            <a:ahLst/>
            <a:cxnLst/>
            <a:rect l="l" t="t" r="r" b="b"/>
            <a:pathLst>
              <a:path w="688975" h="688975">
                <a:moveTo>
                  <a:pt x="688975" y="0"/>
                </a:moveTo>
                <a:lnTo>
                  <a:pt x="0" y="0"/>
                </a:lnTo>
                <a:lnTo>
                  <a:pt x="0" y="688975"/>
                </a:lnTo>
                <a:lnTo>
                  <a:pt x="688975" y="688975"/>
                </a:lnTo>
                <a:lnTo>
                  <a:pt x="688975" y="0"/>
                </a:lnTo>
                <a:close/>
              </a:path>
            </a:pathLst>
          </a:custGeom>
          <a:solidFill>
            <a:schemeClr val="accent2"/>
          </a:solidFill>
        </p:spPr>
        <p:txBody>
          <a:bodyPr wrap="square" lIns="0" tIns="0" rIns="0" bIns="0" rtlCol="0"/>
          <a:lstStyle/>
          <a:p>
            <a:endParaRPr lang="en-GB" dirty="0"/>
          </a:p>
        </p:txBody>
      </p:sp>
      <p:sp>
        <p:nvSpPr>
          <p:cNvPr id="23" name="object 8">
            <a:extLst>
              <a:ext uri="{FF2B5EF4-FFF2-40B4-BE49-F238E27FC236}">
                <a16:creationId xmlns:a16="http://schemas.microsoft.com/office/drawing/2014/main" id="{0CEAD566-AF81-880E-ABD0-D82B8AC3B9DB}"/>
              </a:ext>
            </a:extLst>
          </p:cNvPr>
          <p:cNvSpPr/>
          <p:nvPr/>
        </p:nvSpPr>
        <p:spPr>
          <a:xfrm>
            <a:off x="8412161" y="1848166"/>
            <a:ext cx="688975" cy="688975"/>
          </a:xfrm>
          <a:custGeom>
            <a:avLst/>
            <a:gdLst/>
            <a:ahLst/>
            <a:cxnLst/>
            <a:rect l="l" t="t" r="r" b="b"/>
            <a:pathLst>
              <a:path w="688975" h="688975">
                <a:moveTo>
                  <a:pt x="688975" y="0"/>
                </a:moveTo>
                <a:lnTo>
                  <a:pt x="0" y="0"/>
                </a:lnTo>
                <a:lnTo>
                  <a:pt x="0" y="688975"/>
                </a:lnTo>
                <a:lnTo>
                  <a:pt x="688975" y="688975"/>
                </a:lnTo>
                <a:lnTo>
                  <a:pt x="688975" y="0"/>
                </a:lnTo>
                <a:close/>
              </a:path>
            </a:pathLst>
          </a:custGeom>
          <a:solidFill>
            <a:schemeClr val="accent3"/>
          </a:solidFill>
        </p:spPr>
        <p:txBody>
          <a:bodyPr wrap="square" lIns="0" tIns="0" rIns="0" bIns="0" rtlCol="0"/>
          <a:lstStyle/>
          <a:p>
            <a:endParaRPr lang="en-GB" dirty="0"/>
          </a:p>
        </p:txBody>
      </p:sp>
      <p:sp>
        <p:nvSpPr>
          <p:cNvPr id="24" name="object 9">
            <a:extLst>
              <a:ext uri="{FF2B5EF4-FFF2-40B4-BE49-F238E27FC236}">
                <a16:creationId xmlns:a16="http://schemas.microsoft.com/office/drawing/2014/main" id="{DF72C270-C2DF-41C1-BA32-247869FA70B5}"/>
              </a:ext>
            </a:extLst>
          </p:cNvPr>
          <p:cNvSpPr/>
          <p:nvPr/>
        </p:nvSpPr>
        <p:spPr>
          <a:xfrm>
            <a:off x="9248244" y="1848166"/>
            <a:ext cx="688975" cy="688975"/>
          </a:xfrm>
          <a:custGeom>
            <a:avLst/>
            <a:gdLst/>
            <a:ahLst/>
            <a:cxnLst/>
            <a:rect l="l" t="t" r="r" b="b"/>
            <a:pathLst>
              <a:path w="688975" h="688975">
                <a:moveTo>
                  <a:pt x="688975" y="0"/>
                </a:moveTo>
                <a:lnTo>
                  <a:pt x="0" y="0"/>
                </a:lnTo>
                <a:lnTo>
                  <a:pt x="0" y="688975"/>
                </a:lnTo>
                <a:lnTo>
                  <a:pt x="688975" y="688975"/>
                </a:lnTo>
                <a:lnTo>
                  <a:pt x="688975" y="0"/>
                </a:lnTo>
                <a:close/>
              </a:path>
            </a:pathLst>
          </a:custGeom>
          <a:solidFill>
            <a:srgbClr val="A078FF"/>
          </a:solidFill>
        </p:spPr>
        <p:txBody>
          <a:bodyPr wrap="square" lIns="0" tIns="0" rIns="0" bIns="0" rtlCol="0"/>
          <a:lstStyle/>
          <a:p>
            <a:endParaRPr lang="en-GB" dirty="0"/>
          </a:p>
        </p:txBody>
      </p:sp>
      <p:sp>
        <p:nvSpPr>
          <p:cNvPr id="25" name="object 10">
            <a:extLst>
              <a:ext uri="{FF2B5EF4-FFF2-40B4-BE49-F238E27FC236}">
                <a16:creationId xmlns:a16="http://schemas.microsoft.com/office/drawing/2014/main" id="{703EC456-05C7-5864-38D5-81B605654C55}"/>
              </a:ext>
            </a:extLst>
          </p:cNvPr>
          <p:cNvSpPr/>
          <p:nvPr/>
        </p:nvSpPr>
        <p:spPr>
          <a:xfrm>
            <a:off x="10084327" y="1848166"/>
            <a:ext cx="688975" cy="688975"/>
          </a:xfrm>
          <a:custGeom>
            <a:avLst/>
            <a:gdLst/>
            <a:ahLst/>
            <a:cxnLst/>
            <a:rect l="l" t="t" r="r" b="b"/>
            <a:pathLst>
              <a:path w="688975" h="688975">
                <a:moveTo>
                  <a:pt x="688975" y="0"/>
                </a:moveTo>
                <a:lnTo>
                  <a:pt x="0" y="0"/>
                </a:lnTo>
                <a:lnTo>
                  <a:pt x="0" y="688975"/>
                </a:lnTo>
                <a:lnTo>
                  <a:pt x="688975" y="688975"/>
                </a:lnTo>
                <a:lnTo>
                  <a:pt x="688975" y="0"/>
                </a:lnTo>
                <a:close/>
              </a:path>
            </a:pathLst>
          </a:custGeom>
          <a:solidFill>
            <a:schemeClr val="accent6"/>
          </a:solidFill>
        </p:spPr>
        <p:txBody>
          <a:bodyPr wrap="square" lIns="0" tIns="0" rIns="0" bIns="0" rtlCol="0"/>
          <a:lstStyle/>
          <a:p>
            <a:endParaRPr lang="en-GB" dirty="0"/>
          </a:p>
        </p:txBody>
      </p:sp>
      <p:sp>
        <p:nvSpPr>
          <p:cNvPr id="26" name="object 11">
            <a:extLst>
              <a:ext uri="{FF2B5EF4-FFF2-40B4-BE49-F238E27FC236}">
                <a16:creationId xmlns:a16="http://schemas.microsoft.com/office/drawing/2014/main" id="{82D99067-F3FB-568A-8824-ECD1FB5777DF}"/>
              </a:ext>
            </a:extLst>
          </p:cNvPr>
          <p:cNvSpPr/>
          <p:nvPr/>
        </p:nvSpPr>
        <p:spPr>
          <a:xfrm>
            <a:off x="10920411" y="1848166"/>
            <a:ext cx="688975" cy="688975"/>
          </a:xfrm>
          <a:custGeom>
            <a:avLst/>
            <a:gdLst/>
            <a:ahLst/>
            <a:cxnLst/>
            <a:rect l="l" t="t" r="r" b="b"/>
            <a:pathLst>
              <a:path w="688975" h="688975">
                <a:moveTo>
                  <a:pt x="688962" y="0"/>
                </a:moveTo>
                <a:lnTo>
                  <a:pt x="0" y="0"/>
                </a:lnTo>
                <a:lnTo>
                  <a:pt x="0" y="688975"/>
                </a:lnTo>
                <a:lnTo>
                  <a:pt x="688962" y="688975"/>
                </a:lnTo>
                <a:lnTo>
                  <a:pt x="688962" y="0"/>
                </a:lnTo>
                <a:close/>
              </a:path>
            </a:pathLst>
          </a:custGeom>
          <a:solidFill>
            <a:srgbClr val="F65D7C"/>
          </a:solidFill>
        </p:spPr>
        <p:txBody>
          <a:bodyPr wrap="square" lIns="0" tIns="0" rIns="0" bIns="0" rtlCol="0"/>
          <a:lstStyle/>
          <a:p>
            <a:endParaRPr lang="en-GB" dirty="0"/>
          </a:p>
        </p:txBody>
      </p:sp>
      <p:sp>
        <p:nvSpPr>
          <p:cNvPr id="27" name="object 16">
            <a:extLst>
              <a:ext uri="{FF2B5EF4-FFF2-40B4-BE49-F238E27FC236}">
                <a16:creationId xmlns:a16="http://schemas.microsoft.com/office/drawing/2014/main" id="{5F65C9DE-3895-75FD-A64E-2952FD84043C}"/>
              </a:ext>
            </a:extLst>
          </p:cNvPr>
          <p:cNvSpPr/>
          <p:nvPr/>
        </p:nvSpPr>
        <p:spPr>
          <a:xfrm flipV="1">
            <a:off x="6732937" y="3382434"/>
            <a:ext cx="4038953" cy="45719"/>
          </a:xfrm>
          <a:custGeom>
            <a:avLst/>
            <a:gdLst/>
            <a:ahLst/>
            <a:cxnLst/>
            <a:rect l="l" t="t" r="r" b="b"/>
            <a:pathLst>
              <a:path w="4685030">
                <a:moveTo>
                  <a:pt x="0" y="0"/>
                </a:moveTo>
                <a:lnTo>
                  <a:pt x="4685004" y="0"/>
                </a:lnTo>
              </a:path>
            </a:pathLst>
          </a:custGeom>
          <a:ln w="6350">
            <a:solidFill>
              <a:srgbClr val="000000"/>
            </a:solidFill>
          </a:ln>
        </p:spPr>
        <p:txBody>
          <a:bodyPr wrap="square" lIns="0" tIns="0" rIns="0" bIns="0" rtlCol="0"/>
          <a:lstStyle/>
          <a:p>
            <a:endParaRPr lang="en-GB" dirty="0"/>
          </a:p>
        </p:txBody>
      </p:sp>
      <p:sp>
        <p:nvSpPr>
          <p:cNvPr id="28" name="object 3">
            <a:extLst>
              <a:ext uri="{FF2B5EF4-FFF2-40B4-BE49-F238E27FC236}">
                <a16:creationId xmlns:a16="http://schemas.microsoft.com/office/drawing/2014/main" id="{938714BC-F41D-CA26-DC66-8D16018BD08A}"/>
              </a:ext>
            </a:extLst>
          </p:cNvPr>
          <p:cNvSpPr/>
          <p:nvPr/>
        </p:nvSpPr>
        <p:spPr>
          <a:xfrm>
            <a:off x="3395663" y="1848166"/>
            <a:ext cx="688975" cy="688975"/>
          </a:xfrm>
          <a:custGeom>
            <a:avLst/>
            <a:gdLst/>
            <a:ahLst/>
            <a:cxnLst/>
            <a:rect l="l" t="t" r="r" b="b"/>
            <a:pathLst>
              <a:path w="688975" h="688975">
                <a:moveTo>
                  <a:pt x="688975" y="0"/>
                </a:moveTo>
                <a:lnTo>
                  <a:pt x="0" y="0"/>
                </a:lnTo>
                <a:lnTo>
                  <a:pt x="0" y="688975"/>
                </a:lnTo>
                <a:lnTo>
                  <a:pt x="688975" y="688975"/>
                </a:lnTo>
                <a:lnTo>
                  <a:pt x="688975" y="0"/>
                </a:lnTo>
                <a:close/>
              </a:path>
            </a:pathLst>
          </a:custGeom>
          <a:solidFill>
            <a:schemeClr val="bg1"/>
          </a:solidFill>
          <a:ln w="3175">
            <a:solidFill>
              <a:schemeClr val="tx1"/>
            </a:solidFill>
          </a:ln>
        </p:spPr>
        <p:txBody>
          <a:bodyPr wrap="square" lIns="0" tIns="0" rIns="0" bIns="0" rtlCol="0"/>
          <a:lstStyle/>
          <a:p>
            <a:endParaRPr lang="en-GB" dirty="0"/>
          </a:p>
        </p:txBody>
      </p:sp>
      <p:sp>
        <p:nvSpPr>
          <p:cNvPr id="29" name="object 17">
            <a:extLst>
              <a:ext uri="{FF2B5EF4-FFF2-40B4-BE49-F238E27FC236}">
                <a16:creationId xmlns:a16="http://schemas.microsoft.com/office/drawing/2014/main" id="{D7F33AD2-A33A-0410-A37E-59A5C3E30F1D}"/>
              </a:ext>
            </a:extLst>
          </p:cNvPr>
          <p:cNvSpPr txBox="1"/>
          <p:nvPr/>
        </p:nvSpPr>
        <p:spPr>
          <a:xfrm>
            <a:off x="10920411" y="3500395"/>
            <a:ext cx="693452" cy="382156"/>
          </a:xfrm>
          <a:prstGeom prst="rect">
            <a:avLst/>
          </a:prstGeom>
        </p:spPr>
        <p:txBody>
          <a:bodyPr vert="horz" wrap="square" lIns="0" tIns="12700" rIns="0" bIns="0" rtlCol="0">
            <a:spAutoFit/>
          </a:bodyPr>
          <a:lstStyle/>
          <a:p>
            <a:pPr marL="12700">
              <a:lnSpc>
                <a:spcPct val="100000"/>
              </a:lnSpc>
              <a:spcBef>
                <a:spcPts val="100"/>
              </a:spcBef>
            </a:pPr>
            <a:r>
              <a:rPr lang="en-GB" sz="1200" dirty="0">
                <a:cs typeface="On Air" panose="020F0503030404020204" pitchFamily="34" charset="77"/>
              </a:rPr>
              <a:t>Eye-catcher</a:t>
            </a:r>
          </a:p>
        </p:txBody>
      </p:sp>
      <p:sp>
        <p:nvSpPr>
          <p:cNvPr id="30" name="object 16">
            <a:extLst>
              <a:ext uri="{FF2B5EF4-FFF2-40B4-BE49-F238E27FC236}">
                <a16:creationId xmlns:a16="http://schemas.microsoft.com/office/drawing/2014/main" id="{F628C9B5-857E-3BB4-5F38-66183F4B966D}"/>
              </a:ext>
            </a:extLst>
          </p:cNvPr>
          <p:cNvSpPr/>
          <p:nvPr/>
        </p:nvSpPr>
        <p:spPr>
          <a:xfrm flipV="1">
            <a:off x="10920411" y="3382433"/>
            <a:ext cx="683500" cy="45719"/>
          </a:xfrm>
          <a:custGeom>
            <a:avLst/>
            <a:gdLst/>
            <a:ahLst/>
            <a:cxnLst/>
            <a:rect l="l" t="t" r="r" b="b"/>
            <a:pathLst>
              <a:path w="4685030">
                <a:moveTo>
                  <a:pt x="0" y="0"/>
                </a:moveTo>
                <a:lnTo>
                  <a:pt x="4685004" y="0"/>
                </a:lnTo>
              </a:path>
            </a:pathLst>
          </a:custGeom>
          <a:ln w="6350">
            <a:solidFill>
              <a:srgbClr val="000000"/>
            </a:solidFill>
          </a:ln>
        </p:spPr>
        <p:txBody>
          <a:bodyPr wrap="square" lIns="0" tIns="0" rIns="0" bIns="0" rtlCol="0"/>
          <a:lstStyle/>
          <a:p>
            <a:endParaRPr lang="en-GB" dirty="0"/>
          </a:p>
        </p:txBody>
      </p:sp>
      <p:grpSp>
        <p:nvGrpSpPr>
          <p:cNvPr id="40" name="Group 39">
            <a:extLst>
              <a:ext uri="{FF2B5EF4-FFF2-40B4-BE49-F238E27FC236}">
                <a16:creationId xmlns:a16="http://schemas.microsoft.com/office/drawing/2014/main" id="{2A346E1D-1E91-1FFA-61CF-74FDB481D4C3}"/>
              </a:ext>
            </a:extLst>
          </p:cNvPr>
          <p:cNvGrpSpPr/>
          <p:nvPr/>
        </p:nvGrpSpPr>
        <p:grpSpPr>
          <a:xfrm>
            <a:off x="587375" y="4405770"/>
            <a:ext cx="1314459" cy="1400186"/>
            <a:chOff x="587375" y="4405770"/>
            <a:chExt cx="1314459" cy="1400186"/>
          </a:xfrm>
        </p:grpSpPr>
        <p:pic>
          <p:nvPicPr>
            <p:cNvPr id="34" name="Picture 33">
              <a:extLst>
                <a:ext uri="{FF2B5EF4-FFF2-40B4-BE49-F238E27FC236}">
                  <a16:creationId xmlns:a16="http://schemas.microsoft.com/office/drawing/2014/main" id="{04E6CBA0-AC42-5B5A-5963-CF24E3595C68}"/>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587375" y="4405770"/>
              <a:ext cx="1314459" cy="1400186"/>
            </a:xfrm>
            <a:prstGeom prst="rect">
              <a:avLst/>
            </a:prstGeom>
          </p:spPr>
        </p:pic>
        <p:sp>
          <p:nvSpPr>
            <p:cNvPr id="35" name="Rectangle 7">
              <a:extLst>
                <a:ext uri="{FF2B5EF4-FFF2-40B4-BE49-F238E27FC236}">
                  <a16:creationId xmlns:a16="http://schemas.microsoft.com/office/drawing/2014/main" id="{40291E97-83D8-854B-CC5B-8AE749510EC2}"/>
                </a:ext>
              </a:extLst>
            </p:cNvPr>
            <p:cNvSpPr/>
            <p:nvPr/>
          </p:nvSpPr>
          <p:spPr>
            <a:xfrm>
              <a:off x="596370" y="4598079"/>
              <a:ext cx="1305464" cy="181884"/>
            </a:xfrm>
            <a:prstGeom prst="rect">
              <a:avLst/>
            </a:prstGeom>
            <a:noFill/>
            <a:ln w="28575">
              <a:solidFill>
                <a:srgbClr val="F4364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cxnSp>
          <p:nvCxnSpPr>
            <p:cNvPr id="37" name="Straight Connector 36">
              <a:extLst>
                <a:ext uri="{FF2B5EF4-FFF2-40B4-BE49-F238E27FC236}">
                  <a16:creationId xmlns:a16="http://schemas.microsoft.com/office/drawing/2014/main" id="{A4044312-5041-34E1-2BAC-CC7AA7FCEA7D}"/>
                </a:ext>
              </a:extLst>
            </p:cNvPr>
            <p:cNvCxnSpPr/>
            <p:nvPr/>
          </p:nvCxnSpPr>
          <p:spPr>
            <a:xfrm flipV="1">
              <a:off x="587375" y="5562600"/>
              <a:ext cx="1314459" cy="243356"/>
            </a:xfrm>
            <a:prstGeom prst="line">
              <a:avLst/>
            </a:prstGeom>
            <a:ln w="28575">
              <a:solidFill>
                <a:srgbClr val="FF0000"/>
              </a:solidFill>
            </a:ln>
          </p:spPr>
          <p:style>
            <a:lnRef idx="2">
              <a:schemeClr val="accent4"/>
            </a:lnRef>
            <a:fillRef idx="0">
              <a:schemeClr val="accent4"/>
            </a:fillRef>
            <a:effectRef idx="1">
              <a:schemeClr val="accent4"/>
            </a:effectRef>
            <a:fontRef idx="minor">
              <a:schemeClr val="tx1"/>
            </a:fontRef>
          </p:style>
        </p:cxnSp>
        <p:cxnSp>
          <p:nvCxnSpPr>
            <p:cNvPr id="38" name="Straight Connector 37">
              <a:extLst>
                <a:ext uri="{FF2B5EF4-FFF2-40B4-BE49-F238E27FC236}">
                  <a16:creationId xmlns:a16="http://schemas.microsoft.com/office/drawing/2014/main" id="{F03855BE-523B-0EB2-BFCF-479B4E39F203}"/>
                </a:ext>
              </a:extLst>
            </p:cNvPr>
            <p:cNvCxnSpPr>
              <a:cxnSpLocks/>
            </p:cNvCxnSpPr>
            <p:nvPr/>
          </p:nvCxnSpPr>
          <p:spPr>
            <a:xfrm>
              <a:off x="596370" y="5588468"/>
              <a:ext cx="1287200" cy="188913"/>
            </a:xfrm>
            <a:prstGeom prst="line">
              <a:avLst/>
            </a:prstGeom>
            <a:ln w="28575">
              <a:solidFill>
                <a:srgbClr val="FF0000"/>
              </a:solidFill>
            </a:ln>
          </p:spPr>
          <p:style>
            <a:lnRef idx="2">
              <a:schemeClr val="accent4"/>
            </a:lnRef>
            <a:fillRef idx="0">
              <a:schemeClr val="accent4"/>
            </a:fillRef>
            <a:effectRef idx="1">
              <a:schemeClr val="accent4"/>
            </a:effectRef>
            <a:fontRef idx="minor">
              <a:schemeClr val="tx1"/>
            </a:fontRef>
          </p:style>
        </p:cxnSp>
      </p:grpSp>
      <p:sp>
        <p:nvSpPr>
          <p:cNvPr id="7" name="Fußzeilenplatzhalter 6">
            <a:extLst>
              <a:ext uri="{FF2B5EF4-FFF2-40B4-BE49-F238E27FC236}">
                <a16:creationId xmlns:a16="http://schemas.microsoft.com/office/drawing/2014/main" id="{A6C2F266-DE3F-730E-F9B1-AB4ACCCD17FE}"/>
              </a:ext>
            </a:extLst>
          </p:cNvPr>
          <p:cNvSpPr>
            <a:spLocks noGrp="1"/>
          </p:cNvSpPr>
          <p:nvPr>
            <p:ph type="ftr" sz="quarter" idx="11"/>
          </p:nvPr>
        </p:nvSpPr>
        <p:spPr/>
        <p:txBody>
          <a:bodyPr/>
          <a:lstStyle/>
          <a:p>
            <a:r>
              <a:rPr lang="de-DE"/>
              <a:t>Restricted</a:t>
            </a:r>
          </a:p>
        </p:txBody>
      </p:sp>
    </p:spTree>
    <p:extLst>
      <p:ext uri="{BB962C8B-B14F-4D97-AF65-F5344CB8AC3E}">
        <p14:creationId xmlns:p14="http://schemas.microsoft.com/office/powerpoint/2010/main" val="345129948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6DEDA9-B1CE-28E9-3078-86AB129BB55E}"/>
              </a:ext>
            </a:extLst>
          </p:cNvPr>
          <p:cNvSpPr>
            <a:spLocks noGrp="1"/>
          </p:cNvSpPr>
          <p:nvPr>
            <p:ph type="title"/>
          </p:nvPr>
        </p:nvSpPr>
        <p:spPr/>
        <p:txBody>
          <a:bodyPr/>
          <a:lstStyle/>
          <a:p>
            <a:r>
              <a:rPr lang="de-DE" dirty="0"/>
              <a:t>List </a:t>
            </a:r>
            <a:r>
              <a:rPr lang="de-DE" dirty="0" err="1"/>
              <a:t>levels</a:t>
            </a:r>
            <a:endParaRPr lang="de-DE" dirty="0"/>
          </a:p>
        </p:txBody>
      </p:sp>
      <p:sp>
        <p:nvSpPr>
          <p:cNvPr id="3" name="Footer Placeholder 2">
            <a:extLst>
              <a:ext uri="{FF2B5EF4-FFF2-40B4-BE49-F238E27FC236}">
                <a16:creationId xmlns:a16="http://schemas.microsoft.com/office/drawing/2014/main" id="{6F394982-C1AA-2263-28FC-DADE1B2DD38A}"/>
              </a:ext>
            </a:extLst>
          </p:cNvPr>
          <p:cNvSpPr>
            <a:spLocks noGrp="1"/>
          </p:cNvSpPr>
          <p:nvPr>
            <p:ph type="ftr" sz="quarter" idx="11"/>
          </p:nvPr>
        </p:nvSpPr>
        <p:spPr/>
        <p:txBody>
          <a:bodyPr/>
          <a:lstStyle/>
          <a:p>
            <a:r>
              <a:rPr lang="de-DE"/>
              <a:t>Restricted</a:t>
            </a:r>
          </a:p>
        </p:txBody>
      </p:sp>
      <p:sp>
        <p:nvSpPr>
          <p:cNvPr id="4" name="Slide Number Placeholder 3">
            <a:extLst>
              <a:ext uri="{FF2B5EF4-FFF2-40B4-BE49-F238E27FC236}">
                <a16:creationId xmlns:a16="http://schemas.microsoft.com/office/drawing/2014/main" id="{644D7A0B-C250-92AB-63EB-9D698B751DF3}"/>
              </a:ext>
            </a:extLst>
          </p:cNvPr>
          <p:cNvSpPr>
            <a:spLocks noGrp="1"/>
          </p:cNvSpPr>
          <p:nvPr>
            <p:ph type="sldNum" sz="quarter" idx="12"/>
          </p:nvPr>
        </p:nvSpPr>
        <p:spPr/>
        <p:txBody>
          <a:bodyPr/>
          <a:lstStyle/>
          <a:p>
            <a:fld id="{67CD7502-7F22-405E-8273-ECAD6156DDA0}" type="slidenum">
              <a:rPr lang="de-DE" smtClean="0"/>
              <a:t>45</a:t>
            </a:fld>
            <a:endParaRPr lang="de-DE"/>
          </a:p>
        </p:txBody>
      </p:sp>
      <p:sp>
        <p:nvSpPr>
          <p:cNvPr id="5" name="Text Placeholder 4">
            <a:extLst>
              <a:ext uri="{FF2B5EF4-FFF2-40B4-BE49-F238E27FC236}">
                <a16:creationId xmlns:a16="http://schemas.microsoft.com/office/drawing/2014/main" id="{E159E281-CC17-2B58-8725-F7AC427FA285}"/>
              </a:ext>
            </a:extLst>
          </p:cNvPr>
          <p:cNvSpPr>
            <a:spLocks noGrp="1"/>
          </p:cNvSpPr>
          <p:nvPr>
            <p:ph type="body" sz="quarter" idx="13"/>
          </p:nvPr>
        </p:nvSpPr>
        <p:spPr/>
        <p:txBody>
          <a:bodyPr/>
          <a:lstStyle/>
          <a:p>
            <a:r>
              <a:rPr lang="en-GB" dirty="0"/>
              <a:t>How to use this template</a:t>
            </a:r>
          </a:p>
        </p:txBody>
      </p:sp>
      <p:grpSp>
        <p:nvGrpSpPr>
          <p:cNvPr id="10" name="Group 9">
            <a:extLst>
              <a:ext uri="{FF2B5EF4-FFF2-40B4-BE49-F238E27FC236}">
                <a16:creationId xmlns:a16="http://schemas.microsoft.com/office/drawing/2014/main" id="{57F0B649-3965-C395-BCA4-8C7B33799863}"/>
              </a:ext>
            </a:extLst>
          </p:cNvPr>
          <p:cNvGrpSpPr/>
          <p:nvPr/>
        </p:nvGrpSpPr>
        <p:grpSpPr>
          <a:xfrm>
            <a:off x="587375" y="1484313"/>
            <a:ext cx="5400675" cy="707143"/>
            <a:chOff x="587375" y="1484313"/>
            <a:chExt cx="5400675" cy="707143"/>
          </a:xfrm>
        </p:grpSpPr>
        <p:pic>
          <p:nvPicPr>
            <p:cNvPr id="7" name="Picture 6">
              <a:extLst>
                <a:ext uri="{FF2B5EF4-FFF2-40B4-BE49-F238E27FC236}">
                  <a16:creationId xmlns:a16="http://schemas.microsoft.com/office/drawing/2014/main" id="{7BFA705D-4E15-00D2-5EDE-5600B1E80E18}"/>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587375" y="1484313"/>
              <a:ext cx="5400675" cy="707143"/>
            </a:xfrm>
            <a:prstGeom prst="rect">
              <a:avLst/>
            </a:prstGeom>
          </p:spPr>
        </p:pic>
        <p:sp>
          <p:nvSpPr>
            <p:cNvPr id="8" name="Rectangle 7">
              <a:extLst>
                <a:ext uri="{FF2B5EF4-FFF2-40B4-BE49-F238E27FC236}">
                  <a16:creationId xmlns:a16="http://schemas.microsoft.com/office/drawing/2014/main" id="{787E7E5C-F8DD-3192-F462-2AEAD8735721}"/>
                </a:ext>
              </a:extLst>
            </p:cNvPr>
            <p:cNvSpPr/>
            <p:nvPr/>
          </p:nvSpPr>
          <p:spPr>
            <a:xfrm>
              <a:off x="864406" y="1492939"/>
              <a:ext cx="321012" cy="190297"/>
            </a:xfrm>
            <a:prstGeom prst="rect">
              <a:avLst/>
            </a:prstGeom>
            <a:noFill/>
            <a:ln w="28575">
              <a:solidFill>
                <a:srgbClr val="F4364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err="1"/>
            </a:p>
          </p:txBody>
        </p:sp>
        <p:sp>
          <p:nvSpPr>
            <p:cNvPr id="9" name="Rectangle 7">
              <a:extLst>
                <a:ext uri="{FF2B5EF4-FFF2-40B4-BE49-F238E27FC236}">
                  <a16:creationId xmlns:a16="http://schemas.microsoft.com/office/drawing/2014/main" id="{49F1B91E-591B-FEB5-852E-AB2AF0D34AE2}"/>
                </a:ext>
              </a:extLst>
            </p:cNvPr>
            <p:cNvSpPr/>
            <p:nvPr/>
          </p:nvSpPr>
          <p:spPr>
            <a:xfrm>
              <a:off x="4379423" y="1666441"/>
              <a:ext cx="321012" cy="190297"/>
            </a:xfrm>
            <a:prstGeom prst="rect">
              <a:avLst/>
            </a:prstGeom>
            <a:noFill/>
            <a:ln w="28575">
              <a:solidFill>
                <a:srgbClr val="F4364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err="1"/>
            </a:p>
          </p:txBody>
        </p:sp>
      </p:grpSp>
      <p:sp>
        <p:nvSpPr>
          <p:cNvPr id="11" name="TextBox 10">
            <a:extLst>
              <a:ext uri="{FF2B5EF4-FFF2-40B4-BE49-F238E27FC236}">
                <a16:creationId xmlns:a16="http://schemas.microsoft.com/office/drawing/2014/main" id="{99A9F07B-9258-6A9E-4775-EA82D4AC57B6}"/>
              </a:ext>
            </a:extLst>
          </p:cNvPr>
          <p:cNvSpPr txBox="1"/>
          <p:nvPr/>
        </p:nvSpPr>
        <p:spPr>
          <a:xfrm>
            <a:off x="587374" y="2444096"/>
            <a:ext cx="5400675" cy="2846933"/>
          </a:xfrm>
          <a:prstGeom prst="rect">
            <a:avLst/>
          </a:prstGeom>
          <a:noFill/>
        </p:spPr>
        <p:txBody>
          <a:bodyPr wrap="square" lIns="0" tIns="0" rIns="0" bIns="0" rtlCol="0">
            <a:spAutoFit/>
          </a:bodyPr>
          <a:lstStyle/>
          <a:p>
            <a:pPr algn="l"/>
            <a:r>
              <a:rPr lang="de-DE" dirty="0" err="1"/>
              <a:t>Throughout</a:t>
            </a:r>
            <a:r>
              <a:rPr lang="de-DE" dirty="0"/>
              <a:t> </a:t>
            </a:r>
            <a:r>
              <a:rPr lang="de-DE" dirty="0" err="1"/>
              <a:t>the</a:t>
            </a:r>
            <a:r>
              <a:rPr lang="de-DE" dirty="0"/>
              <a:t> </a:t>
            </a:r>
            <a:r>
              <a:rPr lang="de-DE" dirty="0" err="1"/>
              <a:t>presentation</a:t>
            </a:r>
            <a:r>
              <a:rPr lang="de-DE" dirty="0"/>
              <a:t>, different </a:t>
            </a:r>
            <a:r>
              <a:rPr lang="de-DE" dirty="0" err="1"/>
              <a:t>text</a:t>
            </a:r>
            <a:r>
              <a:rPr lang="de-DE" dirty="0"/>
              <a:t> </a:t>
            </a:r>
            <a:r>
              <a:rPr lang="de-DE" dirty="0" err="1"/>
              <a:t>formattings</a:t>
            </a:r>
            <a:r>
              <a:rPr lang="de-DE" dirty="0"/>
              <a:t> </a:t>
            </a:r>
            <a:r>
              <a:rPr lang="de-DE" dirty="0" err="1"/>
              <a:t>are</a:t>
            </a:r>
            <a:r>
              <a:rPr lang="de-DE" dirty="0"/>
              <a:t> </a:t>
            </a:r>
            <a:r>
              <a:rPr lang="de-DE" dirty="0" err="1"/>
              <a:t>provided</a:t>
            </a:r>
            <a:r>
              <a:rPr lang="de-DE" dirty="0"/>
              <a:t> </a:t>
            </a:r>
            <a:r>
              <a:rPr lang="de-DE" dirty="0" err="1"/>
              <a:t>using</a:t>
            </a:r>
            <a:r>
              <a:rPr lang="de-DE" dirty="0"/>
              <a:t> </a:t>
            </a:r>
            <a:r>
              <a:rPr lang="de-DE" dirty="0" err="1"/>
              <a:t>the</a:t>
            </a:r>
            <a:r>
              <a:rPr lang="de-DE" dirty="0"/>
              <a:t> “</a:t>
            </a:r>
            <a:r>
              <a:rPr lang="de-DE" dirty="0" err="1"/>
              <a:t>Increase</a:t>
            </a:r>
            <a:r>
              <a:rPr lang="de-DE" dirty="0"/>
              <a:t> List Level” and “</a:t>
            </a:r>
            <a:r>
              <a:rPr lang="de-DE" dirty="0" err="1"/>
              <a:t>Decrease</a:t>
            </a:r>
            <a:r>
              <a:rPr lang="de-DE" dirty="0"/>
              <a:t> List Level” </a:t>
            </a:r>
            <a:r>
              <a:rPr lang="de-DE" dirty="0" err="1"/>
              <a:t>buttons</a:t>
            </a:r>
            <a:r>
              <a:rPr lang="de-DE" dirty="0"/>
              <a:t> in </a:t>
            </a:r>
            <a:r>
              <a:rPr lang="de-DE" dirty="0" err="1"/>
              <a:t>section</a:t>
            </a:r>
            <a:r>
              <a:rPr lang="de-DE" dirty="0"/>
              <a:t> “Paragraph” </a:t>
            </a:r>
            <a:r>
              <a:rPr lang="de-DE" dirty="0" err="1"/>
              <a:t>of</a:t>
            </a:r>
            <a:r>
              <a:rPr lang="de-DE" dirty="0"/>
              <a:t> </a:t>
            </a:r>
            <a:r>
              <a:rPr lang="de-DE" dirty="0" err="1"/>
              <a:t>the</a:t>
            </a:r>
            <a:r>
              <a:rPr lang="de-DE" dirty="0"/>
              <a:t> “Home” tab. These </a:t>
            </a:r>
            <a:r>
              <a:rPr lang="de-DE" dirty="0" err="1"/>
              <a:t>formattings</a:t>
            </a:r>
            <a:r>
              <a:rPr lang="de-DE" dirty="0"/>
              <a:t> </a:t>
            </a:r>
            <a:r>
              <a:rPr lang="de-DE" dirty="0" err="1"/>
              <a:t>are</a:t>
            </a:r>
            <a:r>
              <a:rPr lang="de-DE" dirty="0"/>
              <a:t> </a:t>
            </a:r>
            <a:r>
              <a:rPr lang="de-DE" dirty="0" err="1"/>
              <a:t>defined</a:t>
            </a:r>
            <a:r>
              <a:rPr lang="de-DE" dirty="0"/>
              <a:t> </a:t>
            </a:r>
            <a:r>
              <a:rPr lang="de-DE" dirty="0" err="1"/>
              <a:t>for</a:t>
            </a:r>
            <a:r>
              <a:rPr lang="de-DE" dirty="0"/>
              <a:t> </a:t>
            </a:r>
            <a:r>
              <a:rPr lang="de-DE" dirty="0" err="1"/>
              <a:t>text</a:t>
            </a:r>
            <a:r>
              <a:rPr lang="de-DE" dirty="0"/>
              <a:t> </a:t>
            </a:r>
            <a:r>
              <a:rPr lang="de-DE" dirty="0" err="1"/>
              <a:t>placeholders</a:t>
            </a:r>
            <a:r>
              <a:rPr lang="de-DE" dirty="0"/>
              <a:t> and </a:t>
            </a:r>
            <a:r>
              <a:rPr lang="de-DE" dirty="0" err="1"/>
              <a:t>text</a:t>
            </a:r>
            <a:r>
              <a:rPr lang="de-DE" dirty="0"/>
              <a:t> </a:t>
            </a:r>
            <a:r>
              <a:rPr lang="de-DE" dirty="0" err="1"/>
              <a:t>boxes</a:t>
            </a:r>
            <a:r>
              <a:rPr lang="de-DE" dirty="0"/>
              <a:t> (</a:t>
            </a:r>
            <a:r>
              <a:rPr lang="de-DE" dirty="0" err="1"/>
              <a:t>without</a:t>
            </a:r>
            <a:r>
              <a:rPr lang="de-DE" dirty="0"/>
              <a:t> </a:t>
            </a:r>
            <a:r>
              <a:rPr lang="de-DE" dirty="0" err="1"/>
              <a:t>subheadline</a:t>
            </a:r>
            <a:r>
              <a:rPr lang="de-DE" dirty="0"/>
              <a:t> </a:t>
            </a:r>
            <a:r>
              <a:rPr lang="de-DE" dirty="0" err="1"/>
              <a:t>formatting</a:t>
            </a:r>
            <a:r>
              <a:rPr lang="de-DE" dirty="0"/>
              <a:t> in </a:t>
            </a:r>
            <a:r>
              <a:rPr lang="de-DE" dirty="0" err="1"/>
              <a:t>table</a:t>
            </a:r>
            <a:r>
              <a:rPr lang="de-DE" dirty="0"/>
              <a:t> </a:t>
            </a:r>
            <a:r>
              <a:rPr lang="de-DE" dirty="0" err="1"/>
              <a:t>cells</a:t>
            </a:r>
            <a:r>
              <a:rPr lang="de-DE" dirty="0"/>
              <a:t>):</a:t>
            </a:r>
          </a:p>
          <a:p>
            <a:pPr algn="l"/>
            <a:r>
              <a:rPr lang="de-DE" dirty="0"/>
              <a:t>List </a:t>
            </a:r>
            <a:r>
              <a:rPr lang="de-DE" dirty="0" err="1"/>
              <a:t>level</a:t>
            </a:r>
            <a:r>
              <a:rPr lang="de-DE" dirty="0"/>
              <a:t> 1 – </a:t>
            </a:r>
            <a:r>
              <a:rPr lang="de-DE" dirty="0" err="1"/>
              <a:t>copy</a:t>
            </a:r>
            <a:r>
              <a:rPr lang="de-DE" dirty="0"/>
              <a:t> </a:t>
            </a:r>
            <a:r>
              <a:rPr lang="de-DE" dirty="0" err="1"/>
              <a:t>text</a:t>
            </a:r>
            <a:r>
              <a:rPr lang="de-DE" dirty="0"/>
              <a:t> </a:t>
            </a:r>
            <a:r>
              <a:rPr lang="de-DE" dirty="0" err="1"/>
              <a:t>without</a:t>
            </a:r>
            <a:r>
              <a:rPr lang="de-DE" dirty="0"/>
              <a:t> </a:t>
            </a:r>
            <a:r>
              <a:rPr lang="de-DE" dirty="0" err="1"/>
              <a:t>bullet</a:t>
            </a:r>
            <a:r>
              <a:rPr lang="de-DE" dirty="0"/>
              <a:t> </a:t>
            </a:r>
            <a:r>
              <a:rPr lang="de-DE" dirty="0" err="1"/>
              <a:t>point</a:t>
            </a:r>
            <a:endParaRPr lang="de-DE" dirty="0"/>
          </a:p>
          <a:p>
            <a:pPr lvl="1"/>
            <a:r>
              <a:rPr lang="de-DE" dirty="0"/>
              <a:t>List </a:t>
            </a:r>
            <a:r>
              <a:rPr lang="de-DE" dirty="0" err="1"/>
              <a:t>level</a:t>
            </a:r>
            <a:r>
              <a:rPr lang="de-DE" dirty="0"/>
              <a:t> 2 – </a:t>
            </a:r>
            <a:r>
              <a:rPr lang="de-DE" dirty="0" err="1"/>
              <a:t>subheadlines</a:t>
            </a:r>
            <a:r>
              <a:rPr lang="de-DE" dirty="0"/>
              <a:t> in </a:t>
            </a:r>
            <a:r>
              <a:rPr lang="de-DE" dirty="0" err="1"/>
              <a:t>text</a:t>
            </a:r>
            <a:endParaRPr lang="de-DE" dirty="0"/>
          </a:p>
          <a:p>
            <a:pPr lvl="2"/>
            <a:r>
              <a:rPr lang="de-DE" dirty="0"/>
              <a:t>List </a:t>
            </a:r>
            <a:r>
              <a:rPr lang="de-DE" dirty="0" err="1"/>
              <a:t>level</a:t>
            </a:r>
            <a:r>
              <a:rPr lang="de-DE" dirty="0"/>
              <a:t> 3 – </a:t>
            </a:r>
            <a:r>
              <a:rPr lang="de-DE" dirty="0" err="1"/>
              <a:t>bullet</a:t>
            </a:r>
            <a:r>
              <a:rPr lang="de-DE" dirty="0"/>
              <a:t> </a:t>
            </a:r>
            <a:r>
              <a:rPr lang="de-DE" dirty="0" err="1"/>
              <a:t>list</a:t>
            </a:r>
            <a:r>
              <a:rPr lang="de-DE" dirty="0"/>
              <a:t> (</a:t>
            </a:r>
            <a:r>
              <a:rPr lang="de-DE" dirty="0" err="1"/>
              <a:t>bullet</a:t>
            </a:r>
            <a:r>
              <a:rPr lang="de-DE" dirty="0"/>
              <a:t> </a:t>
            </a:r>
            <a:r>
              <a:rPr lang="de-DE" dirty="0" err="1"/>
              <a:t>can</a:t>
            </a:r>
            <a:r>
              <a:rPr lang="de-DE" dirty="0"/>
              <a:t> </a:t>
            </a:r>
            <a:r>
              <a:rPr lang="de-DE" dirty="0" err="1"/>
              <a:t>be</a:t>
            </a:r>
            <a:r>
              <a:rPr lang="de-DE" dirty="0"/>
              <a:t> </a:t>
            </a:r>
            <a:r>
              <a:rPr lang="de-DE" dirty="0" err="1"/>
              <a:t>switched</a:t>
            </a:r>
            <a:r>
              <a:rPr lang="de-DE" dirty="0"/>
              <a:t> off and on </a:t>
            </a:r>
            <a:r>
              <a:rPr lang="de-DE" dirty="0" err="1"/>
              <a:t>again</a:t>
            </a:r>
            <a:r>
              <a:rPr lang="de-DE" dirty="0"/>
              <a:t>)</a:t>
            </a:r>
          </a:p>
          <a:p>
            <a:pPr lvl="3"/>
            <a:r>
              <a:rPr lang="de-DE" dirty="0"/>
              <a:t>List </a:t>
            </a:r>
            <a:r>
              <a:rPr lang="de-DE" dirty="0" err="1"/>
              <a:t>level</a:t>
            </a:r>
            <a:r>
              <a:rPr lang="de-DE" dirty="0"/>
              <a:t> 4 – </a:t>
            </a:r>
            <a:r>
              <a:rPr lang="de-DE" dirty="0" err="1"/>
              <a:t>bullet</a:t>
            </a:r>
            <a:r>
              <a:rPr lang="de-DE" dirty="0"/>
              <a:t> </a:t>
            </a:r>
            <a:r>
              <a:rPr lang="de-DE" dirty="0" err="1"/>
              <a:t>list</a:t>
            </a:r>
            <a:r>
              <a:rPr lang="de-DE" dirty="0"/>
              <a:t> </a:t>
            </a:r>
            <a:r>
              <a:rPr lang="de-DE" dirty="0" err="1"/>
              <a:t>indented</a:t>
            </a:r>
            <a:r>
              <a:rPr lang="de-DE" dirty="0"/>
              <a:t> (</a:t>
            </a:r>
            <a:r>
              <a:rPr lang="de-DE" dirty="0" err="1"/>
              <a:t>bullet</a:t>
            </a:r>
            <a:r>
              <a:rPr lang="de-DE" dirty="0"/>
              <a:t> </a:t>
            </a:r>
            <a:r>
              <a:rPr lang="de-DE" dirty="0" err="1"/>
              <a:t>can</a:t>
            </a:r>
            <a:r>
              <a:rPr lang="de-DE" dirty="0"/>
              <a:t> </a:t>
            </a:r>
            <a:r>
              <a:rPr lang="de-DE" dirty="0" err="1"/>
              <a:t>be</a:t>
            </a:r>
            <a:r>
              <a:rPr lang="de-DE" dirty="0"/>
              <a:t> </a:t>
            </a:r>
            <a:r>
              <a:rPr lang="de-DE" dirty="0" err="1"/>
              <a:t>switched</a:t>
            </a:r>
            <a:r>
              <a:rPr lang="de-DE" dirty="0"/>
              <a:t> off and on </a:t>
            </a:r>
            <a:r>
              <a:rPr lang="de-DE" dirty="0" err="1"/>
              <a:t>again</a:t>
            </a:r>
            <a:r>
              <a:rPr lang="de-DE" dirty="0"/>
              <a:t>)</a:t>
            </a:r>
          </a:p>
          <a:p>
            <a:pPr lvl="4"/>
            <a:r>
              <a:rPr lang="de-DE" dirty="0"/>
              <a:t>List </a:t>
            </a:r>
            <a:r>
              <a:rPr lang="de-DE" dirty="0" err="1"/>
              <a:t>level</a:t>
            </a:r>
            <a:r>
              <a:rPr lang="de-DE" dirty="0"/>
              <a:t> 5 – </a:t>
            </a:r>
            <a:r>
              <a:rPr lang="de-DE" dirty="0" err="1"/>
              <a:t>bullet</a:t>
            </a:r>
            <a:r>
              <a:rPr lang="de-DE" dirty="0"/>
              <a:t> </a:t>
            </a:r>
            <a:r>
              <a:rPr lang="de-DE" dirty="0" err="1"/>
              <a:t>list</a:t>
            </a:r>
            <a:r>
              <a:rPr lang="de-DE" dirty="0"/>
              <a:t> </a:t>
            </a:r>
            <a:r>
              <a:rPr lang="de-DE" dirty="0" err="1"/>
              <a:t>further</a:t>
            </a:r>
            <a:r>
              <a:rPr lang="de-DE" dirty="0"/>
              <a:t> </a:t>
            </a:r>
            <a:r>
              <a:rPr lang="de-DE" dirty="0" err="1"/>
              <a:t>indented</a:t>
            </a:r>
            <a:r>
              <a:rPr lang="de-DE" dirty="0"/>
              <a:t> (</a:t>
            </a:r>
            <a:r>
              <a:rPr lang="de-DE" dirty="0" err="1"/>
              <a:t>bullet</a:t>
            </a:r>
            <a:r>
              <a:rPr lang="de-DE" dirty="0"/>
              <a:t> </a:t>
            </a:r>
            <a:r>
              <a:rPr lang="de-DE" dirty="0" err="1"/>
              <a:t>can</a:t>
            </a:r>
            <a:r>
              <a:rPr lang="de-DE" dirty="0"/>
              <a:t> </a:t>
            </a:r>
            <a:r>
              <a:rPr lang="de-DE" dirty="0" err="1"/>
              <a:t>be</a:t>
            </a:r>
            <a:r>
              <a:rPr lang="de-DE" dirty="0"/>
              <a:t> </a:t>
            </a:r>
            <a:r>
              <a:rPr lang="de-DE" dirty="0" err="1"/>
              <a:t>switched</a:t>
            </a:r>
            <a:r>
              <a:rPr lang="de-DE" dirty="0"/>
              <a:t> </a:t>
            </a:r>
            <a:r>
              <a:rPr lang="de-DE" dirty="0" err="1"/>
              <a:t>of</a:t>
            </a:r>
            <a:r>
              <a:rPr lang="de-DE" dirty="0"/>
              <a:t> and on </a:t>
            </a:r>
            <a:r>
              <a:rPr lang="de-DE" dirty="0" err="1"/>
              <a:t>again</a:t>
            </a:r>
            <a:r>
              <a:rPr lang="de-DE" dirty="0"/>
              <a:t>)</a:t>
            </a:r>
          </a:p>
        </p:txBody>
      </p:sp>
    </p:spTree>
    <p:extLst>
      <p:ext uri="{BB962C8B-B14F-4D97-AF65-F5344CB8AC3E}">
        <p14:creationId xmlns:p14="http://schemas.microsoft.com/office/powerpoint/2010/main" val="336685881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97B9593-B82C-8D4F-3743-40D3DA1AB229}"/>
              </a:ext>
            </a:extLst>
          </p:cNvPr>
          <p:cNvSpPr>
            <a:spLocks noGrp="1"/>
          </p:cNvSpPr>
          <p:nvPr>
            <p:ph type="title"/>
          </p:nvPr>
        </p:nvSpPr>
        <p:spPr/>
        <p:txBody>
          <a:bodyPr/>
          <a:lstStyle/>
          <a:p>
            <a:r>
              <a:rPr lang="en-GB"/>
              <a:t>Icons and photos</a:t>
            </a:r>
          </a:p>
        </p:txBody>
      </p:sp>
      <p:sp>
        <p:nvSpPr>
          <p:cNvPr id="4" name="Foliennummernplatzhalter 3">
            <a:extLst>
              <a:ext uri="{FF2B5EF4-FFF2-40B4-BE49-F238E27FC236}">
                <a16:creationId xmlns:a16="http://schemas.microsoft.com/office/drawing/2014/main" id="{7627D993-D7BC-D1FE-355D-CC866EFB95E6}"/>
              </a:ext>
            </a:extLst>
          </p:cNvPr>
          <p:cNvSpPr>
            <a:spLocks noGrp="1"/>
          </p:cNvSpPr>
          <p:nvPr>
            <p:ph type="sldNum" sz="quarter" idx="12"/>
          </p:nvPr>
        </p:nvSpPr>
        <p:spPr/>
        <p:txBody>
          <a:bodyPr/>
          <a:lstStyle/>
          <a:p>
            <a:fld id="{67CD7502-7F22-405E-8273-ECAD6156DDA0}" type="slidenum">
              <a:rPr lang="de-DE" smtClean="0"/>
              <a:pPr/>
              <a:t>46</a:t>
            </a:fld>
            <a:endParaRPr lang="de-DE"/>
          </a:p>
        </p:txBody>
      </p:sp>
      <p:sp>
        <p:nvSpPr>
          <p:cNvPr id="5" name="Textplatzhalter 4">
            <a:extLst>
              <a:ext uri="{FF2B5EF4-FFF2-40B4-BE49-F238E27FC236}">
                <a16:creationId xmlns:a16="http://schemas.microsoft.com/office/drawing/2014/main" id="{80640644-3D7D-9CE4-5BF5-F55A874DCDFE}"/>
              </a:ext>
            </a:extLst>
          </p:cNvPr>
          <p:cNvSpPr>
            <a:spLocks noGrp="1"/>
          </p:cNvSpPr>
          <p:nvPr>
            <p:ph type="body" sz="quarter" idx="13"/>
          </p:nvPr>
        </p:nvSpPr>
        <p:spPr/>
        <p:txBody>
          <a:bodyPr/>
          <a:lstStyle/>
          <a:p>
            <a:r>
              <a:rPr lang="en-GB" dirty="0"/>
              <a:t>How to use this template</a:t>
            </a:r>
          </a:p>
        </p:txBody>
      </p:sp>
      <p:sp>
        <p:nvSpPr>
          <p:cNvPr id="9" name="TextBox 8">
            <a:extLst>
              <a:ext uri="{FF2B5EF4-FFF2-40B4-BE49-F238E27FC236}">
                <a16:creationId xmlns:a16="http://schemas.microsoft.com/office/drawing/2014/main" id="{BA4A0108-EECF-AC58-8806-4E165E9910E5}"/>
              </a:ext>
            </a:extLst>
          </p:cNvPr>
          <p:cNvSpPr txBox="1"/>
          <p:nvPr/>
        </p:nvSpPr>
        <p:spPr>
          <a:xfrm>
            <a:off x="587375" y="1484313"/>
            <a:ext cx="5400675" cy="2492990"/>
          </a:xfrm>
          <a:prstGeom prst="rect">
            <a:avLst/>
          </a:prstGeom>
          <a:noFill/>
        </p:spPr>
        <p:txBody>
          <a:bodyPr wrap="square" lIns="0" tIns="0" rIns="0" bIns="0" rtlCol="0">
            <a:spAutoFit/>
          </a:bodyPr>
          <a:lstStyle/>
          <a:p>
            <a:pPr lvl="1"/>
            <a:r>
              <a:rPr lang="en-US" dirty="0"/>
              <a:t>Icon pool o2</a:t>
            </a:r>
          </a:p>
          <a:p>
            <a:pPr algn="l"/>
            <a:r>
              <a:rPr lang="en-US" dirty="0"/>
              <a:t>We’ve created an icon system that’s strong, simple and consistent. Contemporary and digitally-focused, our icons work as well on screen as they do in print. They are designed to flex from the largest to the smallest format, static or in motion.</a:t>
            </a:r>
          </a:p>
          <a:p>
            <a:pPr algn="l"/>
            <a:r>
              <a:rPr lang="en-US" dirty="0"/>
              <a:t>This library is regularly updated with new icons, so check and make sure you’re using the latest versions. Primary, Secondary and Solid icon artwork can be downloaded here for all the icons in the library.</a:t>
            </a:r>
          </a:p>
          <a:p>
            <a:pPr algn="l"/>
            <a:r>
              <a:rPr lang="en-US" dirty="0">
                <a:hlinkClick r:id="rId2"/>
              </a:rPr>
              <a:t>https://brandfactory.telefonica.com/document/3393</a:t>
            </a:r>
            <a:r>
              <a:rPr lang="en-US" dirty="0"/>
              <a:t> </a:t>
            </a:r>
          </a:p>
          <a:p>
            <a:pPr algn="l"/>
            <a:endParaRPr lang="de-DE" dirty="0" err="1"/>
          </a:p>
        </p:txBody>
      </p:sp>
      <p:sp>
        <p:nvSpPr>
          <p:cNvPr id="11" name="TextBox 10">
            <a:extLst>
              <a:ext uri="{FF2B5EF4-FFF2-40B4-BE49-F238E27FC236}">
                <a16:creationId xmlns:a16="http://schemas.microsoft.com/office/drawing/2014/main" id="{63D37524-F65C-E219-5439-ACD98EE492E9}"/>
              </a:ext>
            </a:extLst>
          </p:cNvPr>
          <p:cNvSpPr txBox="1"/>
          <p:nvPr/>
        </p:nvSpPr>
        <p:spPr>
          <a:xfrm>
            <a:off x="587375" y="4302125"/>
            <a:ext cx="8208963" cy="538609"/>
          </a:xfrm>
          <a:prstGeom prst="rect">
            <a:avLst/>
          </a:prstGeom>
          <a:noFill/>
        </p:spPr>
        <p:txBody>
          <a:bodyPr wrap="square" lIns="0" tIns="0" rIns="0" bIns="0" rtlCol="0">
            <a:spAutoFit/>
          </a:bodyPr>
          <a:lstStyle/>
          <a:p>
            <a:pPr lvl="1"/>
            <a:r>
              <a:rPr lang="en-US" dirty="0"/>
              <a:t>Photo library (o2) </a:t>
            </a:r>
          </a:p>
          <a:p>
            <a:pPr algn="l"/>
            <a:r>
              <a:rPr lang="en-US" dirty="0">
                <a:hlinkClick r:id="rId3"/>
              </a:rPr>
              <a:t>https://brandfactory.telefonica.com/document/3955/collection/2246</a:t>
            </a:r>
            <a:r>
              <a:rPr lang="en-US" dirty="0"/>
              <a:t> </a:t>
            </a:r>
          </a:p>
        </p:txBody>
      </p:sp>
      <p:sp>
        <p:nvSpPr>
          <p:cNvPr id="6" name="Fußzeilenplatzhalter 5">
            <a:extLst>
              <a:ext uri="{FF2B5EF4-FFF2-40B4-BE49-F238E27FC236}">
                <a16:creationId xmlns:a16="http://schemas.microsoft.com/office/drawing/2014/main" id="{EA5A02EB-662F-1D96-5624-BDBE3AC5198D}"/>
              </a:ext>
            </a:extLst>
          </p:cNvPr>
          <p:cNvSpPr>
            <a:spLocks noGrp="1"/>
          </p:cNvSpPr>
          <p:nvPr>
            <p:ph type="ftr" sz="quarter" idx="11"/>
          </p:nvPr>
        </p:nvSpPr>
        <p:spPr/>
        <p:txBody>
          <a:bodyPr/>
          <a:lstStyle/>
          <a:p>
            <a:r>
              <a:rPr lang="de-DE"/>
              <a:t>Restricted</a:t>
            </a:r>
          </a:p>
        </p:txBody>
      </p:sp>
    </p:spTree>
    <p:extLst>
      <p:ext uri="{BB962C8B-B14F-4D97-AF65-F5344CB8AC3E}">
        <p14:creationId xmlns:p14="http://schemas.microsoft.com/office/powerpoint/2010/main" val="234520836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97B9593-B82C-8D4F-3743-40D3DA1AB229}"/>
              </a:ext>
            </a:extLst>
          </p:cNvPr>
          <p:cNvSpPr>
            <a:spLocks noGrp="1"/>
          </p:cNvSpPr>
          <p:nvPr>
            <p:ph type="title"/>
          </p:nvPr>
        </p:nvSpPr>
        <p:spPr/>
        <p:txBody>
          <a:bodyPr/>
          <a:lstStyle/>
          <a:p>
            <a:r>
              <a:rPr lang="en-GB"/>
              <a:t>Slide layouts</a:t>
            </a:r>
          </a:p>
        </p:txBody>
      </p:sp>
      <p:sp>
        <p:nvSpPr>
          <p:cNvPr id="4" name="Foliennummernplatzhalter 3">
            <a:extLst>
              <a:ext uri="{FF2B5EF4-FFF2-40B4-BE49-F238E27FC236}">
                <a16:creationId xmlns:a16="http://schemas.microsoft.com/office/drawing/2014/main" id="{7627D993-D7BC-D1FE-355D-CC866EFB95E6}"/>
              </a:ext>
            </a:extLst>
          </p:cNvPr>
          <p:cNvSpPr>
            <a:spLocks noGrp="1"/>
          </p:cNvSpPr>
          <p:nvPr>
            <p:ph type="sldNum" sz="quarter" idx="12"/>
          </p:nvPr>
        </p:nvSpPr>
        <p:spPr/>
        <p:txBody>
          <a:bodyPr/>
          <a:lstStyle/>
          <a:p>
            <a:fld id="{67CD7502-7F22-405E-8273-ECAD6156DDA0}" type="slidenum">
              <a:rPr lang="de-DE" smtClean="0"/>
              <a:pPr/>
              <a:t>47</a:t>
            </a:fld>
            <a:endParaRPr lang="de-DE"/>
          </a:p>
        </p:txBody>
      </p:sp>
      <p:sp>
        <p:nvSpPr>
          <p:cNvPr id="5" name="Textplatzhalter 4">
            <a:extLst>
              <a:ext uri="{FF2B5EF4-FFF2-40B4-BE49-F238E27FC236}">
                <a16:creationId xmlns:a16="http://schemas.microsoft.com/office/drawing/2014/main" id="{80640644-3D7D-9CE4-5BF5-F55A874DCDFE}"/>
              </a:ext>
            </a:extLst>
          </p:cNvPr>
          <p:cNvSpPr>
            <a:spLocks noGrp="1"/>
          </p:cNvSpPr>
          <p:nvPr>
            <p:ph type="body" sz="quarter" idx="13"/>
          </p:nvPr>
        </p:nvSpPr>
        <p:spPr/>
        <p:txBody>
          <a:bodyPr/>
          <a:lstStyle/>
          <a:p>
            <a:r>
              <a:rPr lang="en-GB"/>
              <a:t>How to use this template</a:t>
            </a:r>
          </a:p>
        </p:txBody>
      </p:sp>
      <p:sp>
        <p:nvSpPr>
          <p:cNvPr id="6" name="TextBox 5">
            <a:extLst>
              <a:ext uri="{FF2B5EF4-FFF2-40B4-BE49-F238E27FC236}">
                <a16:creationId xmlns:a16="http://schemas.microsoft.com/office/drawing/2014/main" id="{1620FA03-EA44-655F-E7D5-66ECDE3DE69C}"/>
              </a:ext>
            </a:extLst>
          </p:cNvPr>
          <p:cNvSpPr txBox="1"/>
          <p:nvPr/>
        </p:nvSpPr>
        <p:spPr>
          <a:xfrm>
            <a:off x="587375" y="1484313"/>
            <a:ext cx="2592388" cy="3293209"/>
          </a:xfrm>
          <a:prstGeom prst="rect">
            <a:avLst/>
          </a:prstGeom>
          <a:noFill/>
        </p:spPr>
        <p:txBody>
          <a:bodyPr wrap="square" lIns="0" tIns="0" rIns="0" bIns="0" rtlCol="0">
            <a:spAutoFit/>
          </a:bodyPr>
          <a:lstStyle/>
          <a:p>
            <a:pPr lvl="1"/>
            <a:r>
              <a:rPr lang="en-US" dirty="0"/>
              <a:t>This PowerPoint file contains several layouts for use in o2 presentations.</a:t>
            </a:r>
          </a:p>
          <a:p>
            <a:pPr algn="l"/>
            <a:r>
              <a:rPr lang="en-US" dirty="0"/>
              <a:t>Layout for title slides, chapter (section header) slides, a multitude of content slides, and closing slides are available. They contain different placeholders to insert text, images, tables, drawings etc. They contain all relevant settings and text formats via list levels.</a:t>
            </a:r>
          </a:p>
          <a:p>
            <a:pPr algn="l"/>
            <a:endParaRPr lang="en-US" dirty="0"/>
          </a:p>
        </p:txBody>
      </p:sp>
      <p:sp>
        <p:nvSpPr>
          <p:cNvPr id="8" name="TextBox 7">
            <a:extLst>
              <a:ext uri="{FF2B5EF4-FFF2-40B4-BE49-F238E27FC236}">
                <a16:creationId xmlns:a16="http://schemas.microsoft.com/office/drawing/2014/main" id="{8D52ECE1-0977-453E-0D6C-7B4D120B7C13}"/>
              </a:ext>
            </a:extLst>
          </p:cNvPr>
          <p:cNvSpPr txBox="1"/>
          <p:nvPr/>
        </p:nvSpPr>
        <p:spPr>
          <a:xfrm>
            <a:off x="3395663" y="1484313"/>
            <a:ext cx="2592387" cy="3462486"/>
          </a:xfrm>
          <a:prstGeom prst="rect">
            <a:avLst/>
          </a:prstGeom>
          <a:noFill/>
        </p:spPr>
        <p:txBody>
          <a:bodyPr wrap="square" lIns="0" tIns="0" rIns="0" bIns="0" rtlCol="0">
            <a:spAutoFit/>
          </a:bodyPr>
          <a:lstStyle/>
          <a:p>
            <a:pPr algn="l"/>
            <a:r>
              <a:rPr lang="en-US" dirty="0"/>
              <a:t>The layouts can be selected using the “New Slide” button in the “Home” tab.</a:t>
            </a:r>
          </a:p>
          <a:p>
            <a:pPr algn="l"/>
            <a:r>
              <a:rPr lang="en-US" dirty="0"/>
              <a:t>The layout for the current slide can be changed using the “Layout” button on the “Home” tab.</a:t>
            </a:r>
          </a:p>
          <a:p>
            <a:pPr algn="l"/>
            <a:r>
              <a:rPr lang="en-US" dirty="0"/>
              <a:t>To help you with the layout, we have set up a grid that you can access via the “View” tab and the “Guides” option (section “Show”). </a:t>
            </a:r>
          </a:p>
          <a:p>
            <a:pPr algn="l"/>
            <a:r>
              <a:rPr lang="en-US" dirty="0"/>
              <a:t>Please be careful not to place any elements outside the purple guides.</a:t>
            </a:r>
            <a:endParaRPr lang="de-DE" dirty="0" err="1"/>
          </a:p>
        </p:txBody>
      </p:sp>
      <p:sp>
        <p:nvSpPr>
          <p:cNvPr id="7" name="Fußzeilenplatzhalter 6">
            <a:extLst>
              <a:ext uri="{FF2B5EF4-FFF2-40B4-BE49-F238E27FC236}">
                <a16:creationId xmlns:a16="http://schemas.microsoft.com/office/drawing/2014/main" id="{75E139C9-1DF5-21FA-6274-6532BC840569}"/>
              </a:ext>
            </a:extLst>
          </p:cNvPr>
          <p:cNvSpPr>
            <a:spLocks noGrp="1"/>
          </p:cNvSpPr>
          <p:nvPr>
            <p:ph type="ftr" sz="quarter" idx="11"/>
          </p:nvPr>
        </p:nvSpPr>
        <p:spPr/>
        <p:txBody>
          <a:bodyPr/>
          <a:lstStyle/>
          <a:p>
            <a:r>
              <a:rPr lang="de-DE"/>
              <a:t>Restricted</a:t>
            </a:r>
          </a:p>
        </p:txBody>
      </p:sp>
      <p:pic>
        <p:nvPicPr>
          <p:cNvPr id="11" name="Picture 10">
            <a:extLst>
              <a:ext uri="{FF2B5EF4-FFF2-40B4-BE49-F238E27FC236}">
                <a16:creationId xmlns:a16="http://schemas.microsoft.com/office/drawing/2014/main" id="{F6319EAA-572F-A963-5C9E-DEDE912407F4}"/>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6203950" y="1484313"/>
            <a:ext cx="5003113" cy="4681537"/>
          </a:xfrm>
          <a:prstGeom prst="rect">
            <a:avLst/>
          </a:prstGeom>
        </p:spPr>
      </p:pic>
    </p:spTree>
    <p:extLst>
      <p:ext uri="{BB962C8B-B14F-4D97-AF65-F5344CB8AC3E}">
        <p14:creationId xmlns:p14="http://schemas.microsoft.com/office/powerpoint/2010/main" val="101016976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97B9593-B82C-8D4F-3743-40D3DA1AB229}"/>
              </a:ext>
            </a:extLst>
          </p:cNvPr>
          <p:cNvSpPr>
            <a:spLocks noGrp="1"/>
          </p:cNvSpPr>
          <p:nvPr>
            <p:ph type="title"/>
          </p:nvPr>
        </p:nvSpPr>
        <p:spPr/>
        <p:txBody>
          <a:bodyPr/>
          <a:lstStyle/>
          <a:p>
            <a:r>
              <a:rPr lang="en-US" dirty="0"/>
              <a:t>Design for different target groups</a:t>
            </a:r>
            <a:endParaRPr lang="de-DE" dirty="0"/>
          </a:p>
        </p:txBody>
      </p:sp>
      <p:sp>
        <p:nvSpPr>
          <p:cNvPr id="4" name="Foliennummernplatzhalter 3">
            <a:extLst>
              <a:ext uri="{FF2B5EF4-FFF2-40B4-BE49-F238E27FC236}">
                <a16:creationId xmlns:a16="http://schemas.microsoft.com/office/drawing/2014/main" id="{7627D993-D7BC-D1FE-355D-CC866EFB95E6}"/>
              </a:ext>
            </a:extLst>
          </p:cNvPr>
          <p:cNvSpPr>
            <a:spLocks noGrp="1"/>
          </p:cNvSpPr>
          <p:nvPr>
            <p:ph type="sldNum" sz="quarter" idx="12"/>
          </p:nvPr>
        </p:nvSpPr>
        <p:spPr/>
        <p:txBody>
          <a:bodyPr/>
          <a:lstStyle/>
          <a:p>
            <a:fld id="{67CD7502-7F22-405E-8273-ECAD6156DDA0}" type="slidenum">
              <a:rPr lang="de-DE" smtClean="0"/>
              <a:pPr/>
              <a:t>48</a:t>
            </a:fld>
            <a:endParaRPr lang="de-DE"/>
          </a:p>
        </p:txBody>
      </p:sp>
      <p:sp>
        <p:nvSpPr>
          <p:cNvPr id="5" name="Textplatzhalter 4">
            <a:extLst>
              <a:ext uri="{FF2B5EF4-FFF2-40B4-BE49-F238E27FC236}">
                <a16:creationId xmlns:a16="http://schemas.microsoft.com/office/drawing/2014/main" id="{80640644-3D7D-9CE4-5BF5-F55A874DCDFE}"/>
              </a:ext>
            </a:extLst>
          </p:cNvPr>
          <p:cNvSpPr>
            <a:spLocks noGrp="1"/>
          </p:cNvSpPr>
          <p:nvPr>
            <p:ph type="body" sz="quarter" idx="13"/>
          </p:nvPr>
        </p:nvSpPr>
        <p:spPr/>
        <p:txBody>
          <a:bodyPr/>
          <a:lstStyle/>
          <a:p>
            <a:r>
              <a:rPr lang="en-GB"/>
              <a:t>How to use this template</a:t>
            </a:r>
          </a:p>
        </p:txBody>
      </p:sp>
      <p:sp>
        <p:nvSpPr>
          <p:cNvPr id="6" name="TextBox 5">
            <a:extLst>
              <a:ext uri="{FF2B5EF4-FFF2-40B4-BE49-F238E27FC236}">
                <a16:creationId xmlns:a16="http://schemas.microsoft.com/office/drawing/2014/main" id="{1620FA03-EA44-655F-E7D5-66ECDE3DE69C}"/>
              </a:ext>
            </a:extLst>
          </p:cNvPr>
          <p:cNvSpPr txBox="1"/>
          <p:nvPr/>
        </p:nvSpPr>
        <p:spPr>
          <a:xfrm>
            <a:off x="587374" y="1484313"/>
            <a:ext cx="3529013" cy="3108543"/>
          </a:xfrm>
          <a:prstGeom prst="rect">
            <a:avLst/>
          </a:prstGeom>
          <a:noFill/>
        </p:spPr>
        <p:txBody>
          <a:bodyPr wrap="square" lIns="0" tIns="0" rIns="0" bIns="0" rtlCol="0">
            <a:spAutoFit/>
          </a:bodyPr>
          <a:lstStyle/>
          <a:p>
            <a:r>
              <a:rPr lang="en-US" dirty="0"/>
              <a:t>When designing a document, think about its use and how it will be presented.</a:t>
            </a:r>
          </a:p>
          <a:p>
            <a:r>
              <a:rPr lang="en-US" dirty="0"/>
              <a:t>For example, text-heavy reports may require a more functional approach – simple layouts, clear dividers and concise infographics to easily convey information.</a:t>
            </a:r>
          </a:p>
          <a:p>
            <a:r>
              <a:rPr lang="en-US" dirty="0"/>
              <a:t>On the other hand, images, typography and animations can be used to better engage the audience during presentations.</a:t>
            </a:r>
          </a:p>
          <a:p>
            <a:r>
              <a:rPr lang="en-US" dirty="0"/>
              <a:t>The master slides in this file help you to prepare different content for different audiences.</a:t>
            </a:r>
            <a:endParaRPr lang="de-DE" dirty="0"/>
          </a:p>
          <a:p>
            <a:pPr algn="l"/>
            <a:endParaRPr lang="en-US" dirty="0"/>
          </a:p>
        </p:txBody>
      </p:sp>
      <p:cxnSp>
        <p:nvCxnSpPr>
          <p:cNvPr id="10" name="Straight Connector 9">
            <a:extLst>
              <a:ext uri="{FF2B5EF4-FFF2-40B4-BE49-F238E27FC236}">
                <a16:creationId xmlns:a16="http://schemas.microsoft.com/office/drawing/2014/main" id="{FC45C769-4628-9B28-1582-012999036EDB}"/>
              </a:ext>
            </a:extLst>
          </p:cNvPr>
          <p:cNvCxnSpPr>
            <a:cxnSpLocks/>
          </p:cNvCxnSpPr>
          <p:nvPr/>
        </p:nvCxnSpPr>
        <p:spPr>
          <a:xfrm>
            <a:off x="7964853" y="1519238"/>
            <a:ext cx="0" cy="4651512"/>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CB1CE73C-70A9-5474-5D05-4B7B27E1A823}"/>
              </a:ext>
            </a:extLst>
          </p:cNvPr>
          <p:cNvSpPr txBox="1"/>
          <p:nvPr/>
        </p:nvSpPr>
        <p:spPr>
          <a:xfrm>
            <a:off x="4332288" y="1484313"/>
            <a:ext cx="3527425" cy="246221"/>
          </a:xfrm>
          <a:prstGeom prst="rect">
            <a:avLst/>
          </a:prstGeom>
          <a:noFill/>
        </p:spPr>
        <p:txBody>
          <a:bodyPr wrap="square" lIns="0" tIns="0" rIns="0" bIns="0" rtlCol="0">
            <a:spAutoFit/>
          </a:bodyPr>
          <a:lstStyle/>
          <a:p>
            <a:pPr lvl="1"/>
            <a:r>
              <a:rPr lang="de-DE" dirty="0" err="1"/>
              <a:t>Presentation</a:t>
            </a:r>
            <a:endParaRPr lang="de-DE" dirty="0"/>
          </a:p>
        </p:txBody>
      </p:sp>
      <p:sp>
        <p:nvSpPr>
          <p:cNvPr id="46" name="TextBox 45">
            <a:extLst>
              <a:ext uri="{FF2B5EF4-FFF2-40B4-BE49-F238E27FC236}">
                <a16:creationId xmlns:a16="http://schemas.microsoft.com/office/drawing/2014/main" id="{39AB5F30-F9BD-5A2B-0C07-64E14257A724}"/>
              </a:ext>
            </a:extLst>
          </p:cNvPr>
          <p:cNvSpPr txBox="1"/>
          <p:nvPr/>
        </p:nvSpPr>
        <p:spPr>
          <a:xfrm>
            <a:off x="8075613" y="1484313"/>
            <a:ext cx="3527425" cy="246221"/>
          </a:xfrm>
          <a:prstGeom prst="rect">
            <a:avLst/>
          </a:prstGeom>
          <a:noFill/>
        </p:spPr>
        <p:txBody>
          <a:bodyPr wrap="square" lIns="0" tIns="0" rIns="0" bIns="0" rtlCol="0">
            <a:spAutoFit/>
          </a:bodyPr>
          <a:lstStyle/>
          <a:p>
            <a:pPr lvl="1"/>
            <a:r>
              <a:rPr lang="de-DE" dirty="0"/>
              <a:t>Report</a:t>
            </a:r>
          </a:p>
        </p:txBody>
      </p:sp>
      <p:pic>
        <p:nvPicPr>
          <p:cNvPr id="63" name="Grafik 62">
            <a:extLst>
              <a:ext uri="{FF2B5EF4-FFF2-40B4-BE49-F238E27FC236}">
                <a16:creationId xmlns:a16="http://schemas.microsoft.com/office/drawing/2014/main" id="{3B3B8F78-56D1-E3D5-0C11-828CE5B3C75E}"/>
              </a:ext>
            </a:extLst>
          </p:cNvPr>
          <p:cNvPicPr>
            <a:picLocks noChangeAspect="1"/>
          </p:cNvPicPr>
          <p:nvPr/>
        </p:nvPicPr>
        <p:blipFill>
          <a:blip r:embed="rId2" cstate="email">
            <a:extLst>
              <a:ext uri="{28A0092B-C50C-407E-A947-70E740481C1C}">
                <a14:useLocalDpi xmlns:a14="http://schemas.microsoft.com/office/drawing/2010/main"/>
              </a:ext>
            </a:extLst>
          </a:blip>
          <a:srcRect/>
          <a:stretch/>
        </p:blipFill>
        <p:spPr>
          <a:xfrm>
            <a:off x="4332288" y="1841515"/>
            <a:ext cx="1656000" cy="930460"/>
          </a:xfrm>
          <a:prstGeom prst="rect">
            <a:avLst/>
          </a:prstGeom>
          <a:ln>
            <a:solidFill>
              <a:schemeClr val="bg1">
                <a:lumMod val="50000"/>
              </a:schemeClr>
            </a:solidFill>
          </a:ln>
        </p:spPr>
      </p:pic>
      <p:pic>
        <p:nvPicPr>
          <p:cNvPr id="64" name="Grafik 63">
            <a:extLst>
              <a:ext uri="{FF2B5EF4-FFF2-40B4-BE49-F238E27FC236}">
                <a16:creationId xmlns:a16="http://schemas.microsoft.com/office/drawing/2014/main" id="{BFE74B12-A6D7-7DC7-74CB-1B034DE6C188}"/>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6204400" y="1840995"/>
            <a:ext cx="1656000" cy="931500"/>
          </a:xfrm>
          <a:prstGeom prst="rect">
            <a:avLst/>
          </a:prstGeom>
          <a:ln>
            <a:solidFill>
              <a:schemeClr val="bg1">
                <a:lumMod val="50000"/>
              </a:schemeClr>
            </a:solidFill>
          </a:ln>
        </p:spPr>
      </p:pic>
      <p:pic>
        <p:nvPicPr>
          <p:cNvPr id="87" name="Grafik 86">
            <a:extLst>
              <a:ext uri="{FF2B5EF4-FFF2-40B4-BE49-F238E27FC236}">
                <a16:creationId xmlns:a16="http://schemas.microsoft.com/office/drawing/2014/main" id="{D7252035-4D9A-BD6D-E533-F74FBE3F140C}"/>
              </a:ext>
            </a:extLst>
          </p:cNvPr>
          <p:cNvPicPr>
            <a:picLocks noChangeAspect="1"/>
          </p:cNvPicPr>
          <p:nvPr/>
        </p:nvPicPr>
        <p:blipFill>
          <a:blip r:embed="rId4" cstate="email">
            <a:extLst>
              <a:ext uri="{28A0092B-C50C-407E-A947-70E740481C1C}">
                <a14:useLocalDpi xmlns:a14="http://schemas.microsoft.com/office/drawing/2010/main"/>
              </a:ext>
            </a:extLst>
          </a:blip>
          <a:srcRect/>
          <a:stretch/>
        </p:blipFill>
        <p:spPr>
          <a:xfrm>
            <a:off x="8077436" y="1841515"/>
            <a:ext cx="1654151" cy="930460"/>
          </a:xfrm>
          <a:prstGeom prst="rect">
            <a:avLst/>
          </a:prstGeom>
          <a:ln>
            <a:solidFill>
              <a:schemeClr val="bg1">
                <a:lumMod val="50000"/>
              </a:schemeClr>
            </a:solidFill>
          </a:ln>
        </p:spPr>
      </p:pic>
      <p:pic>
        <p:nvPicPr>
          <p:cNvPr id="88" name="Grafik 87">
            <a:extLst>
              <a:ext uri="{FF2B5EF4-FFF2-40B4-BE49-F238E27FC236}">
                <a16:creationId xmlns:a16="http://schemas.microsoft.com/office/drawing/2014/main" id="{0139F304-BCB8-AE7C-ECAB-5C430787B11A}"/>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9948625" y="1840995"/>
            <a:ext cx="1656000" cy="931500"/>
          </a:xfrm>
          <a:prstGeom prst="rect">
            <a:avLst/>
          </a:prstGeom>
          <a:ln>
            <a:solidFill>
              <a:schemeClr val="bg1">
                <a:lumMod val="50000"/>
              </a:schemeClr>
            </a:solidFill>
          </a:ln>
        </p:spPr>
      </p:pic>
      <p:pic>
        <p:nvPicPr>
          <p:cNvPr id="66" name="Grafik 65">
            <a:extLst>
              <a:ext uri="{FF2B5EF4-FFF2-40B4-BE49-F238E27FC236}">
                <a16:creationId xmlns:a16="http://schemas.microsoft.com/office/drawing/2014/main" id="{AACFE17F-5A09-C1F8-1307-0964911EF7E0}"/>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4332288" y="4096937"/>
            <a:ext cx="1656000" cy="931500"/>
          </a:xfrm>
          <a:prstGeom prst="rect">
            <a:avLst/>
          </a:prstGeom>
          <a:ln>
            <a:solidFill>
              <a:schemeClr val="bg1">
                <a:lumMod val="50000"/>
              </a:schemeClr>
            </a:solidFill>
          </a:ln>
        </p:spPr>
      </p:pic>
      <p:pic>
        <p:nvPicPr>
          <p:cNvPr id="68" name="Grafik 67">
            <a:extLst>
              <a:ext uri="{FF2B5EF4-FFF2-40B4-BE49-F238E27FC236}">
                <a16:creationId xmlns:a16="http://schemas.microsoft.com/office/drawing/2014/main" id="{7776ACA0-D94D-0EE8-3A82-3D6A06665681}"/>
              </a:ext>
            </a:extLst>
          </p:cNvPr>
          <p:cNvPicPr>
            <a:picLocks noChangeAspect="1"/>
          </p:cNvPicPr>
          <p:nvPr/>
        </p:nvPicPr>
        <p:blipFill>
          <a:blip r:embed="rId6" cstate="email">
            <a:extLst>
              <a:ext uri="{28A0092B-C50C-407E-A947-70E740481C1C}">
                <a14:useLocalDpi xmlns:a14="http://schemas.microsoft.com/office/drawing/2010/main"/>
              </a:ext>
            </a:extLst>
          </a:blip>
          <a:srcRect/>
          <a:stretch/>
        </p:blipFill>
        <p:spPr>
          <a:xfrm>
            <a:off x="6205936" y="4096937"/>
            <a:ext cx="1652928" cy="931500"/>
          </a:xfrm>
          <a:prstGeom prst="rect">
            <a:avLst/>
          </a:prstGeom>
          <a:ln>
            <a:solidFill>
              <a:schemeClr val="bg1">
                <a:lumMod val="50000"/>
              </a:schemeClr>
            </a:solidFill>
          </a:ln>
        </p:spPr>
      </p:pic>
      <p:pic>
        <p:nvPicPr>
          <p:cNvPr id="91" name="Grafik 90">
            <a:extLst>
              <a:ext uri="{FF2B5EF4-FFF2-40B4-BE49-F238E27FC236}">
                <a16:creationId xmlns:a16="http://schemas.microsoft.com/office/drawing/2014/main" id="{DAEEEBFB-46B3-A5FB-F12A-78839D947C86}"/>
              </a:ext>
            </a:extLst>
          </p:cNvPr>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8076512" y="4096937"/>
            <a:ext cx="1656000" cy="931500"/>
          </a:xfrm>
          <a:prstGeom prst="rect">
            <a:avLst/>
          </a:prstGeom>
          <a:ln>
            <a:solidFill>
              <a:schemeClr val="bg1">
                <a:lumMod val="50000"/>
              </a:schemeClr>
            </a:solidFill>
          </a:ln>
        </p:spPr>
      </p:pic>
      <p:pic>
        <p:nvPicPr>
          <p:cNvPr id="90" name="Grafik 89">
            <a:extLst>
              <a:ext uri="{FF2B5EF4-FFF2-40B4-BE49-F238E27FC236}">
                <a16:creationId xmlns:a16="http://schemas.microsoft.com/office/drawing/2014/main" id="{DB7E5FF3-7A3F-3A6C-FB43-07A614F2B239}"/>
              </a:ext>
            </a:extLst>
          </p:cNvPr>
          <p:cNvPicPr>
            <a:picLocks noChangeAspect="1"/>
          </p:cNvPicPr>
          <p:nvPr/>
        </p:nvPicPr>
        <p:blipFill>
          <a:blip r:embed="rId8" cstate="email">
            <a:extLst>
              <a:ext uri="{28A0092B-C50C-407E-A947-70E740481C1C}">
                <a14:useLocalDpi xmlns:a14="http://schemas.microsoft.com/office/drawing/2010/main"/>
              </a:ext>
            </a:extLst>
          </a:blip>
          <a:srcRect/>
          <a:stretch/>
        </p:blipFill>
        <p:spPr>
          <a:xfrm>
            <a:off x="9948625" y="4096937"/>
            <a:ext cx="1656000" cy="931500"/>
          </a:xfrm>
          <a:prstGeom prst="rect">
            <a:avLst/>
          </a:prstGeom>
          <a:ln>
            <a:solidFill>
              <a:schemeClr val="bg1">
                <a:lumMod val="50000"/>
              </a:schemeClr>
            </a:solidFill>
          </a:ln>
        </p:spPr>
      </p:pic>
      <p:pic>
        <p:nvPicPr>
          <p:cNvPr id="69" name="Grafik 68">
            <a:extLst>
              <a:ext uri="{FF2B5EF4-FFF2-40B4-BE49-F238E27FC236}">
                <a16:creationId xmlns:a16="http://schemas.microsoft.com/office/drawing/2014/main" id="{4693C1A9-301A-7198-48B2-28A4168A1A5E}"/>
              </a:ext>
            </a:extLst>
          </p:cNvPr>
          <p:cNvPicPr>
            <a:picLocks noChangeAspect="1"/>
          </p:cNvPicPr>
          <p:nvPr/>
        </p:nvPicPr>
        <p:blipFill>
          <a:blip r:embed="rId9" cstate="email">
            <a:extLst>
              <a:ext uri="{28A0092B-C50C-407E-A947-70E740481C1C}">
                <a14:useLocalDpi xmlns:a14="http://schemas.microsoft.com/office/drawing/2010/main"/>
              </a:ext>
            </a:extLst>
          </a:blip>
          <a:stretch>
            <a:fillRect/>
          </a:stretch>
        </p:blipFill>
        <p:spPr>
          <a:xfrm>
            <a:off x="4332288" y="5224909"/>
            <a:ext cx="1656000" cy="931500"/>
          </a:xfrm>
          <a:prstGeom prst="rect">
            <a:avLst/>
          </a:prstGeom>
          <a:ln>
            <a:solidFill>
              <a:schemeClr val="bg1">
                <a:lumMod val="50000"/>
              </a:schemeClr>
            </a:solidFill>
          </a:ln>
        </p:spPr>
      </p:pic>
      <p:pic>
        <p:nvPicPr>
          <p:cNvPr id="70" name="Grafik 69">
            <a:extLst>
              <a:ext uri="{FF2B5EF4-FFF2-40B4-BE49-F238E27FC236}">
                <a16:creationId xmlns:a16="http://schemas.microsoft.com/office/drawing/2014/main" id="{9FFF9B81-DACC-A2AB-1B56-DCDD7989260B}"/>
              </a:ext>
            </a:extLst>
          </p:cNvPr>
          <p:cNvPicPr>
            <a:picLocks noChangeAspect="1"/>
          </p:cNvPicPr>
          <p:nvPr/>
        </p:nvPicPr>
        <p:blipFill>
          <a:blip r:embed="rId10" cstate="email">
            <a:extLst>
              <a:ext uri="{28A0092B-C50C-407E-A947-70E740481C1C}">
                <a14:useLocalDpi xmlns:a14="http://schemas.microsoft.com/office/drawing/2010/main"/>
              </a:ext>
            </a:extLst>
          </a:blip>
          <a:stretch>
            <a:fillRect/>
          </a:stretch>
        </p:blipFill>
        <p:spPr>
          <a:xfrm>
            <a:off x="6204400" y="5224909"/>
            <a:ext cx="1656000" cy="931500"/>
          </a:xfrm>
          <a:prstGeom prst="rect">
            <a:avLst/>
          </a:prstGeom>
          <a:ln>
            <a:solidFill>
              <a:schemeClr val="bg1">
                <a:lumMod val="50000"/>
              </a:schemeClr>
            </a:solidFill>
          </a:ln>
        </p:spPr>
      </p:pic>
      <p:pic>
        <p:nvPicPr>
          <p:cNvPr id="92" name="Grafik 91">
            <a:extLst>
              <a:ext uri="{FF2B5EF4-FFF2-40B4-BE49-F238E27FC236}">
                <a16:creationId xmlns:a16="http://schemas.microsoft.com/office/drawing/2014/main" id="{A0AF10A0-4A61-7B42-AAA5-97E8BE5B67EA}"/>
              </a:ext>
            </a:extLst>
          </p:cNvPr>
          <p:cNvPicPr>
            <a:picLocks noChangeAspect="1"/>
          </p:cNvPicPr>
          <p:nvPr/>
        </p:nvPicPr>
        <p:blipFill>
          <a:blip r:embed="rId11" cstate="email">
            <a:extLst>
              <a:ext uri="{28A0092B-C50C-407E-A947-70E740481C1C}">
                <a14:useLocalDpi xmlns:a14="http://schemas.microsoft.com/office/drawing/2010/main"/>
              </a:ext>
            </a:extLst>
          </a:blip>
          <a:stretch>
            <a:fillRect/>
          </a:stretch>
        </p:blipFill>
        <p:spPr>
          <a:xfrm>
            <a:off x="8076512" y="5224909"/>
            <a:ext cx="1656000" cy="931500"/>
          </a:xfrm>
          <a:prstGeom prst="rect">
            <a:avLst/>
          </a:prstGeom>
          <a:ln>
            <a:solidFill>
              <a:schemeClr val="bg1">
                <a:lumMod val="50000"/>
              </a:schemeClr>
            </a:solidFill>
          </a:ln>
        </p:spPr>
      </p:pic>
      <p:pic>
        <p:nvPicPr>
          <p:cNvPr id="93" name="Grafik 92">
            <a:extLst>
              <a:ext uri="{FF2B5EF4-FFF2-40B4-BE49-F238E27FC236}">
                <a16:creationId xmlns:a16="http://schemas.microsoft.com/office/drawing/2014/main" id="{A200B0AF-8BB7-609E-BEF1-1CF9EAE5C466}"/>
              </a:ext>
            </a:extLst>
          </p:cNvPr>
          <p:cNvPicPr>
            <a:picLocks noChangeAspect="1"/>
          </p:cNvPicPr>
          <p:nvPr/>
        </p:nvPicPr>
        <p:blipFill>
          <a:blip r:embed="rId12" cstate="email">
            <a:extLst>
              <a:ext uri="{28A0092B-C50C-407E-A947-70E740481C1C}">
                <a14:useLocalDpi xmlns:a14="http://schemas.microsoft.com/office/drawing/2010/main"/>
              </a:ext>
            </a:extLst>
          </a:blip>
          <a:srcRect/>
          <a:stretch/>
        </p:blipFill>
        <p:spPr>
          <a:xfrm>
            <a:off x="9948625" y="5224909"/>
            <a:ext cx="1656000" cy="931500"/>
          </a:xfrm>
          <a:prstGeom prst="rect">
            <a:avLst/>
          </a:prstGeom>
          <a:ln>
            <a:solidFill>
              <a:schemeClr val="bg1">
                <a:lumMod val="50000"/>
              </a:schemeClr>
            </a:solidFill>
          </a:ln>
        </p:spPr>
      </p:pic>
      <p:pic>
        <p:nvPicPr>
          <p:cNvPr id="67" name="Grafik 66">
            <a:extLst>
              <a:ext uri="{FF2B5EF4-FFF2-40B4-BE49-F238E27FC236}">
                <a16:creationId xmlns:a16="http://schemas.microsoft.com/office/drawing/2014/main" id="{68FF7F68-4D06-5CEB-9FEA-9A35DBABDC72}"/>
              </a:ext>
            </a:extLst>
          </p:cNvPr>
          <p:cNvPicPr>
            <a:picLocks noChangeAspect="1"/>
          </p:cNvPicPr>
          <p:nvPr/>
        </p:nvPicPr>
        <p:blipFill>
          <a:blip r:embed="rId13" cstate="email">
            <a:extLst>
              <a:ext uri="{28A0092B-C50C-407E-A947-70E740481C1C}">
                <a14:useLocalDpi xmlns:a14="http://schemas.microsoft.com/office/drawing/2010/main"/>
              </a:ext>
            </a:extLst>
          </a:blip>
          <a:srcRect/>
          <a:stretch/>
        </p:blipFill>
        <p:spPr>
          <a:xfrm>
            <a:off x="4333824" y="2968966"/>
            <a:ext cx="1652928" cy="931500"/>
          </a:xfrm>
          <a:prstGeom prst="rect">
            <a:avLst/>
          </a:prstGeom>
          <a:ln>
            <a:solidFill>
              <a:schemeClr val="bg1">
                <a:lumMod val="50000"/>
              </a:schemeClr>
            </a:solidFill>
          </a:ln>
        </p:spPr>
      </p:pic>
      <p:pic>
        <p:nvPicPr>
          <p:cNvPr id="65" name="Grafik 64">
            <a:extLst>
              <a:ext uri="{FF2B5EF4-FFF2-40B4-BE49-F238E27FC236}">
                <a16:creationId xmlns:a16="http://schemas.microsoft.com/office/drawing/2014/main" id="{62AA3E66-0E61-F4D9-67BE-1071C4383E38}"/>
              </a:ext>
            </a:extLst>
          </p:cNvPr>
          <p:cNvPicPr>
            <a:picLocks noChangeAspect="1"/>
          </p:cNvPicPr>
          <p:nvPr/>
        </p:nvPicPr>
        <p:blipFill>
          <a:blip r:embed="rId14" cstate="email">
            <a:extLst>
              <a:ext uri="{28A0092B-C50C-407E-A947-70E740481C1C}">
                <a14:useLocalDpi xmlns:a14="http://schemas.microsoft.com/office/drawing/2010/main"/>
              </a:ext>
            </a:extLst>
          </a:blip>
          <a:stretch>
            <a:fillRect/>
          </a:stretch>
        </p:blipFill>
        <p:spPr>
          <a:xfrm>
            <a:off x="6204400" y="2968966"/>
            <a:ext cx="1656000" cy="931500"/>
          </a:xfrm>
          <a:prstGeom prst="rect">
            <a:avLst/>
          </a:prstGeom>
          <a:ln>
            <a:solidFill>
              <a:schemeClr val="bg1">
                <a:lumMod val="50000"/>
              </a:schemeClr>
            </a:solidFill>
          </a:ln>
        </p:spPr>
      </p:pic>
      <p:pic>
        <p:nvPicPr>
          <p:cNvPr id="89" name="Grafik 88">
            <a:extLst>
              <a:ext uri="{FF2B5EF4-FFF2-40B4-BE49-F238E27FC236}">
                <a16:creationId xmlns:a16="http://schemas.microsoft.com/office/drawing/2014/main" id="{49C05D4C-902A-0C3B-9F70-870370DD6208}"/>
              </a:ext>
            </a:extLst>
          </p:cNvPr>
          <p:cNvPicPr>
            <a:picLocks noChangeAspect="1"/>
          </p:cNvPicPr>
          <p:nvPr/>
        </p:nvPicPr>
        <p:blipFill>
          <a:blip r:embed="rId15" cstate="email">
            <a:extLst>
              <a:ext uri="{28A0092B-C50C-407E-A947-70E740481C1C}">
                <a14:useLocalDpi xmlns:a14="http://schemas.microsoft.com/office/drawing/2010/main"/>
              </a:ext>
            </a:extLst>
          </a:blip>
          <a:stretch>
            <a:fillRect/>
          </a:stretch>
        </p:blipFill>
        <p:spPr>
          <a:xfrm>
            <a:off x="8076512" y="2968966"/>
            <a:ext cx="1656000" cy="931500"/>
          </a:xfrm>
          <a:prstGeom prst="rect">
            <a:avLst/>
          </a:prstGeom>
          <a:ln>
            <a:solidFill>
              <a:schemeClr val="bg1">
                <a:lumMod val="50000"/>
              </a:schemeClr>
            </a:solidFill>
          </a:ln>
        </p:spPr>
      </p:pic>
      <p:pic>
        <p:nvPicPr>
          <p:cNvPr id="94" name="Grafik 93">
            <a:extLst>
              <a:ext uri="{FF2B5EF4-FFF2-40B4-BE49-F238E27FC236}">
                <a16:creationId xmlns:a16="http://schemas.microsoft.com/office/drawing/2014/main" id="{6BA5F41E-A35D-622C-B1D2-83A9A940ADB6}"/>
              </a:ext>
            </a:extLst>
          </p:cNvPr>
          <p:cNvPicPr>
            <a:picLocks noChangeAspect="1"/>
          </p:cNvPicPr>
          <p:nvPr/>
        </p:nvPicPr>
        <p:blipFill>
          <a:blip r:embed="rId16" cstate="email">
            <a:extLst>
              <a:ext uri="{28A0092B-C50C-407E-A947-70E740481C1C}">
                <a14:useLocalDpi xmlns:a14="http://schemas.microsoft.com/office/drawing/2010/main"/>
              </a:ext>
            </a:extLst>
          </a:blip>
          <a:srcRect/>
          <a:stretch/>
        </p:blipFill>
        <p:spPr>
          <a:xfrm>
            <a:off x="9948625" y="2968966"/>
            <a:ext cx="1656000" cy="931500"/>
          </a:xfrm>
          <a:prstGeom prst="rect">
            <a:avLst/>
          </a:prstGeom>
          <a:ln>
            <a:solidFill>
              <a:schemeClr val="bg1">
                <a:lumMod val="50000"/>
              </a:schemeClr>
            </a:solidFill>
          </a:ln>
        </p:spPr>
      </p:pic>
      <p:sp>
        <p:nvSpPr>
          <p:cNvPr id="7" name="Fußzeilenplatzhalter 6">
            <a:extLst>
              <a:ext uri="{FF2B5EF4-FFF2-40B4-BE49-F238E27FC236}">
                <a16:creationId xmlns:a16="http://schemas.microsoft.com/office/drawing/2014/main" id="{B9C0E642-EE8C-66BE-4F1D-DB8DC67F4BD5}"/>
              </a:ext>
            </a:extLst>
          </p:cNvPr>
          <p:cNvSpPr>
            <a:spLocks noGrp="1"/>
          </p:cNvSpPr>
          <p:nvPr>
            <p:ph type="ftr" sz="quarter" idx="11"/>
          </p:nvPr>
        </p:nvSpPr>
        <p:spPr/>
        <p:txBody>
          <a:bodyPr/>
          <a:lstStyle/>
          <a:p>
            <a:r>
              <a:rPr lang="de-DE"/>
              <a:t>Restricted</a:t>
            </a:r>
          </a:p>
        </p:txBody>
      </p:sp>
    </p:spTree>
    <p:extLst>
      <p:ext uri="{BB962C8B-B14F-4D97-AF65-F5344CB8AC3E}">
        <p14:creationId xmlns:p14="http://schemas.microsoft.com/office/powerpoint/2010/main" val="270599451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97B9593-B82C-8D4F-3743-40D3DA1AB229}"/>
              </a:ext>
            </a:extLst>
          </p:cNvPr>
          <p:cNvSpPr>
            <a:spLocks noGrp="1"/>
          </p:cNvSpPr>
          <p:nvPr>
            <p:ph type="title"/>
          </p:nvPr>
        </p:nvSpPr>
        <p:spPr/>
        <p:txBody>
          <a:bodyPr/>
          <a:lstStyle/>
          <a:p>
            <a:r>
              <a:rPr lang="de-DE" dirty="0"/>
              <a:t>Checklist</a:t>
            </a:r>
          </a:p>
        </p:txBody>
      </p:sp>
      <p:sp>
        <p:nvSpPr>
          <p:cNvPr id="4" name="Foliennummernplatzhalter 3">
            <a:extLst>
              <a:ext uri="{FF2B5EF4-FFF2-40B4-BE49-F238E27FC236}">
                <a16:creationId xmlns:a16="http://schemas.microsoft.com/office/drawing/2014/main" id="{7627D993-D7BC-D1FE-355D-CC866EFB95E6}"/>
              </a:ext>
            </a:extLst>
          </p:cNvPr>
          <p:cNvSpPr>
            <a:spLocks noGrp="1"/>
          </p:cNvSpPr>
          <p:nvPr>
            <p:ph type="sldNum" sz="quarter" idx="12"/>
          </p:nvPr>
        </p:nvSpPr>
        <p:spPr/>
        <p:txBody>
          <a:bodyPr/>
          <a:lstStyle/>
          <a:p>
            <a:fld id="{67CD7502-7F22-405E-8273-ECAD6156DDA0}" type="slidenum">
              <a:rPr lang="de-DE" smtClean="0"/>
              <a:pPr/>
              <a:t>49</a:t>
            </a:fld>
            <a:endParaRPr lang="de-DE"/>
          </a:p>
        </p:txBody>
      </p:sp>
      <p:sp>
        <p:nvSpPr>
          <p:cNvPr id="5" name="Textplatzhalter 4">
            <a:extLst>
              <a:ext uri="{FF2B5EF4-FFF2-40B4-BE49-F238E27FC236}">
                <a16:creationId xmlns:a16="http://schemas.microsoft.com/office/drawing/2014/main" id="{80640644-3D7D-9CE4-5BF5-F55A874DCDFE}"/>
              </a:ext>
            </a:extLst>
          </p:cNvPr>
          <p:cNvSpPr>
            <a:spLocks noGrp="1"/>
          </p:cNvSpPr>
          <p:nvPr>
            <p:ph type="body" sz="quarter" idx="13"/>
          </p:nvPr>
        </p:nvSpPr>
        <p:spPr/>
        <p:txBody>
          <a:bodyPr/>
          <a:lstStyle/>
          <a:p>
            <a:r>
              <a:rPr lang="en-GB"/>
              <a:t>How to use this template</a:t>
            </a:r>
          </a:p>
        </p:txBody>
      </p:sp>
      <p:sp>
        <p:nvSpPr>
          <p:cNvPr id="7" name="TextBox 6">
            <a:extLst>
              <a:ext uri="{FF2B5EF4-FFF2-40B4-BE49-F238E27FC236}">
                <a16:creationId xmlns:a16="http://schemas.microsoft.com/office/drawing/2014/main" id="{41811320-8D60-E9E4-21EC-54F9F0B7AE0C}"/>
              </a:ext>
            </a:extLst>
          </p:cNvPr>
          <p:cNvSpPr txBox="1"/>
          <p:nvPr/>
        </p:nvSpPr>
        <p:spPr>
          <a:xfrm>
            <a:off x="587375" y="1484313"/>
            <a:ext cx="3529013" cy="3524042"/>
          </a:xfrm>
          <a:prstGeom prst="rect">
            <a:avLst/>
          </a:prstGeom>
          <a:noFill/>
        </p:spPr>
        <p:txBody>
          <a:bodyPr wrap="square" lIns="0" tIns="0" rIns="0" bIns="0" rtlCol="0">
            <a:spAutoFit/>
          </a:bodyPr>
          <a:lstStyle/>
          <a:p>
            <a:pPr lvl="1"/>
            <a:r>
              <a:rPr lang="en-US" dirty="0"/>
              <a:t>Create a new document</a:t>
            </a:r>
          </a:p>
          <a:p>
            <a:pPr algn="l"/>
            <a:r>
              <a:rPr lang="en-US" dirty="0"/>
              <a:t>It's best to start each new presentation with a new template. Avoid copying slides from other presentations in their entirety. We recommend copying and pasting only text and images to avoid additional slide layouts being imported and to avoid increasing the size and complexity of the document unnecessarily. To paste text, use the Keep Text Only text function to delete the previous formatting.</a:t>
            </a:r>
          </a:p>
          <a:p>
            <a:pPr lvl="1"/>
            <a:r>
              <a:rPr lang="en-US" dirty="0"/>
              <a:t>Footers</a:t>
            </a:r>
          </a:p>
          <a:p>
            <a:pPr algn="l"/>
            <a:r>
              <a:rPr lang="en-US" dirty="0"/>
              <a:t>Use “Header and Footer” on the “Insert” tab to check that the footer information is correct for the current document.</a:t>
            </a:r>
            <a:endParaRPr lang="de-DE" dirty="0" err="1"/>
          </a:p>
        </p:txBody>
      </p:sp>
      <p:sp>
        <p:nvSpPr>
          <p:cNvPr id="8" name="TextBox 7">
            <a:extLst>
              <a:ext uri="{FF2B5EF4-FFF2-40B4-BE49-F238E27FC236}">
                <a16:creationId xmlns:a16="http://schemas.microsoft.com/office/drawing/2014/main" id="{08BF2293-985B-D498-C1EF-33140BD8CF7C}"/>
              </a:ext>
            </a:extLst>
          </p:cNvPr>
          <p:cNvSpPr txBox="1"/>
          <p:nvPr/>
        </p:nvSpPr>
        <p:spPr>
          <a:xfrm>
            <a:off x="4332288" y="1484313"/>
            <a:ext cx="3529013" cy="4262705"/>
          </a:xfrm>
          <a:prstGeom prst="rect">
            <a:avLst/>
          </a:prstGeom>
          <a:noFill/>
        </p:spPr>
        <p:txBody>
          <a:bodyPr wrap="square" lIns="0" tIns="0" rIns="0" bIns="0" rtlCol="0">
            <a:spAutoFit/>
          </a:bodyPr>
          <a:lstStyle/>
          <a:p>
            <a:pPr lvl="1"/>
            <a:r>
              <a:rPr lang="en-US" dirty="0"/>
              <a:t>Restrict editing</a:t>
            </a:r>
          </a:p>
          <a:p>
            <a:pPr algn="l"/>
            <a:r>
              <a:rPr lang="en-US" dirty="0"/>
              <a:t>You can protect your PowerPoint presentation from further editing with a password:</a:t>
            </a:r>
          </a:p>
          <a:p>
            <a:pPr algn="l"/>
            <a:r>
              <a:rPr lang="en-US" b="1" dirty="0"/>
              <a:t>Mac users:</a:t>
            </a:r>
            <a:r>
              <a:rPr lang="en-US" dirty="0"/>
              <a:t> File &gt; Passwords… &gt; Password to modify &gt; Require a password to modify the presentation</a:t>
            </a:r>
          </a:p>
          <a:p>
            <a:pPr algn="l"/>
            <a:r>
              <a:rPr lang="en-US" b="1" dirty="0"/>
              <a:t>Windows users:</a:t>
            </a:r>
            <a:r>
              <a:rPr lang="en-US" dirty="0"/>
              <a:t> File &gt; Info &gt; Protect Presentation</a:t>
            </a:r>
          </a:p>
          <a:p>
            <a:pPr algn="l"/>
            <a:r>
              <a:rPr lang="en-US" dirty="0"/>
              <a:t>There is also the option to open the presentation with the "Read only" function.</a:t>
            </a:r>
          </a:p>
          <a:p>
            <a:pPr lvl="1"/>
            <a:r>
              <a:rPr lang="en-US" dirty="0"/>
              <a:t>Save as PDF</a:t>
            </a:r>
          </a:p>
          <a:p>
            <a:pPr algn="l"/>
            <a:r>
              <a:rPr lang="en-US" dirty="0"/>
              <a:t>If the final presentation does not contain moving images or does not require further editing, it is easier to save it as a PDF and share it with others:</a:t>
            </a:r>
          </a:p>
          <a:p>
            <a:pPr algn="l"/>
            <a:r>
              <a:rPr lang="en-US" dirty="0"/>
              <a:t>File &gt; Save as... &gt; PDF</a:t>
            </a:r>
            <a:endParaRPr lang="de-DE" dirty="0" err="1"/>
          </a:p>
        </p:txBody>
      </p:sp>
      <p:sp>
        <p:nvSpPr>
          <p:cNvPr id="6" name="Fußzeilenplatzhalter 5">
            <a:extLst>
              <a:ext uri="{FF2B5EF4-FFF2-40B4-BE49-F238E27FC236}">
                <a16:creationId xmlns:a16="http://schemas.microsoft.com/office/drawing/2014/main" id="{1EB6ADAA-DB4E-3B8B-2DD6-957ECA998F01}"/>
              </a:ext>
            </a:extLst>
          </p:cNvPr>
          <p:cNvSpPr>
            <a:spLocks noGrp="1"/>
          </p:cNvSpPr>
          <p:nvPr>
            <p:ph type="ftr" sz="quarter" idx="11"/>
          </p:nvPr>
        </p:nvSpPr>
        <p:spPr/>
        <p:txBody>
          <a:bodyPr/>
          <a:lstStyle/>
          <a:p>
            <a:r>
              <a:rPr lang="de-DE"/>
              <a:t>Restricted</a:t>
            </a:r>
          </a:p>
        </p:txBody>
      </p:sp>
    </p:spTree>
    <p:extLst>
      <p:ext uri="{BB962C8B-B14F-4D97-AF65-F5344CB8AC3E}">
        <p14:creationId xmlns:p14="http://schemas.microsoft.com/office/powerpoint/2010/main" val="1341847470"/>
      </p:ext>
    </p:extLst>
  </p:cSld>
  <p:clrMapOvr>
    <a:masterClrMapping/>
  </p:clrMapOvr>
</p:sld>
</file>

<file path=ppt/theme/theme1.xml><?xml version="1.0" encoding="utf-8"?>
<a:theme xmlns:a="http://schemas.openxmlformats.org/drawingml/2006/main" name="O2 – On Air">
  <a:themeElements>
    <a:clrScheme name="o2 2024">
      <a:dk1>
        <a:srgbClr val="00001E"/>
      </a:dk1>
      <a:lt1>
        <a:srgbClr val="FFFFFF"/>
      </a:lt1>
      <a:dk2>
        <a:srgbClr val="0050FF"/>
      </a:dk2>
      <a:lt2>
        <a:srgbClr val="F3F3F5"/>
      </a:lt2>
      <a:accent1>
        <a:srgbClr val="00008C"/>
      </a:accent1>
      <a:accent2>
        <a:srgbClr val="82DCFA"/>
      </a:accent2>
      <a:accent3>
        <a:srgbClr val="FFA559"/>
      </a:accent3>
      <a:accent4>
        <a:srgbClr val="F65D7C"/>
      </a:accent4>
      <a:accent5>
        <a:srgbClr val="A078FF"/>
      </a:accent5>
      <a:accent6>
        <a:srgbClr val="00DC7D"/>
      </a:accent6>
      <a:hlink>
        <a:srgbClr val="0050FF"/>
      </a:hlink>
      <a:folHlink>
        <a:srgbClr val="B3B3BE"/>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lIns="0" tIns="0" rIns="0" bIns="0"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spAutoFit/>
      </a:bodyPr>
      <a:lstStyle>
        <a:defPPr algn="l">
          <a:defRPr dirty="0" err="1" smtClean="0"/>
        </a:defPPr>
      </a:lstStyle>
    </a:tx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e935a992-3bc7-4c97-9326-e895d33ff1c5">
      <Terms xmlns="http://schemas.microsoft.com/office/infopath/2007/PartnerControls"/>
    </lcf76f155ced4ddcb4097134ff3c332f>
    <TaxCatchAll xmlns="395d714b-2b3f-40af-8eb0-961580487a7e" xsi:nil="true"/>
    <ArchiverLinkFileType xmlns="e935a992-3bc7-4c97-9326-e895d33ff1c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12B550E01EC742439B9239A03DFDD39B" ma:contentTypeVersion="38" ma:contentTypeDescription="Create a new document." ma:contentTypeScope="" ma:versionID="ca2e0c1b0a4a3ff9754d326a420c292e">
  <xsd:schema xmlns:xsd="http://www.w3.org/2001/XMLSchema" xmlns:xs="http://www.w3.org/2001/XMLSchema" xmlns:p="http://schemas.microsoft.com/office/2006/metadata/properties" xmlns:ns2="395d714b-2b3f-40af-8eb0-961580487a7e" xmlns:ns3="e935a992-3bc7-4c97-9326-e895d33ff1c5" targetNamespace="http://schemas.microsoft.com/office/2006/metadata/properties" ma:root="true" ma:fieldsID="e1944ebead8e7b1ba8b9aeeec4b90ef3" ns2:_="" ns3:_="">
    <xsd:import namespace="395d714b-2b3f-40af-8eb0-961580487a7e"/>
    <xsd:import namespace="e935a992-3bc7-4c97-9326-e895d33ff1c5"/>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DateTaken" minOccurs="0"/>
                <xsd:element ref="ns3:MediaServiceObjectDetectorVersions" minOccurs="0"/>
                <xsd:element ref="ns3:MediaServiceGenerationTime" minOccurs="0"/>
                <xsd:element ref="ns3:MediaServiceEventHashCode" minOccurs="0"/>
                <xsd:element ref="ns3:MediaLengthInSeconds" minOccurs="0"/>
                <xsd:element ref="ns3:lcf76f155ced4ddcb4097134ff3c332f" minOccurs="0"/>
                <xsd:element ref="ns2:TaxCatchAll" minOccurs="0"/>
                <xsd:element ref="ns3:MediaServiceOCR" minOccurs="0"/>
                <xsd:element ref="ns3:MediaServiceLocation" minOccurs="0"/>
                <xsd:element ref="ns3:MediaServiceSearchProperties" minOccurs="0"/>
                <xsd:element ref="ns3:ArchiverLinkFileTyp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95d714b-2b3f-40af-8eb0-961580487a7e"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TaxCatchAll" ma:index="19" nillable="true" ma:displayName="Taxonomy Catch All Column" ma:hidden="true" ma:list="{ae9ec6f0-3628-4e77-ba5d-d81461b978a9}" ma:internalName="TaxCatchAll" ma:showField="CatchAllData" ma:web="395d714b-2b3f-40af-8eb0-961580487a7e">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e935a992-3bc7-4c97-9326-e895d33ff1c5"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ObjectDetectorVersions" ma:index="13" nillable="true" ma:displayName="MediaServiceObjectDetectorVersions" ma:hidden="true" ma:indexed="true" ma:internalName="MediaServiceObjectDetectorVersion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element name="lcf76f155ced4ddcb4097134ff3c332f" ma:index="18" nillable="true" ma:taxonomy="true" ma:internalName="lcf76f155ced4ddcb4097134ff3c332f" ma:taxonomyFieldName="MediaServiceImageTags" ma:displayName="Image Tags" ma:readOnly="false" ma:fieldId="{5cf76f15-5ced-4ddc-b409-7134ff3c332f}" ma:taxonomyMulti="true" ma:sspId="60299b0d-7c8d-483c-881b-d84e0250e4ec" ma:termSetId="09814cd3-568e-fe90-9814-8d621ff8fb84" ma:anchorId="fba54fb3-c3e1-fe81-a776-ca4b69148c4d" ma:open="true" ma:isKeyword="false">
      <xsd:complexType>
        <xsd:sequence>
          <xsd:element ref="pc:Terms" minOccurs="0" maxOccurs="1"/>
        </xsd:sequence>
      </xsd:complexType>
    </xsd:element>
    <xsd:element name="MediaServiceOCR" ma:index="20" nillable="true" ma:displayName="Extracted Text" ma:internalName="MediaServiceOCR" ma:readOnly="true">
      <xsd:simpleType>
        <xsd:restriction base="dms:Note">
          <xsd:maxLength value="255"/>
        </xsd:restriction>
      </xsd:simpleType>
    </xsd:element>
    <xsd:element name="MediaServiceLocation" ma:index="21" nillable="true" ma:displayName="Location" ma:indexed="true" ma:internalName="MediaServiceLocation"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element name="ArchiverLinkFileType" ma:index="23" nillable="true" ma:displayName="ArchiverLinkFileType" ma:hidden="true" ma:internalName="ArchiverLinkFileType" ma:readOnly="fals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2B96152-58EE-4806-B446-8B7D6B5B37B2}">
  <ds:schemaRefs>
    <ds:schemaRef ds:uri="http://schemas.microsoft.com/sharepoint/v3/contenttype/forms"/>
  </ds:schemaRefs>
</ds:datastoreItem>
</file>

<file path=customXml/itemProps2.xml><?xml version="1.0" encoding="utf-8"?>
<ds:datastoreItem xmlns:ds="http://schemas.openxmlformats.org/officeDocument/2006/customXml" ds:itemID="{0CB70444-047F-4C81-B2F9-C73E3ADD7F0B}">
  <ds:schemaRefs>
    <ds:schemaRef ds:uri="http://purl.org/dc/elements/1.1/"/>
    <ds:schemaRef ds:uri="395d714b-2b3f-40af-8eb0-961580487a7e"/>
    <ds:schemaRef ds:uri="http://schemas.microsoft.com/office/2006/documentManagement/types"/>
    <ds:schemaRef ds:uri="http://purl.org/dc/dcmitype/"/>
    <ds:schemaRef ds:uri="http://purl.org/dc/terms/"/>
    <ds:schemaRef ds:uri="http://schemas.microsoft.com/office/2006/metadata/properties"/>
    <ds:schemaRef ds:uri="http://schemas.microsoft.com/office/infopath/2007/PartnerControls"/>
    <ds:schemaRef ds:uri="http://schemas.openxmlformats.org/package/2006/metadata/core-properties"/>
    <ds:schemaRef ds:uri="e935a992-3bc7-4c97-9326-e895d33ff1c5"/>
    <ds:schemaRef ds:uri="http://www.w3.org/XML/1998/namespace"/>
  </ds:schemaRefs>
</ds:datastoreItem>
</file>

<file path=customXml/itemProps3.xml><?xml version="1.0" encoding="utf-8"?>
<ds:datastoreItem xmlns:ds="http://schemas.openxmlformats.org/officeDocument/2006/customXml" ds:itemID="{C9F96374-0D69-4437-AD64-AE40E209D9B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95d714b-2b3f-40af-8eb0-961580487a7e"/>
    <ds:schemaRef ds:uri="e935a992-3bc7-4c97-9326-e895d33ff1c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17</TotalTime>
  <Words>2265</Words>
  <Application>Microsoft Macintosh PowerPoint</Application>
  <PresentationFormat>Widescreen</PresentationFormat>
  <Paragraphs>480</Paragraphs>
  <Slides>49</Slides>
  <Notes>1</Notes>
  <HiddenSlides>8</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49</vt:i4>
      </vt:variant>
    </vt:vector>
  </HeadingPairs>
  <TitlesOfParts>
    <vt:vector size="53" baseType="lpstr">
      <vt:lpstr>Aptos</vt:lpstr>
      <vt:lpstr>arial</vt:lpstr>
      <vt:lpstr>On Air</vt:lpstr>
      <vt:lpstr>O2 – On Air</vt:lpstr>
      <vt:lpstr>Fonts</vt:lpstr>
      <vt:lpstr>Presentation title grows from top</vt:lpstr>
      <vt:lpstr>Presentation title grows from top</vt:lpstr>
      <vt:lpstr>Presentation title grows from top</vt:lpstr>
      <vt:lpstr>Presentation title</vt:lpstr>
      <vt:lpstr>Presentation title</vt:lpstr>
      <vt:lpstr>Presentation title</vt:lpstr>
      <vt:lpstr>Chapter Title (grows up)</vt:lpstr>
      <vt:lpstr>Chapter Title (grows up)</vt:lpstr>
      <vt:lpstr>Intermediate Title  (grows up)</vt:lpstr>
      <vt:lpstr>Intermediate Title  (grows up)</vt:lpstr>
      <vt:lpstr>Contents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Icons</vt:lpstr>
      <vt:lpstr>Images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Table with style “o2 Beyond Blue” (default)</vt:lpstr>
      <vt:lpstr>Table with style “o2 Beyond Blue” (default)</vt:lpstr>
      <vt:lpstr>PowerPoint Presentation</vt:lpstr>
      <vt:lpstr>PowerPoint Presentation</vt:lpstr>
      <vt:lpstr>Thank you</vt:lpstr>
      <vt:lpstr>PowerPoint Presentation</vt:lpstr>
      <vt:lpstr>PowerPoint Presentation</vt:lpstr>
      <vt:lpstr>PowerPoint Presentation</vt:lpstr>
      <vt:lpstr>PowerPoint Presentation</vt:lpstr>
      <vt:lpstr>PowerPoint Presentation</vt:lpstr>
      <vt:lpstr>Setting security level in footer</vt:lpstr>
      <vt:lpstr>Security Levels</vt:lpstr>
      <vt:lpstr>Colours</vt:lpstr>
      <vt:lpstr>List levels</vt:lpstr>
      <vt:lpstr>Icons and photos</vt:lpstr>
      <vt:lpstr>Slide layouts</vt:lpstr>
      <vt:lpstr>Design for different target groups</vt:lpstr>
      <vt:lpstr>Checklist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Christian Augustin</dc:creator>
  <cp:lastModifiedBy>Kai Fischer</cp:lastModifiedBy>
  <cp:revision>125</cp:revision>
  <dcterms:created xsi:type="dcterms:W3CDTF">2024-06-27T13:36:54Z</dcterms:created>
  <dcterms:modified xsi:type="dcterms:W3CDTF">2025-02-05T16:46:54Z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0x01010012B550E01EC742439B9239A03DFDD39B</vt:lpwstr>
  </property>
  <property fmtid="{D5CDD505-2E9C-101B-9397-08002B2CF9AE}" pid="3" name="MediaServiceImageTags">
    <vt:lpwstr/>
  </property>
</Properties>
</file>